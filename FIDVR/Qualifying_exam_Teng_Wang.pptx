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3FD_21B31C23.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207_79E72E17.xml" ContentType="application/vnd.ms-powerpoint.comments+xml"/>
  <Override PartName="/ppt/notesSlides/notesSlide7.xml" ContentType="application/vnd.openxmlformats-officedocument.presentationml.notesSlide+xml"/>
  <Override PartName="/ppt/comments/modernComment_210_F75CA07C.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64" r:id="rId2"/>
  </p:sldMasterIdLst>
  <p:notesMasterIdLst>
    <p:notesMasterId r:id="rId33"/>
  </p:notesMasterIdLst>
  <p:sldIdLst>
    <p:sldId id="482" r:id="rId3"/>
    <p:sldId id="1021" r:id="rId4"/>
    <p:sldId id="516" r:id="rId5"/>
    <p:sldId id="524" r:id="rId6"/>
    <p:sldId id="1028" r:id="rId7"/>
    <p:sldId id="517" r:id="rId8"/>
    <p:sldId id="519" r:id="rId9"/>
    <p:sldId id="528" r:id="rId10"/>
    <p:sldId id="531" r:id="rId11"/>
    <p:sldId id="508" r:id="rId12"/>
    <p:sldId id="521" r:id="rId13"/>
    <p:sldId id="536" r:id="rId14"/>
    <p:sldId id="540" r:id="rId15"/>
    <p:sldId id="538" r:id="rId16"/>
    <p:sldId id="1022" r:id="rId17"/>
    <p:sldId id="539" r:id="rId18"/>
    <p:sldId id="1034" r:id="rId19"/>
    <p:sldId id="1031" r:id="rId20"/>
    <p:sldId id="513" r:id="rId21"/>
    <p:sldId id="1026" r:id="rId22"/>
    <p:sldId id="489" r:id="rId23"/>
    <p:sldId id="1024" r:id="rId24"/>
    <p:sldId id="1029" r:id="rId25"/>
    <p:sldId id="1032" r:id="rId26"/>
    <p:sldId id="1025" r:id="rId27"/>
    <p:sldId id="533" r:id="rId28"/>
    <p:sldId id="535" r:id="rId29"/>
    <p:sldId id="532" r:id="rId30"/>
    <p:sldId id="1023" r:id="rId31"/>
    <p:sldId id="1027" r:id="rId32"/>
  </p:sldIdLst>
  <p:sldSz cx="12192000" cy="6858000"/>
  <p:notesSz cx="7315200" cy="9601200"/>
  <p:defaultTextStyle>
    <a:defPPr>
      <a:defRPr lang="en-US"/>
    </a:defPPr>
    <a:lvl1pPr marL="0" algn="l" defTabSz="912051" rtl="0" eaLnBrk="1" latinLnBrk="0" hangingPunct="1">
      <a:defRPr sz="1800" kern="1200">
        <a:solidFill>
          <a:schemeClr val="tx1"/>
        </a:solidFill>
        <a:latin typeface="+mn-lt"/>
        <a:ea typeface="+mn-ea"/>
        <a:cs typeface="+mn-cs"/>
      </a:defRPr>
    </a:lvl1pPr>
    <a:lvl2pPr marL="456029" algn="l" defTabSz="912051" rtl="0" eaLnBrk="1" latinLnBrk="0" hangingPunct="1">
      <a:defRPr sz="1800" kern="1200">
        <a:solidFill>
          <a:schemeClr val="tx1"/>
        </a:solidFill>
        <a:latin typeface="+mn-lt"/>
        <a:ea typeface="+mn-ea"/>
        <a:cs typeface="+mn-cs"/>
      </a:defRPr>
    </a:lvl2pPr>
    <a:lvl3pPr marL="912051" algn="l" defTabSz="912051" rtl="0" eaLnBrk="1" latinLnBrk="0" hangingPunct="1">
      <a:defRPr sz="1800" kern="1200">
        <a:solidFill>
          <a:schemeClr val="tx1"/>
        </a:solidFill>
        <a:latin typeface="+mn-lt"/>
        <a:ea typeface="+mn-ea"/>
        <a:cs typeface="+mn-cs"/>
      </a:defRPr>
    </a:lvl3pPr>
    <a:lvl4pPr marL="1368077" algn="l" defTabSz="912051" rtl="0" eaLnBrk="1" latinLnBrk="0" hangingPunct="1">
      <a:defRPr sz="1800" kern="1200">
        <a:solidFill>
          <a:schemeClr val="tx1"/>
        </a:solidFill>
        <a:latin typeface="+mn-lt"/>
        <a:ea typeface="+mn-ea"/>
        <a:cs typeface="+mn-cs"/>
      </a:defRPr>
    </a:lvl4pPr>
    <a:lvl5pPr marL="1824101" algn="l" defTabSz="912051" rtl="0" eaLnBrk="1" latinLnBrk="0" hangingPunct="1">
      <a:defRPr sz="1800" kern="1200">
        <a:solidFill>
          <a:schemeClr val="tx1"/>
        </a:solidFill>
        <a:latin typeface="+mn-lt"/>
        <a:ea typeface="+mn-ea"/>
        <a:cs typeface="+mn-cs"/>
      </a:defRPr>
    </a:lvl5pPr>
    <a:lvl6pPr marL="2280126" algn="l" defTabSz="912051" rtl="0" eaLnBrk="1" latinLnBrk="0" hangingPunct="1">
      <a:defRPr sz="1800" kern="1200">
        <a:solidFill>
          <a:schemeClr val="tx1"/>
        </a:solidFill>
        <a:latin typeface="+mn-lt"/>
        <a:ea typeface="+mn-ea"/>
        <a:cs typeface="+mn-cs"/>
      </a:defRPr>
    </a:lvl6pPr>
    <a:lvl7pPr marL="2736151" algn="l" defTabSz="912051" rtl="0" eaLnBrk="1" latinLnBrk="0" hangingPunct="1">
      <a:defRPr sz="1800" kern="1200">
        <a:solidFill>
          <a:schemeClr val="tx1"/>
        </a:solidFill>
        <a:latin typeface="+mn-lt"/>
        <a:ea typeface="+mn-ea"/>
        <a:cs typeface="+mn-cs"/>
      </a:defRPr>
    </a:lvl7pPr>
    <a:lvl8pPr marL="3192178" algn="l" defTabSz="912051" rtl="0" eaLnBrk="1" latinLnBrk="0" hangingPunct="1">
      <a:defRPr sz="1800" kern="1200">
        <a:solidFill>
          <a:schemeClr val="tx1"/>
        </a:solidFill>
        <a:latin typeface="+mn-lt"/>
        <a:ea typeface="+mn-ea"/>
        <a:cs typeface="+mn-cs"/>
      </a:defRPr>
    </a:lvl8pPr>
    <a:lvl9pPr marL="3648201" algn="l" defTabSz="912051"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149062-6141-64A5-525C-9C463F90AF57}" name="Hantao Cui" initials="HC" userId="S::hcui9@ncsu.edu::027cf40d-fd65-491d-b4d8-5a3f5968076f" providerId="AD"/>
  <p188:author id="{0E319CAA-38C1-E47C-E3C6-1385BFF1B2FB}" name="Teng Wang" initials="TW" userId="S::twang48@ncsu.edu::18a8d83a-d360-47a3-91f7-533eefe1d15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EDE"/>
    <a:srgbClr val="FF9900"/>
    <a:srgbClr val="FFD347"/>
    <a:srgbClr val="B9A35D"/>
    <a:srgbClr val="005295"/>
    <a:srgbClr val="0A40EC"/>
    <a:srgbClr val="3333FF"/>
    <a:srgbClr val="0A36AF"/>
    <a:srgbClr val="1436AF"/>
    <a:srgbClr val="1936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79A008-D049-4CBE-BE21-7EE8E8783C19}" v="1793" dt="2026-05-15T00:08:13.3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74" autoAdjust="0"/>
    <p:restoredTop sz="94182" autoAdjust="0"/>
  </p:normalViewPr>
  <p:slideViewPr>
    <p:cSldViewPr>
      <p:cViewPr varScale="1">
        <p:scale>
          <a:sx n="111" d="100"/>
          <a:sy n="111" d="100"/>
        </p:scale>
        <p:origin x="138" y="960"/>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ng Wang" userId="18a8d83a-d360-47a3-91f7-533eefe1d157" providerId="ADAL" clId="{0D6A0893-A4C3-4472-A40B-1F08EA46D4AE}"/>
    <pc:docChg chg="undo redo custSel addSld delSld modSld sldOrd delMainMaster">
      <pc:chgData name="Teng Wang" userId="18a8d83a-d360-47a3-91f7-533eefe1d157" providerId="ADAL" clId="{0D6A0893-A4C3-4472-A40B-1F08EA46D4AE}" dt="2026-05-15T00:09:01.563" v="42341" actId="478"/>
      <pc:docMkLst>
        <pc:docMk/>
      </pc:docMkLst>
      <pc:sldChg chg="modSp add mod ord">
        <pc:chgData name="Teng Wang" userId="18a8d83a-d360-47a3-91f7-533eefe1d157" providerId="ADAL" clId="{0D6A0893-A4C3-4472-A40B-1F08EA46D4AE}" dt="2026-05-13T16:56:27.017" v="33408" actId="404"/>
        <pc:sldMkLst>
          <pc:docMk/>
          <pc:sldMk cId="894406120" sldId="482"/>
        </pc:sldMkLst>
        <pc:spChg chg="mod">
          <ac:chgData name="Teng Wang" userId="18a8d83a-d360-47a3-91f7-533eefe1d157" providerId="ADAL" clId="{0D6A0893-A4C3-4472-A40B-1F08EA46D4AE}" dt="2026-05-13T16:54:36.960" v="33395" actId="14100"/>
          <ac:spMkLst>
            <pc:docMk/>
            <pc:sldMk cId="894406120" sldId="482"/>
            <ac:spMk id="3" creationId="{81B1CE47-B8BF-8A1C-7305-A639D91062EA}"/>
          </ac:spMkLst>
        </pc:spChg>
        <pc:spChg chg="mod">
          <ac:chgData name="Teng Wang" userId="18a8d83a-d360-47a3-91f7-533eefe1d157" providerId="ADAL" clId="{0D6A0893-A4C3-4472-A40B-1F08EA46D4AE}" dt="2026-05-13T16:56:27.017" v="33408" actId="404"/>
          <ac:spMkLst>
            <pc:docMk/>
            <pc:sldMk cId="894406120" sldId="482"/>
            <ac:spMk id="6" creationId="{50F50588-2209-F7ED-03BB-3DE11501D4B4}"/>
          </ac:spMkLst>
        </pc:spChg>
      </pc:sldChg>
      <pc:sldChg chg="modSp mod">
        <pc:chgData name="Teng Wang" userId="18a8d83a-d360-47a3-91f7-533eefe1d157" providerId="ADAL" clId="{0D6A0893-A4C3-4472-A40B-1F08EA46D4AE}" dt="2026-05-13T17:07:38.567" v="33490" actId="20577"/>
        <pc:sldMkLst>
          <pc:docMk/>
          <pc:sldMk cId="290051380" sldId="489"/>
        </pc:sldMkLst>
        <pc:spChg chg="mod">
          <ac:chgData name="Teng Wang" userId="18a8d83a-d360-47a3-91f7-533eefe1d157" providerId="ADAL" clId="{0D6A0893-A4C3-4472-A40B-1F08EA46D4AE}" dt="2026-05-13T17:07:38.567" v="33490" actId="20577"/>
          <ac:spMkLst>
            <pc:docMk/>
            <pc:sldMk cId="290051380" sldId="489"/>
            <ac:spMk id="3" creationId="{F31AA20D-D782-AEAD-8932-CF6D06E46BE3}"/>
          </ac:spMkLst>
        </pc:spChg>
        <pc:spChg chg="mod">
          <ac:chgData name="Teng Wang" userId="18a8d83a-d360-47a3-91f7-533eefe1d157" providerId="ADAL" clId="{0D6A0893-A4C3-4472-A40B-1F08EA46D4AE}" dt="2026-05-13T17:07:25.888" v="33484" actId="404"/>
          <ac:spMkLst>
            <pc:docMk/>
            <pc:sldMk cId="290051380" sldId="489"/>
            <ac:spMk id="6" creationId="{1709521A-537C-CA3C-4635-D76F20792D82}"/>
          </ac:spMkLst>
        </pc:spChg>
      </pc:sldChg>
      <pc:sldChg chg="addSp delSp modSp add mod">
        <pc:chgData name="Teng Wang" userId="18a8d83a-d360-47a3-91f7-533eefe1d157" providerId="ADAL" clId="{0D6A0893-A4C3-4472-A40B-1F08EA46D4AE}" dt="2026-05-14T23:59:23.105" v="42251" actId="20577"/>
        <pc:sldMkLst>
          <pc:docMk/>
          <pc:sldMk cId="3930898152" sldId="508"/>
        </pc:sldMkLst>
        <pc:spChg chg="mod">
          <ac:chgData name="Teng Wang" userId="18a8d83a-d360-47a3-91f7-533eefe1d157" providerId="ADAL" clId="{0D6A0893-A4C3-4472-A40B-1F08EA46D4AE}" dt="2026-05-12T23:20:47.971" v="31605" actId="20577"/>
          <ac:spMkLst>
            <pc:docMk/>
            <pc:sldMk cId="3930898152" sldId="508"/>
            <ac:spMk id="2" creationId="{6881D873-32FB-0159-7C32-5F090211AA5D}"/>
          </ac:spMkLst>
        </pc:spChg>
        <pc:spChg chg="add mod">
          <ac:chgData name="Teng Wang" userId="18a8d83a-d360-47a3-91f7-533eefe1d157" providerId="ADAL" clId="{0D6A0893-A4C3-4472-A40B-1F08EA46D4AE}" dt="2026-05-13T18:20:52.292" v="33842" actId="1076"/>
          <ac:spMkLst>
            <pc:docMk/>
            <pc:sldMk cId="3930898152" sldId="508"/>
            <ac:spMk id="5" creationId="{C39E2022-E0BB-3AD4-008A-2903B7066766}"/>
          </ac:spMkLst>
        </pc:spChg>
        <pc:spChg chg="add mod">
          <ac:chgData name="Teng Wang" userId="18a8d83a-d360-47a3-91f7-533eefe1d157" providerId="ADAL" clId="{0D6A0893-A4C3-4472-A40B-1F08EA46D4AE}" dt="2026-05-13T18:47:46.046" v="34542" actId="14100"/>
          <ac:spMkLst>
            <pc:docMk/>
            <pc:sldMk cId="3930898152" sldId="508"/>
            <ac:spMk id="9" creationId="{D7FD9855-D003-45DC-8465-52E1A3631AB5}"/>
          </ac:spMkLst>
        </pc:spChg>
        <pc:spChg chg="add mod">
          <ac:chgData name="Teng Wang" userId="18a8d83a-d360-47a3-91f7-533eefe1d157" providerId="ADAL" clId="{0D6A0893-A4C3-4472-A40B-1F08EA46D4AE}" dt="2026-05-13T00:17:43.538" v="32613" actId="207"/>
          <ac:spMkLst>
            <pc:docMk/>
            <pc:sldMk cId="3930898152" sldId="508"/>
            <ac:spMk id="11" creationId="{C35C912A-ECD6-9BA1-A768-2437478F01D5}"/>
          </ac:spMkLst>
        </pc:spChg>
        <pc:spChg chg="add mod">
          <ac:chgData name="Teng Wang" userId="18a8d83a-d360-47a3-91f7-533eefe1d157" providerId="ADAL" clId="{0D6A0893-A4C3-4472-A40B-1F08EA46D4AE}" dt="2026-05-13T00:17:49.626" v="32614" actId="207"/>
          <ac:spMkLst>
            <pc:docMk/>
            <pc:sldMk cId="3930898152" sldId="508"/>
            <ac:spMk id="12" creationId="{C02BC1C1-268A-FEE4-1274-F147CEA11BDE}"/>
          </ac:spMkLst>
        </pc:spChg>
        <pc:spChg chg="add mod">
          <ac:chgData name="Teng Wang" userId="18a8d83a-d360-47a3-91f7-533eefe1d157" providerId="ADAL" clId="{0D6A0893-A4C3-4472-A40B-1F08EA46D4AE}" dt="2026-05-13T18:21:12.808" v="33844" actId="20577"/>
          <ac:spMkLst>
            <pc:docMk/>
            <pc:sldMk cId="3930898152" sldId="508"/>
            <ac:spMk id="14" creationId="{6E908B24-7B4A-1D80-4A9B-E1FA723D5B00}"/>
          </ac:spMkLst>
        </pc:spChg>
        <pc:spChg chg="add mod">
          <ac:chgData name="Teng Wang" userId="18a8d83a-d360-47a3-91f7-533eefe1d157" providerId="ADAL" clId="{0D6A0893-A4C3-4472-A40B-1F08EA46D4AE}" dt="2026-05-13T18:14:27.169" v="33687" actId="1076"/>
          <ac:spMkLst>
            <pc:docMk/>
            <pc:sldMk cId="3930898152" sldId="508"/>
            <ac:spMk id="15" creationId="{5412BED5-8CDB-2B84-54C2-BB0B487859A9}"/>
          </ac:spMkLst>
        </pc:spChg>
        <pc:spChg chg="add mod">
          <ac:chgData name="Teng Wang" userId="18a8d83a-d360-47a3-91f7-533eefe1d157" providerId="ADAL" clId="{0D6A0893-A4C3-4472-A40B-1F08EA46D4AE}" dt="2026-05-13T18:13:57.006" v="33679" actId="1076"/>
          <ac:spMkLst>
            <pc:docMk/>
            <pc:sldMk cId="3930898152" sldId="508"/>
            <ac:spMk id="17" creationId="{67D9578F-667E-8BF3-69DA-2123F99734D6}"/>
          </ac:spMkLst>
        </pc:spChg>
        <pc:spChg chg="add mod">
          <ac:chgData name="Teng Wang" userId="18a8d83a-d360-47a3-91f7-533eefe1d157" providerId="ADAL" clId="{0D6A0893-A4C3-4472-A40B-1F08EA46D4AE}" dt="2026-05-13T18:14:41.271" v="33692" actId="1076"/>
          <ac:spMkLst>
            <pc:docMk/>
            <pc:sldMk cId="3930898152" sldId="508"/>
            <ac:spMk id="18" creationId="{B24ECFC5-C4C0-E20F-EC91-86FBE1342304}"/>
          </ac:spMkLst>
        </pc:spChg>
        <pc:spChg chg="add mod">
          <ac:chgData name="Teng Wang" userId="18a8d83a-d360-47a3-91f7-533eefe1d157" providerId="ADAL" clId="{0D6A0893-A4C3-4472-A40B-1F08EA46D4AE}" dt="2026-05-13T18:14:08.248" v="33683" actId="1076"/>
          <ac:spMkLst>
            <pc:docMk/>
            <pc:sldMk cId="3930898152" sldId="508"/>
            <ac:spMk id="19" creationId="{111A9E53-1D1B-0568-2BE1-8200F4A66D0F}"/>
          </ac:spMkLst>
        </pc:spChg>
        <pc:spChg chg="add mod">
          <ac:chgData name="Teng Wang" userId="18a8d83a-d360-47a3-91f7-533eefe1d157" providerId="ADAL" clId="{0D6A0893-A4C3-4472-A40B-1F08EA46D4AE}" dt="2026-05-13T19:04:55.444" v="34874" actId="1076"/>
          <ac:spMkLst>
            <pc:docMk/>
            <pc:sldMk cId="3930898152" sldId="508"/>
            <ac:spMk id="21" creationId="{D8E95C2F-BEE7-E9D4-885F-D2D9DA04239F}"/>
          </ac:spMkLst>
        </pc:spChg>
        <pc:spChg chg="add del mod">
          <ac:chgData name="Teng Wang" userId="18a8d83a-d360-47a3-91f7-533eefe1d157" providerId="ADAL" clId="{0D6A0893-A4C3-4472-A40B-1F08EA46D4AE}" dt="2026-05-14T17:55:17.349" v="39977" actId="1038"/>
          <ac:spMkLst>
            <pc:docMk/>
            <pc:sldMk cId="3930898152" sldId="508"/>
            <ac:spMk id="22" creationId="{071BC0E6-5FB0-55D5-ABC8-279A03C68FA6}"/>
          </ac:spMkLst>
        </pc:spChg>
        <pc:spChg chg="add mod">
          <ac:chgData name="Teng Wang" userId="18a8d83a-d360-47a3-91f7-533eefe1d157" providerId="ADAL" clId="{0D6A0893-A4C3-4472-A40B-1F08EA46D4AE}" dt="2026-05-13T18:28:48.376" v="33871" actId="164"/>
          <ac:spMkLst>
            <pc:docMk/>
            <pc:sldMk cId="3930898152" sldId="508"/>
            <ac:spMk id="28" creationId="{B984398E-2DBF-D6EE-52D7-DFB23C4A72C6}"/>
          </ac:spMkLst>
        </pc:spChg>
        <pc:spChg chg="add mod ord">
          <ac:chgData name="Teng Wang" userId="18a8d83a-d360-47a3-91f7-533eefe1d157" providerId="ADAL" clId="{0D6A0893-A4C3-4472-A40B-1F08EA46D4AE}" dt="2026-05-13T18:28:48.376" v="33871" actId="164"/>
          <ac:spMkLst>
            <pc:docMk/>
            <pc:sldMk cId="3930898152" sldId="508"/>
            <ac:spMk id="29" creationId="{0252FEA6-CD92-70A0-974D-C5A62DE50E6B}"/>
          </ac:spMkLst>
        </pc:spChg>
        <pc:spChg chg="add del mod">
          <ac:chgData name="Teng Wang" userId="18a8d83a-d360-47a3-91f7-533eefe1d157" providerId="ADAL" clId="{0D6A0893-A4C3-4472-A40B-1F08EA46D4AE}" dt="2026-05-14T17:55:17.349" v="39977" actId="1038"/>
          <ac:spMkLst>
            <pc:docMk/>
            <pc:sldMk cId="3930898152" sldId="508"/>
            <ac:spMk id="31" creationId="{0FE69D7A-B096-91A0-CB6F-7F3DAAD3401E}"/>
          </ac:spMkLst>
        </pc:spChg>
        <pc:spChg chg="add del mod">
          <ac:chgData name="Teng Wang" userId="18a8d83a-d360-47a3-91f7-533eefe1d157" providerId="ADAL" clId="{0D6A0893-A4C3-4472-A40B-1F08EA46D4AE}" dt="2026-05-14T17:55:17.349" v="39977" actId="1038"/>
          <ac:spMkLst>
            <pc:docMk/>
            <pc:sldMk cId="3930898152" sldId="508"/>
            <ac:spMk id="34" creationId="{3AA341A7-9202-5651-0920-7B68C2D964DB}"/>
          </ac:spMkLst>
        </pc:spChg>
        <pc:spChg chg="add mod">
          <ac:chgData name="Teng Wang" userId="18a8d83a-d360-47a3-91f7-533eefe1d157" providerId="ADAL" clId="{0D6A0893-A4C3-4472-A40B-1F08EA46D4AE}" dt="2026-05-13T18:29:19.149" v="33895" actId="164"/>
          <ac:spMkLst>
            <pc:docMk/>
            <pc:sldMk cId="3930898152" sldId="508"/>
            <ac:spMk id="39" creationId="{0FF7DE2F-BC06-926E-19E3-A5121F2E283E}"/>
          </ac:spMkLst>
        </pc:spChg>
        <pc:spChg chg="mod">
          <ac:chgData name="Teng Wang" userId="18a8d83a-d360-47a3-91f7-533eefe1d157" providerId="ADAL" clId="{0D6A0893-A4C3-4472-A40B-1F08EA46D4AE}" dt="2026-05-13T18:31:05.643" v="33928" actId="20577"/>
          <ac:spMkLst>
            <pc:docMk/>
            <pc:sldMk cId="3930898152" sldId="508"/>
            <ac:spMk id="45" creationId="{D6A8A0F4-DC95-CE8E-7ABB-2C43EA11164F}"/>
          </ac:spMkLst>
        </pc:spChg>
        <pc:spChg chg="mod">
          <ac:chgData name="Teng Wang" userId="18a8d83a-d360-47a3-91f7-533eefe1d157" providerId="ADAL" clId="{0D6A0893-A4C3-4472-A40B-1F08EA46D4AE}" dt="2026-05-13T18:30:41.182" v="33910"/>
          <ac:spMkLst>
            <pc:docMk/>
            <pc:sldMk cId="3930898152" sldId="508"/>
            <ac:spMk id="46" creationId="{047E1A1B-7117-252A-FFD4-9AAC26E9F18E}"/>
          </ac:spMkLst>
        </pc:spChg>
        <pc:spChg chg="mod">
          <ac:chgData name="Teng Wang" userId="18a8d83a-d360-47a3-91f7-533eefe1d157" providerId="ADAL" clId="{0D6A0893-A4C3-4472-A40B-1F08EA46D4AE}" dt="2026-05-13T18:30:46.866" v="33912" actId="20577"/>
          <ac:spMkLst>
            <pc:docMk/>
            <pc:sldMk cId="3930898152" sldId="508"/>
            <ac:spMk id="47" creationId="{B70B1FD9-01BE-4EBC-9809-CF96D3C7641D}"/>
          </ac:spMkLst>
        </pc:spChg>
        <pc:spChg chg="mod">
          <ac:chgData name="Teng Wang" userId="18a8d83a-d360-47a3-91f7-533eefe1d157" providerId="ADAL" clId="{0D6A0893-A4C3-4472-A40B-1F08EA46D4AE}" dt="2026-05-13T18:32:09.097" v="33956" actId="20577"/>
          <ac:spMkLst>
            <pc:docMk/>
            <pc:sldMk cId="3930898152" sldId="508"/>
            <ac:spMk id="50" creationId="{FE1F2CC3-62B7-F2C6-B57D-655D5FFED1C7}"/>
          </ac:spMkLst>
        </pc:spChg>
        <pc:spChg chg="mod">
          <ac:chgData name="Teng Wang" userId="18a8d83a-d360-47a3-91f7-533eefe1d157" providerId="ADAL" clId="{0D6A0893-A4C3-4472-A40B-1F08EA46D4AE}" dt="2026-05-13T18:31:16.198" v="33931"/>
          <ac:spMkLst>
            <pc:docMk/>
            <pc:sldMk cId="3930898152" sldId="508"/>
            <ac:spMk id="51" creationId="{2EBD2C21-058E-D402-85F9-1E195324B17B}"/>
          </ac:spMkLst>
        </pc:spChg>
        <pc:spChg chg="mod">
          <ac:chgData name="Teng Wang" userId="18a8d83a-d360-47a3-91f7-533eefe1d157" providerId="ADAL" clId="{0D6A0893-A4C3-4472-A40B-1F08EA46D4AE}" dt="2026-05-13T18:31:30.411" v="33937" actId="20577"/>
          <ac:spMkLst>
            <pc:docMk/>
            <pc:sldMk cId="3930898152" sldId="508"/>
            <ac:spMk id="52" creationId="{9C6B6919-A852-5993-EFAA-31749971D429}"/>
          </ac:spMkLst>
        </pc:spChg>
        <pc:spChg chg="mod">
          <ac:chgData name="Teng Wang" userId="18a8d83a-d360-47a3-91f7-533eefe1d157" providerId="ADAL" clId="{0D6A0893-A4C3-4472-A40B-1F08EA46D4AE}" dt="2026-05-13T18:33:01.158" v="33989" actId="20577"/>
          <ac:spMkLst>
            <pc:docMk/>
            <pc:sldMk cId="3930898152" sldId="508"/>
            <ac:spMk id="55" creationId="{2A0847A9-5AC2-CCCE-3692-B1697C421AF4}"/>
          </ac:spMkLst>
        </pc:spChg>
        <pc:spChg chg="mod">
          <ac:chgData name="Teng Wang" userId="18a8d83a-d360-47a3-91f7-533eefe1d157" providerId="ADAL" clId="{0D6A0893-A4C3-4472-A40B-1F08EA46D4AE}" dt="2026-05-13T18:32:39.417" v="33964"/>
          <ac:spMkLst>
            <pc:docMk/>
            <pc:sldMk cId="3930898152" sldId="508"/>
            <ac:spMk id="56" creationId="{60DA617B-6166-2B2B-D16E-89DCE1F2283A}"/>
          </ac:spMkLst>
        </pc:spChg>
        <pc:spChg chg="mod">
          <ac:chgData name="Teng Wang" userId="18a8d83a-d360-47a3-91f7-533eefe1d157" providerId="ADAL" clId="{0D6A0893-A4C3-4472-A40B-1F08EA46D4AE}" dt="2026-05-13T18:32:51.298" v="33966" actId="20577"/>
          <ac:spMkLst>
            <pc:docMk/>
            <pc:sldMk cId="3930898152" sldId="508"/>
            <ac:spMk id="57" creationId="{7AF5317E-EB9E-DC69-7527-A2A87C9D5058}"/>
          </ac:spMkLst>
        </pc:spChg>
        <pc:spChg chg="add mod">
          <ac:chgData name="Teng Wang" userId="18a8d83a-d360-47a3-91f7-533eefe1d157" providerId="ADAL" clId="{0D6A0893-A4C3-4472-A40B-1F08EA46D4AE}" dt="2026-05-14T17:55:17.349" v="39977" actId="1038"/>
          <ac:spMkLst>
            <pc:docMk/>
            <pc:sldMk cId="3930898152" sldId="508"/>
            <ac:spMk id="58" creationId="{B98DEE7D-D822-4487-FB9D-9C977029624E}"/>
          </ac:spMkLst>
        </pc:spChg>
        <pc:spChg chg="add mod">
          <ac:chgData name="Teng Wang" userId="18a8d83a-d360-47a3-91f7-533eefe1d157" providerId="ADAL" clId="{0D6A0893-A4C3-4472-A40B-1F08EA46D4AE}" dt="2026-05-14T17:55:17.349" v="39977" actId="1038"/>
          <ac:spMkLst>
            <pc:docMk/>
            <pc:sldMk cId="3930898152" sldId="508"/>
            <ac:spMk id="59" creationId="{9FAB2812-F3B6-0EA2-3935-EFF57150BE97}"/>
          </ac:spMkLst>
        </pc:spChg>
        <pc:spChg chg="add mod">
          <ac:chgData name="Teng Wang" userId="18a8d83a-d360-47a3-91f7-533eefe1d157" providerId="ADAL" clId="{0D6A0893-A4C3-4472-A40B-1F08EA46D4AE}" dt="2026-05-14T17:55:17.349" v="39977" actId="1038"/>
          <ac:spMkLst>
            <pc:docMk/>
            <pc:sldMk cId="3930898152" sldId="508"/>
            <ac:spMk id="60" creationId="{8ECA6A14-9D78-DF59-FF4B-6C85CD884658}"/>
          </ac:spMkLst>
        </pc:spChg>
        <pc:spChg chg="add mod">
          <ac:chgData name="Teng Wang" userId="18a8d83a-d360-47a3-91f7-533eefe1d157" providerId="ADAL" clId="{0D6A0893-A4C3-4472-A40B-1F08EA46D4AE}" dt="2026-05-14T17:55:17.349" v="39977" actId="1038"/>
          <ac:spMkLst>
            <pc:docMk/>
            <pc:sldMk cId="3930898152" sldId="508"/>
            <ac:spMk id="61" creationId="{4582FC0D-BE2D-1B69-D4E2-23C20738B79E}"/>
          </ac:spMkLst>
        </pc:spChg>
        <pc:spChg chg="mod">
          <ac:chgData name="Teng Wang" userId="18a8d83a-d360-47a3-91f7-533eefe1d157" providerId="ADAL" clId="{0D6A0893-A4C3-4472-A40B-1F08EA46D4AE}" dt="2026-05-14T18:24:03.170" v="40173" actId="20577"/>
          <ac:spMkLst>
            <pc:docMk/>
            <pc:sldMk cId="3930898152" sldId="508"/>
            <ac:spMk id="64" creationId="{D0A92836-91D5-1610-C0E5-D31E34C5D1AC}"/>
          </ac:spMkLst>
        </pc:spChg>
        <pc:spChg chg="mod">
          <ac:chgData name="Teng Wang" userId="18a8d83a-d360-47a3-91f7-533eefe1d157" providerId="ADAL" clId="{0D6A0893-A4C3-4472-A40B-1F08EA46D4AE}" dt="2026-05-13T18:37:38.390" v="34187"/>
          <ac:spMkLst>
            <pc:docMk/>
            <pc:sldMk cId="3930898152" sldId="508"/>
            <ac:spMk id="65" creationId="{5517505A-F86A-4FB5-AB12-F3D102D0F322}"/>
          </ac:spMkLst>
        </pc:spChg>
        <pc:spChg chg="mod">
          <ac:chgData name="Teng Wang" userId="18a8d83a-d360-47a3-91f7-533eefe1d157" providerId="ADAL" clId="{0D6A0893-A4C3-4472-A40B-1F08EA46D4AE}" dt="2026-05-13T18:38:10.361" v="34189" actId="20577"/>
          <ac:spMkLst>
            <pc:docMk/>
            <pc:sldMk cId="3930898152" sldId="508"/>
            <ac:spMk id="66" creationId="{4E149A09-DA80-2D60-FEF1-04B9CADB7685}"/>
          </ac:spMkLst>
        </pc:spChg>
        <pc:spChg chg="add mod">
          <ac:chgData name="Teng Wang" userId="18a8d83a-d360-47a3-91f7-533eefe1d157" providerId="ADAL" clId="{0D6A0893-A4C3-4472-A40B-1F08EA46D4AE}" dt="2026-05-14T17:55:17.349" v="39977" actId="1038"/>
          <ac:spMkLst>
            <pc:docMk/>
            <pc:sldMk cId="3930898152" sldId="508"/>
            <ac:spMk id="69" creationId="{E0419BC0-1467-44E2-9F95-4E3C7A3A2FCF}"/>
          </ac:spMkLst>
        </pc:spChg>
        <pc:spChg chg="add mod">
          <ac:chgData name="Teng Wang" userId="18a8d83a-d360-47a3-91f7-533eefe1d157" providerId="ADAL" clId="{0D6A0893-A4C3-4472-A40B-1F08EA46D4AE}" dt="2026-05-14T17:55:17.349" v="39977" actId="1038"/>
          <ac:spMkLst>
            <pc:docMk/>
            <pc:sldMk cId="3930898152" sldId="508"/>
            <ac:spMk id="71" creationId="{70FBCC74-31EA-8E97-5A72-E7DF8DF481EF}"/>
          </ac:spMkLst>
        </pc:spChg>
        <pc:spChg chg="add mod">
          <ac:chgData name="Teng Wang" userId="18a8d83a-d360-47a3-91f7-533eefe1d157" providerId="ADAL" clId="{0D6A0893-A4C3-4472-A40B-1F08EA46D4AE}" dt="2026-05-14T18:23:47.274" v="40161" actId="1036"/>
          <ac:spMkLst>
            <pc:docMk/>
            <pc:sldMk cId="3930898152" sldId="508"/>
            <ac:spMk id="72" creationId="{C98AF17A-8832-FAF4-324D-C8675A3C8DC2}"/>
          </ac:spMkLst>
        </pc:spChg>
        <pc:spChg chg="add mod">
          <ac:chgData name="Teng Wang" userId="18a8d83a-d360-47a3-91f7-533eefe1d157" providerId="ADAL" clId="{0D6A0893-A4C3-4472-A40B-1F08EA46D4AE}" dt="2026-05-14T17:58:00.701" v="40127" actId="1076"/>
          <ac:spMkLst>
            <pc:docMk/>
            <pc:sldMk cId="3930898152" sldId="508"/>
            <ac:spMk id="73" creationId="{9BC35114-F469-3EF8-F18C-E512C313991E}"/>
          </ac:spMkLst>
        </pc:spChg>
        <pc:spChg chg="add mod">
          <ac:chgData name="Teng Wang" userId="18a8d83a-d360-47a3-91f7-533eefe1d157" providerId="ADAL" clId="{0D6A0893-A4C3-4472-A40B-1F08EA46D4AE}" dt="2026-05-14T17:57:14.819" v="40052" actId="14100"/>
          <ac:spMkLst>
            <pc:docMk/>
            <pc:sldMk cId="3930898152" sldId="508"/>
            <ac:spMk id="74" creationId="{61464E74-1C93-F659-2F0C-B349C878EA6F}"/>
          </ac:spMkLst>
        </pc:spChg>
        <pc:spChg chg="add mod">
          <ac:chgData name="Teng Wang" userId="18a8d83a-d360-47a3-91f7-533eefe1d157" providerId="ADAL" clId="{0D6A0893-A4C3-4472-A40B-1F08EA46D4AE}" dt="2026-05-14T17:58:25.723" v="40136"/>
          <ac:spMkLst>
            <pc:docMk/>
            <pc:sldMk cId="3930898152" sldId="508"/>
            <ac:spMk id="75" creationId="{06A80055-A4D8-9FE7-0A50-AC56B8644184}"/>
          </ac:spMkLst>
        </pc:spChg>
        <pc:grpChg chg="add mod">
          <ac:chgData name="Teng Wang" userId="18a8d83a-d360-47a3-91f7-533eefe1d157" providerId="ADAL" clId="{0D6A0893-A4C3-4472-A40B-1F08EA46D4AE}" dt="2026-05-13T18:18:25.679" v="33708" actId="164"/>
          <ac:grpSpMkLst>
            <pc:docMk/>
            <pc:sldMk cId="3930898152" sldId="508"/>
            <ac:grpSpMk id="3" creationId="{D85231E6-84F9-90D4-4530-555C855DB1C9}"/>
          </ac:grpSpMkLst>
        </pc:grpChg>
        <pc:grpChg chg="add mod">
          <ac:chgData name="Teng Wang" userId="18a8d83a-d360-47a3-91f7-533eefe1d157" providerId="ADAL" clId="{0D6A0893-A4C3-4472-A40B-1F08EA46D4AE}" dt="2026-05-13T18:47:43.370" v="34541" actId="14100"/>
          <ac:grpSpMkLst>
            <pc:docMk/>
            <pc:sldMk cId="3930898152" sldId="508"/>
            <ac:grpSpMk id="10" creationId="{531027D6-6EF8-6143-5873-2AB0F1BC29E1}"/>
          </ac:grpSpMkLst>
        </pc:grpChg>
        <pc:grpChg chg="add mod">
          <ac:chgData name="Teng Wang" userId="18a8d83a-d360-47a3-91f7-533eefe1d157" providerId="ADAL" clId="{0D6A0893-A4C3-4472-A40B-1F08EA46D4AE}" dt="2026-05-13T18:13:13.522" v="33666" actId="164"/>
          <ac:grpSpMkLst>
            <pc:docMk/>
            <pc:sldMk cId="3930898152" sldId="508"/>
            <ac:grpSpMk id="13" creationId="{2EAE9758-B85C-974F-77C9-442EECD2C1DD}"/>
          </ac:grpSpMkLst>
        </pc:grpChg>
        <pc:grpChg chg="add mod">
          <ac:chgData name="Teng Wang" userId="18a8d83a-d360-47a3-91f7-533eefe1d157" providerId="ADAL" clId="{0D6A0893-A4C3-4472-A40B-1F08EA46D4AE}" dt="2026-05-13T18:29:19.149" v="33895" actId="164"/>
          <ac:grpSpMkLst>
            <pc:docMk/>
            <pc:sldMk cId="3930898152" sldId="508"/>
            <ac:grpSpMk id="35" creationId="{51FAE7A3-3D8E-1BB0-E910-4CF22E009C55}"/>
          </ac:grpSpMkLst>
        </pc:grpChg>
        <pc:grpChg chg="add mod">
          <ac:chgData name="Teng Wang" userId="18a8d83a-d360-47a3-91f7-533eefe1d157" providerId="ADAL" clId="{0D6A0893-A4C3-4472-A40B-1F08EA46D4AE}" dt="2026-05-13T18:31:49.321" v="33939" actId="1076"/>
          <ac:grpSpMkLst>
            <pc:docMk/>
            <pc:sldMk cId="3930898152" sldId="508"/>
            <ac:grpSpMk id="40" creationId="{4F7483CE-A4AB-140F-0D15-E3359BCF52F4}"/>
          </ac:grpSpMkLst>
        </pc:grpChg>
        <pc:grpChg chg="add mod">
          <ac:chgData name="Teng Wang" userId="18a8d83a-d360-47a3-91f7-533eefe1d157" providerId="ADAL" clId="{0D6A0893-A4C3-4472-A40B-1F08EA46D4AE}" dt="2026-05-13T18:31:40.231" v="33938" actId="1076"/>
          <ac:grpSpMkLst>
            <pc:docMk/>
            <pc:sldMk cId="3930898152" sldId="508"/>
            <ac:grpSpMk id="43" creationId="{549A1AF2-241B-1AFC-4661-8A1EFF015BEF}"/>
          </ac:grpSpMkLst>
        </pc:grpChg>
        <pc:grpChg chg="mod">
          <ac:chgData name="Teng Wang" userId="18a8d83a-d360-47a3-91f7-533eefe1d157" providerId="ADAL" clId="{0D6A0893-A4C3-4472-A40B-1F08EA46D4AE}" dt="2026-05-13T18:30:41.182" v="33910"/>
          <ac:grpSpMkLst>
            <pc:docMk/>
            <pc:sldMk cId="3930898152" sldId="508"/>
            <ac:grpSpMk id="44" creationId="{29F51301-A4F5-1798-A2BC-12C16001BC20}"/>
          </ac:grpSpMkLst>
        </pc:grpChg>
        <pc:grpChg chg="add mod">
          <ac:chgData name="Teng Wang" userId="18a8d83a-d360-47a3-91f7-533eefe1d157" providerId="ADAL" clId="{0D6A0893-A4C3-4472-A40B-1F08EA46D4AE}" dt="2026-05-13T18:32:02.508" v="33940" actId="1076"/>
          <ac:grpSpMkLst>
            <pc:docMk/>
            <pc:sldMk cId="3930898152" sldId="508"/>
            <ac:grpSpMk id="48" creationId="{FCD152CA-1181-F899-C69A-2B16153BE366}"/>
          </ac:grpSpMkLst>
        </pc:grpChg>
        <pc:grpChg chg="mod">
          <ac:chgData name="Teng Wang" userId="18a8d83a-d360-47a3-91f7-533eefe1d157" providerId="ADAL" clId="{0D6A0893-A4C3-4472-A40B-1F08EA46D4AE}" dt="2026-05-13T18:31:16.198" v="33931"/>
          <ac:grpSpMkLst>
            <pc:docMk/>
            <pc:sldMk cId="3930898152" sldId="508"/>
            <ac:grpSpMk id="49" creationId="{2EB50380-3ED7-D98B-BE74-45BA85C03FFA}"/>
          </ac:grpSpMkLst>
        </pc:grpChg>
        <pc:grpChg chg="add mod">
          <ac:chgData name="Teng Wang" userId="18a8d83a-d360-47a3-91f7-533eefe1d157" providerId="ADAL" clId="{0D6A0893-A4C3-4472-A40B-1F08EA46D4AE}" dt="2026-05-13T18:32:48.326" v="33965" actId="1076"/>
          <ac:grpSpMkLst>
            <pc:docMk/>
            <pc:sldMk cId="3930898152" sldId="508"/>
            <ac:grpSpMk id="53" creationId="{C89F52CC-F011-0BFA-7525-6366BB315D51}"/>
          </ac:grpSpMkLst>
        </pc:grpChg>
        <pc:grpChg chg="mod">
          <ac:chgData name="Teng Wang" userId="18a8d83a-d360-47a3-91f7-533eefe1d157" providerId="ADAL" clId="{0D6A0893-A4C3-4472-A40B-1F08EA46D4AE}" dt="2026-05-13T18:32:39.417" v="33964"/>
          <ac:grpSpMkLst>
            <pc:docMk/>
            <pc:sldMk cId="3930898152" sldId="508"/>
            <ac:grpSpMk id="54" creationId="{8859F1F0-D21A-A420-A9A4-0B4266434E2A}"/>
          </ac:grpSpMkLst>
        </pc:grpChg>
        <pc:grpChg chg="add mod">
          <ac:chgData name="Teng Wang" userId="18a8d83a-d360-47a3-91f7-533eefe1d157" providerId="ADAL" clId="{0D6A0893-A4C3-4472-A40B-1F08EA46D4AE}" dt="2026-05-13T18:38:15.650" v="34190" actId="1076"/>
          <ac:grpSpMkLst>
            <pc:docMk/>
            <pc:sldMk cId="3930898152" sldId="508"/>
            <ac:grpSpMk id="62" creationId="{95E8B71E-D6DA-EE57-158F-12E2CF869AEE}"/>
          </ac:grpSpMkLst>
        </pc:grpChg>
        <pc:grpChg chg="mod">
          <ac:chgData name="Teng Wang" userId="18a8d83a-d360-47a3-91f7-533eefe1d157" providerId="ADAL" clId="{0D6A0893-A4C3-4472-A40B-1F08EA46D4AE}" dt="2026-05-13T18:37:38.390" v="34187"/>
          <ac:grpSpMkLst>
            <pc:docMk/>
            <pc:sldMk cId="3930898152" sldId="508"/>
            <ac:grpSpMk id="63" creationId="{D2F6969D-6EE5-6D0E-2F36-371F36D646DC}"/>
          </ac:grpSpMkLst>
        </pc:grpChg>
        <pc:graphicFrameChg chg="add mod modGraphic">
          <ac:chgData name="Teng Wang" userId="18a8d83a-d360-47a3-91f7-533eefe1d157" providerId="ADAL" clId="{0D6A0893-A4C3-4472-A40B-1F08EA46D4AE}" dt="2026-05-14T23:59:23.105" v="42251" actId="20577"/>
          <ac:graphicFrameMkLst>
            <pc:docMk/>
            <pc:sldMk cId="3930898152" sldId="508"/>
            <ac:graphicFrameMk id="70" creationId="{F5F38B1C-7508-3102-A574-B6A74F0D8E36}"/>
          </ac:graphicFrameMkLst>
        </pc:graphicFrameChg>
        <pc:picChg chg="add mod">
          <ac:chgData name="Teng Wang" userId="18a8d83a-d360-47a3-91f7-533eefe1d157" providerId="ADAL" clId="{0D6A0893-A4C3-4472-A40B-1F08EA46D4AE}" dt="2026-05-14T17:54:48.366" v="39954" actId="1076"/>
          <ac:picMkLst>
            <pc:docMk/>
            <pc:sldMk cId="3930898152" sldId="508"/>
            <ac:picMk id="20" creationId="{302C40B5-194E-19E5-4536-D08FA9F36A5F}"/>
          </ac:picMkLst>
        </pc:picChg>
        <pc:picChg chg="add mod">
          <ac:chgData name="Teng Wang" userId="18a8d83a-d360-47a3-91f7-533eefe1d157" providerId="ADAL" clId="{0D6A0893-A4C3-4472-A40B-1F08EA46D4AE}" dt="2026-05-13T18:29:39.509" v="33901" actId="1076"/>
          <ac:picMkLst>
            <pc:docMk/>
            <pc:sldMk cId="3930898152" sldId="508"/>
            <ac:picMk id="27" creationId="{92B1BDFC-16B1-3F82-9324-E4081662212D}"/>
          </ac:picMkLst>
        </pc:picChg>
        <pc:picChg chg="add mod">
          <ac:chgData name="Teng Wang" userId="18a8d83a-d360-47a3-91f7-533eefe1d157" providerId="ADAL" clId="{0D6A0893-A4C3-4472-A40B-1F08EA46D4AE}" dt="2026-05-14T17:54:52.094" v="39956" actId="1076"/>
          <ac:picMkLst>
            <pc:docMk/>
            <pc:sldMk cId="3930898152" sldId="508"/>
            <ac:picMk id="36" creationId="{F951FAFF-109B-B899-BB1B-5A5E7786A244}"/>
          </ac:picMkLst>
        </pc:picChg>
        <pc:picChg chg="add mod">
          <ac:chgData name="Teng Wang" userId="18a8d83a-d360-47a3-91f7-533eefe1d157" providerId="ADAL" clId="{0D6A0893-A4C3-4472-A40B-1F08EA46D4AE}" dt="2026-05-14T17:54:42.414" v="39952" actId="1076"/>
          <ac:picMkLst>
            <pc:docMk/>
            <pc:sldMk cId="3930898152" sldId="508"/>
            <ac:picMk id="42" creationId="{1B7D342A-F4CB-8C79-443E-DDBDFC6691C4}"/>
          </ac:picMkLst>
        </pc:picChg>
        <pc:picChg chg="add mod">
          <ac:chgData name="Teng Wang" userId="18a8d83a-d360-47a3-91f7-533eefe1d157" providerId="ADAL" clId="{0D6A0893-A4C3-4472-A40B-1F08EA46D4AE}" dt="2026-05-14T17:55:17.349" v="39977" actId="1038"/>
          <ac:picMkLst>
            <pc:docMk/>
            <pc:sldMk cId="3930898152" sldId="508"/>
            <ac:picMk id="68" creationId="{86A48BA9-F023-E337-A86A-255531A6B54E}"/>
          </ac:picMkLst>
        </pc:picChg>
      </pc:sldChg>
      <pc:sldChg chg="addSp delSp modSp add mod ord">
        <pc:chgData name="Teng Wang" userId="18a8d83a-d360-47a3-91f7-533eefe1d157" providerId="ADAL" clId="{0D6A0893-A4C3-4472-A40B-1F08EA46D4AE}" dt="2026-05-15T00:09:01.563" v="42341" actId="478"/>
        <pc:sldMkLst>
          <pc:docMk/>
          <pc:sldMk cId="3334377431" sldId="513"/>
        </pc:sldMkLst>
        <pc:spChg chg="mod">
          <ac:chgData name="Teng Wang" userId="18a8d83a-d360-47a3-91f7-533eefe1d157" providerId="ADAL" clId="{0D6A0893-A4C3-4472-A40B-1F08EA46D4AE}" dt="2026-05-12T18:25:12.697" v="28663" actId="20577"/>
          <ac:spMkLst>
            <pc:docMk/>
            <pc:sldMk cId="3334377431" sldId="513"/>
            <ac:spMk id="2" creationId="{2B64AA01-2AF9-FE44-27E8-46F0BC3A86D6}"/>
          </ac:spMkLst>
        </pc:spChg>
        <pc:spChg chg="add del mod">
          <ac:chgData name="Teng Wang" userId="18a8d83a-d360-47a3-91f7-533eefe1d157" providerId="ADAL" clId="{0D6A0893-A4C3-4472-A40B-1F08EA46D4AE}" dt="2026-05-15T00:09:01.563" v="42341" actId="478"/>
          <ac:spMkLst>
            <pc:docMk/>
            <pc:sldMk cId="3334377431" sldId="513"/>
            <ac:spMk id="5" creationId="{B09BB3EA-B39C-1EDD-D916-EC485173EFB1}"/>
          </ac:spMkLst>
        </pc:spChg>
        <pc:spChg chg="mod">
          <ac:chgData name="Teng Wang" userId="18a8d83a-d360-47a3-91f7-533eefe1d157" providerId="ADAL" clId="{0D6A0893-A4C3-4472-A40B-1F08EA46D4AE}" dt="2026-05-15T00:08:24.953" v="42338" actId="20577"/>
          <ac:spMkLst>
            <pc:docMk/>
            <pc:sldMk cId="3334377431" sldId="513"/>
            <ac:spMk id="8" creationId="{147ECFC9-1823-BE4C-BF42-5FF544FCC358}"/>
          </ac:spMkLst>
        </pc:spChg>
      </pc:sldChg>
      <pc:sldChg chg="addSp delSp modSp add mod">
        <pc:chgData name="Teng Wang" userId="18a8d83a-d360-47a3-91f7-533eefe1d157" providerId="ADAL" clId="{0D6A0893-A4C3-4472-A40B-1F08EA46D4AE}" dt="2026-05-14T01:06:37.677" v="37488" actId="167"/>
        <pc:sldMkLst>
          <pc:docMk/>
          <pc:sldMk cId="3689429320" sldId="516"/>
        </pc:sldMkLst>
        <pc:spChg chg="mod">
          <ac:chgData name="Teng Wang" userId="18a8d83a-d360-47a3-91f7-533eefe1d157" providerId="ADAL" clId="{0D6A0893-A4C3-4472-A40B-1F08EA46D4AE}" dt="2026-05-12T22:53:40.151" v="31525" actId="20577"/>
          <ac:spMkLst>
            <pc:docMk/>
            <pc:sldMk cId="3689429320" sldId="516"/>
            <ac:spMk id="2" creationId="{B76726BE-8F67-879D-8E61-DCDBCB07A442}"/>
          </ac:spMkLst>
        </pc:spChg>
        <pc:spChg chg="add mod">
          <ac:chgData name="Teng Wang" userId="18a8d83a-d360-47a3-91f7-533eefe1d157" providerId="ADAL" clId="{0D6A0893-A4C3-4472-A40B-1F08EA46D4AE}" dt="2026-05-12T22:44:55.676" v="31204" actId="164"/>
          <ac:spMkLst>
            <pc:docMk/>
            <pc:sldMk cId="3689429320" sldId="516"/>
            <ac:spMk id="15" creationId="{A2E022F3-20C8-CC97-00A5-6011B5A5F87D}"/>
          </ac:spMkLst>
        </pc:spChg>
        <pc:spChg chg="add mod">
          <ac:chgData name="Teng Wang" userId="18a8d83a-d360-47a3-91f7-533eefe1d157" providerId="ADAL" clId="{0D6A0893-A4C3-4472-A40B-1F08EA46D4AE}" dt="2026-05-12T22:39:48.229" v="31131" actId="164"/>
          <ac:spMkLst>
            <pc:docMk/>
            <pc:sldMk cId="3689429320" sldId="516"/>
            <ac:spMk id="16" creationId="{C53245CD-418C-11D3-2841-6091A256F732}"/>
          </ac:spMkLst>
        </pc:spChg>
        <pc:spChg chg="add mod ord">
          <ac:chgData name="Teng Wang" userId="18a8d83a-d360-47a3-91f7-533eefe1d157" providerId="ADAL" clId="{0D6A0893-A4C3-4472-A40B-1F08EA46D4AE}" dt="2026-05-12T22:44:55.676" v="31204" actId="164"/>
          <ac:spMkLst>
            <pc:docMk/>
            <pc:sldMk cId="3689429320" sldId="516"/>
            <ac:spMk id="17" creationId="{AE0190DB-3E53-06DB-465F-37AD3BA4DF82}"/>
          </ac:spMkLst>
        </pc:spChg>
        <pc:spChg chg="add mod">
          <ac:chgData name="Teng Wang" userId="18a8d83a-d360-47a3-91f7-533eefe1d157" providerId="ADAL" clId="{0D6A0893-A4C3-4472-A40B-1F08EA46D4AE}" dt="2026-05-12T22:40:57.037" v="31182" actId="14100"/>
          <ac:spMkLst>
            <pc:docMk/>
            <pc:sldMk cId="3689429320" sldId="516"/>
            <ac:spMk id="27" creationId="{58D2B295-798B-6CC1-B95B-82461DA3069F}"/>
          </ac:spMkLst>
        </pc:spChg>
        <pc:spChg chg="add mod">
          <ac:chgData name="Teng Wang" userId="18a8d83a-d360-47a3-91f7-533eefe1d157" providerId="ADAL" clId="{0D6A0893-A4C3-4472-A40B-1F08EA46D4AE}" dt="2026-05-12T22:44:55.676" v="31204" actId="164"/>
          <ac:spMkLst>
            <pc:docMk/>
            <pc:sldMk cId="3689429320" sldId="516"/>
            <ac:spMk id="28" creationId="{3B8DAACB-D240-673F-2F32-9EB8ED6835DA}"/>
          </ac:spMkLst>
        </pc:spChg>
        <pc:spChg chg="add mod">
          <ac:chgData name="Teng Wang" userId="18a8d83a-d360-47a3-91f7-533eefe1d157" providerId="ADAL" clId="{0D6A0893-A4C3-4472-A40B-1F08EA46D4AE}" dt="2026-05-12T22:44:55.676" v="31204" actId="164"/>
          <ac:spMkLst>
            <pc:docMk/>
            <pc:sldMk cId="3689429320" sldId="516"/>
            <ac:spMk id="29" creationId="{99C98C89-F634-7CC3-54AF-B52057AE107F}"/>
          </ac:spMkLst>
        </pc:spChg>
        <pc:spChg chg="add mod">
          <ac:chgData name="Teng Wang" userId="18a8d83a-d360-47a3-91f7-533eefe1d157" providerId="ADAL" clId="{0D6A0893-A4C3-4472-A40B-1F08EA46D4AE}" dt="2026-05-12T22:39:48.229" v="31131" actId="164"/>
          <ac:spMkLst>
            <pc:docMk/>
            <pc:sldMk cId="3689429320" sldId="516"/>
            <ac:spMk id="30" creationId="{B57BA208-1761-D6B5-7734-6D2E54FEE6F7}"/>
          </ac:spMkLst>
        </pc:spChg>
        <pc:spChg chg="add mod">
          <ac:chgData name="Teng Wang" userId="18a8d83a-d360-47a3-91f7-533eefe1d157" providerId="ADAL" clId="{0D6A0893-A4C3-4472-A40B-1F08EA46D4AE}" dt="2026-05-12T22:40:01.217" v="31139" actId="164"/>
          <ac:spMkLst>
            <pc:docMk/>
            <pc:sldMk cId="3689429320" sldId="516"/>
            <ac:spMk id="31" creationId="{9BD35282-5E2C-FC32-266E-BE07F2A8C598}"/>
          </ac:spMkLst>
        </pc:spChg>
        <pc:spChg chg="add mod">
          <ac:chgData name="Teng Wang" userId="18a8d83a-d360-47a3-91f7-533eefe1d157" providerId="ADAL" clId="{0D6A0893-A4C3-4472-A40B-1F08EA46D4AE}" dt="2026-05-12T22:41:20.162" v="31188" actId="14100"/>
          <ac:spMkLst>
            <pc:docMk/>
            <pc:sldMk cId="3689429320" sldId="516"/>
            <ac:spMk id="33" creationId="{1E7D80E0-29D7-C5AD-5FEF-2D1748BF5084}"/>
          </ac:spMkLst>
        </pc:spChg>
        <pc:spChg chg="add mod">
          <ac:chgData name="Teng Wang" userId="18a8d83a-d360-47a3-91f7-533eefe1d157" providerId="ADAL" clId="{0D6A0893-A4C3-4472-A40B-1F08EA46D4AE}" dt="2026-05-12T22:44:55.676" v="31204" actId="164"/>
          <ac:spMkLst>
            <pc:docMk/>
            <pc:sldMk cId="3689429320" sldId="516"/>
            <ac:spMk id="48" creationId="{0CA51B3B-4F1D-8292-B456-322B5F909033}"/>
          </ac:spMkLst>
        </pc:spChg>
        <pc:spChg chg="add mod">
          <ac:chgData name="Teng Wang" userId="18a8d83a-d360-47a3-91f7-533eefe1d157" providerId="ADAL" clId="{0D6A0893-A4C3-4472-A40B-1F08EA46D4AE}" dt="2026-05-12T22:44:55.676" v="31204" actId="164"/>
          <ac:spMkLst>
            <pc:docMk/>
            <pc:sldMk cId="3689429320" sldId="516"/>
            <ac:spMk id="51" creationId="{7CE44B53-154E-4366-AE60-70A9A9AC86DA}"/>
          </ac:spMkLst>
        </pc:spChg>
        <pc:spChg chg="mod topLvl">
          <ac:chgData name="Teng Wang" userId="18a8d83a-d360-47a3-91f7-533eefe1d157" providerId="ADAL" clId="{0D6A0893-A4C3-4472-A40B-1F08EA46D4AE}" dt="2026-05-12T22:50:52.378" v="31374" actId="165"/>
          <ac:spMkLst>
            <pc:docMk/>
            <pc:sldMk cId="3689429320" sldId="516"/>
            <ac:spMk id="57" creationId="{963F39B5-DA1F-B972-3592-08A8EFA6929F}"/>
          </ac:spMkLst>
        </pc:spChg>
        <pc:spChg chg="mod topLvl">
          <ac:chgData name="Teng Wang" userId="18a8d83a-d360-47a3-91f7-533eefe1d157" providerId="ADAL" clId="{0D6A0893-A4C3-4472-A40B-1F08EA46D4AE}" dt="2026-05-12T22:50:55.942" v="31375" actId="14100"/>
          <ac:spMkLst>
            <pc:docMk/>
            <pc:sldMk cId="3689429320" sldId="516"/>
            <ac:spMk id="58" creationId="{E0E989CD-F354-1ADF-9AAB-FB4F153899D0}"/>
          </ac:spMkLst>
        </pc:spChg>
        <pc:spChg chg="mod topLvl">
          <ac:chgData name="Teng Wang" userId="18a8d83a-d360-47a3-91f7-533eefe1d157" providerId="ADAL" clId="{0D6A0893-A4C3-4472-A40B-1F08EA46D4AE}" dt="2026-05-12T22:51:51.860" v="31400" actId="20577"/>
          <ac:spMkLst>
            <pc:docMk/>
            <pc:sldMk cId="3689429320" sldId="516"/>
            <ac:spMk id="59" creationId="{E1900B5F-15F2-77F8-EB80-8C69B0053E0A}"/>
          </ac:spMkLst>
        </pc:spChg>
        <pc:spChg chg="mod topLvl">
          <ac:chgData name="Teng Wang" userId="18a8d83a-d360-47a3-91f7-533eefe1d157" providerId="ADAL" clId="{0D6A0893-A4C3-4472-A40B-1F08EA46D4AE}" dt="2026-05-12T22:52:50.778" v="31477" actId="20577"/>
          <ac:spMkLst>
            <pc:docMk/>
            <pc:sldMk cId="3689429320" sldId="516"/>
            <ac:spMk id="63" creationId="{D4D1570C-C67E-EF64-A5C2-590FA23B7ED5}"/>
          </ac:spMkLst>
        </pc:spChg>
        <pc:spChg chg="mod topLvl">
          <ac:chgData name="Teng Wang" userId="18a8d83a-d360-47a3-91f7-533eefe1d157" providerId="ADAL" clId="{0D6A0893-A4C3-4472-A40B-1F08EA46D4AE}" dt="2026-05-14T01:05:59.182" v="37479" actId="14100"/>
          <ac:spMkLst>
            <pc:docMk/>
            <pc:sldMk cId="3689429320" sldId="516"/>
            <ac:spMk id="2048" creationId="{C49AEB94-4A28-EAD1-29A7-4C8B896CF7F6}"/>
          </ac:spMkLst>
        </pc:spChg>
        <pc:spChg chg="mod ord">
          <ac:chgData name="Teng Wang" userId="18a8d83a-d360-47a3-91f7-533eefe1d157" providerId="ADAL" clId="{0D6A0893-A4C3-4472-A40B-1F08EA46D4AE}" dt="2026-05-14T01:06:22.800" v="37484" actId="166"/>
          <ac:spMkLst>
            <pc:docMk/>
            <pc:sldMk cId="3689429320" sldId="516"/>
            <ac:spMk id="2057" creationId="{AB2F928C-4DB3-2FBE-7425-8AFADE61B6CF}"/>
          </ac:spMkLst>
        </pc:spChg>
        <pc:spChg chg="mod ord">
          <ac:chgData name="Teng Wang" userId="18a8d83a-d360-47a3-91f7-533eefe1d157" providerId="ADAL" clId="{0D6A0893-A4C3-4472-A40B-1F08EA46D4AE}" dt="2026-05-14T01:06:34.236" v="37487" actId="166"/>
          <ac:spMkLst>
            <pc:docMk/>
            <pc:sldMk cId="3689429320" sldId="516"/>
            <ac:spMk id="2064" creationId="{9382613F-E1A3-62B2-34E8-778D9D56B705}"/>
          </ac:spMkLst>
        </pc:spChg>
        <pc:spChg chg="add mod">
          <ac:chgData name="Teng Wang" userId="18a8d83a-d360-47a3-91f7-533eefe1d157" providerId="ADAL" clId="{0D6A0893-A4C3-4472-A40B-1F08EA46D4AE}" dt="2026-05-12T22:51:41.334" v="31381" actId="1076"/>
          <ac:spMkLst>
            <pc:docMk/>
            <pc:sldMk cId="3689429320" sldId="516"/>
            <ac:spMk id="2065" creationId="{47D7C314-E30C-AA37-C0E2-A976F3EC5EA7}"/>
          </ac:spMkLst>
        </pc:spChg>
        <pc:spChg chg="add mod">
          <ac:chgData name="Teng Wang" userId="18a8d83a-d360-47a3-91f7-533eefe1d157" providerId="ADAL" clId="{0D6A0893-A4C3-4472-A40B-1F08EA46D4AE}" dt="2026-05-12T22:52:11.728" v="31405" actId="207"/>
          <ac:spMkLst>
            <pc:docMk/>
            <pc:sldMk cId="3689429320" sldId="516"/>
            <ac:spMk id="2066" creationId="{B158DFC9-9F8A-FBE6-D6C2-1C896716868A}"/>
          </ac:spMkLst>
        </pc:spChg>
        <pc:grpChg chg="add mod">
          <ac:chgData name="Teng Wang" userId="18a8d83a-d360-47a3-91f7-533eefe1d157" providerId="ADAL" clId="{0D6A0893-A4C3-4472-A40B-1F08EA46D4AE}" dt="2026-05-12T22:41:17.921" v="31187" actId="1076"/>
          <ac:grpSpMkLst>
            <pc:docMk/>
            <pc:sldMk cId="3689429320" sldId="516"/>
            <ac:grpSpMk id="46" creationId="{844434DE-81B2-893B-2351-BA5820762399}"/>
          </ac:grpSpMkLst>
        </pc:grpChg>
        <pc:grpChg chg="add mod">
          <ac:chgData name="Teng Wang" userId="18a8d83a-d360-47a3-91f7-533eefe1d157" providerId="ADAL" clId="{0D6A0893-A4C3-4472-A40B-1F08EA46D4AE}" dt="2026-05-12T22:40:03.613" v="31140" actId="1076"/>
          <ac:grpSpMkLst>
            <pc:docMk/>
            <pc:sldMk cId="3689429320" sldId="516"/>
            <ac:grpSpMk id="47" creationId="{0BE5D2E4-FE59-A337-80DC-3E1B17CE56A8}"/>
          </ac:grpSpMkLst>
        </pc:grpChg>
        <pc:grpChg chg="add mod">
          <ac:chgData name="Teng Wang" userId="18a8d83a-d360-47a3-91f7-533eefe1d157" providerId="ADAL" clId="{0D6A0893-A4C3-4472-A40B-1F08EA46D4AE}" dt="2026-05-12T22:50:42.616" v="31369" actId="1037"/>
          <ac:grpSpMkLst>
            <pc:docMk/>
            <pc:sldMk cId="3689429320" sldId="516"/>
            <ac:grpSpMk id="55" creationId="{861B743D-1410-CDD4-F1B5-98C792566C8A}"/>
          </ac:grpSpMkLst>
        </pc:grpChg>
        <pc:grpChg chg="add del mod">
          <ac:chgData name="Teng Wang" userId="18a8d83a-d360-47a3-91f7-533eefe1d157" providerId="ADAL" clId="{0D6A0893-A4C3-4472-A40B-1F08EA46D4AE}" dt="2026-05-13T16:43:23.217" v="33286" actId="14100"/>
          <ac:grpSpMkLst>
            <pc:docMk/>
            <pc:sldMk cId="3689429320" sldId="516"/>
            <ac:grpSpMk id="60" creationId="{8DA7128E-9650-8421-5AE8-2BB9EDFCD148}"/>
          </ac:grpSpMkLst>
        </pc:grpChg>
        <pc:grpChg chg="ord">
          <ac:chgData name="Teng Wang" userId="18a8d83a-d360-47a3-91f7-533eefe1d157" providerId="ADAL" clId="{0D6A0893-A4C3-4472-A40B-1F08EA46D4AE}" dt="2026-05-14T01:06:37.677" v="37488" actId="167"/>
          <ac:grpSpMkLst>
            <pc:docMk/>
            <pc:sldMk cId="3689429320" sldId="516"/>
            <ac:grpSpMk id="61" creationId="{33A145FB-6EEF-FC60-05C1-462A287B9646}"/>
          </ac:grpSpMkLst>
        </pc:grpChg>
        <pc:picChg chg="add mod topLvl">
          <ac:chgData name="Teng Wang" userId="18a8d83a-d360-47a3-91f7-533eefe1d157" providerId="ADAL" clId="{0D6A0893-A4C3-4472-A40B-1F08EA46D4AE}" dt="2026-05-12T22:39:48.229" v="31131" actId="164"/>
          <ac:picMkLst>
            <pc:docMk/>
            <pc:sldMk cId="3689429320" sldId="516"/>
            <ac:picMk id="8" creationId="{284F7DE4-ADAE-D687-BF70-7032F181F233}"/>
          </ac:picMkLst>
        </pc:picChg>
        <pc:picChg chg="add mod">
          <ac:chgData name="Teng Wang" userId="18a8d83a-d360-47a3-91f7-533eefe1d157" providerId="ADAL" clId="{0D6A0893-A4C3-4472-A40B-1F08EA46D4AE}" dt="2026-05-12T22:40:51.097" v="31180" actId="1076"/>
          <ac:picMkLst>
            <pc:docMk/>
            <pc:sldMk cId="3689429320" sldId="516"/>
            <ac:picMk id="19" creationId="{8E433359-F897-C86E-183D-55A9FBB0047F}"/>
          </ac:picMkLst>
        </pc:picChg>
        <pc:picChg chg="add mod ord">
          <ac:chgData name="Teng Wang" userId="18a8d83a-d360-47a3-91f7-533eefe1d157" providerId="ADAL" clId="{0D6A0893-A4C3-4472-A40B-1F08EA46D4AE}" dt="2026-05-12T22:39:48.229" v="31131" actId="164"/>
          <ac:picMkLst>
            <pc:docMk/>
            <pc:sldMk cId="3689429320" sldId="516"/>
            <ac:picMk id="32" creationId="{E59AEB7E-D624-3636-A661-4C260A1A81A3}"/>
          </ac:picMkLst>
        </pc:picChg>
        <pc:picChg chg="add mod">
          <ac:chgData name="Teng Wang" userId="18a8d83a-d360-47a3-91f7-533eefe1d157" providerId="ADAL" clId="{0D6A0893-A4C3-4472-A40B-1F08EA46D4AE}" dt="2026-05-12T22:39:48.229" v="31131" actId="164"/>
          <ac:picMkLst>
            <pc:docMk/>
            <pc:sldMk cId="3689429320" sldId="516"/>
            <ac:picMk id="41" creationId="{434616F4-EEF6-3DF4-EA23-D673FAA1C78B}"/>
          </ac:picMkLst>
        </pc:picChg>
        <pc:picChg chg="add mod">
          <ac:chgData name="Teng Wang" userId="18a8d83a-d360-47a3-91f7-533eefe1d157" providerId="ADAL" clId="{0D6A0893-A4C3-4472-A40B-1F08EA46D4AE}" dt="2026-05-12T22:39:48.229" v="31131" actId="164"/>
          <ac:picMkLst>
            <pc:docMk/>
            <pc:sldMk cId="3689429320" sldId="516"/>
            <ac:picMk id="42" creationId="{C258CD0D-DD79-C346-6773-A87A21F2F02C}"/>
          </ac:picMkLst>
        </pc:picChg>
        <pc:picChg chg="add mod">
          <ac:chgData name="Teng Wang" userId="18a8d83a-d360-47a3-91f7-533eefe1d157" providerId="ADAL" clId="{0D6A0893-A4C3-4472-A40B-1F08EA46D4AE}" dt="2026-05-12T22:39:48.229" v="31131" actId="164"/>
          <ac:picMkLst>
            <pc:docMk/>
            <pc:sldMk cId="3689429320" sldId="516"/>
            <ac:picMk id="43" creationId="{8B6567CF-C750-5A30-21D5-0EDBBD4C994B}"/>
          </ac:picMkLst>
        </pc:picChg>
        <pc:picChg chg="add mod">
          <ac:chgData name="Teng Wang" userId="18a8d83a-d360-47a3-91f7-533eefe1d157" providerId="ADAL" clId="{0D6A0893-A4C3-4472-A40B-1F08EA46D4AE}" dt="2026-05-12T22:39:48.229" v="31131" actId="164"/>
          <ac:picMkLst>
            <pc:docMk/>
            <pc:sldMk cId="3689429320" sldId="516"/>
            <ac:picMk id="44" creationId="{60086A20-E152-D900-74AE-2BD2275D7587}"/>
          </ac:picMkLst>
        </pc:picChg>
        <pc:picChg chg="add mod">
          <ac:chgData name="Teng Wang" userId="18a8d83a-d360-47a3-91f7-533eefe1d157" providerId="ADAL" clId="{0D6A0893-A4C3-4472-A40B-1F08EA46D4AE}" dt="2026-05-12T22:44:55.676" v="31204" actId="164"/>
          <ac:picMkLst>
            <pc:docMk/>
            <pc:sldMk cId="3689429320" sldId="516"/>
            <ac:picMk id="52" creationId="{68C60CB0-BF3D-EC6C-0338-9181FCF3C146}"/>
          </ac:picMkLst>
        </pc:picChg>
        <pc:picChg chg="add mod">
          <ac:chgData name="Teng Wang" userId="18a8d83a-d360-47a3-91f7-533eefe1d157" providerId="ADAL" clId="{0D6A0893-A4C3-4472-A40B-1F08EA46D4AE}" dt="2026-05-12T22:44:55.676" v="31204" actId="164"/>
          <ac:picMkLst>
            <pc:docMk/>
            <pc:sldMk cId="3689429320" sldId="516"/>
            <ac:picMk id="53" creationId="{FCAD2C6B-DD89-9C71-B0A9-D78092364D7B}"/>
          </ac:picMkLst>
        </pc:picChg>
        <pc:picChg chg="add mod">
          <ac:chgData name="Teng Wang" userId="18a8d83a-d360-47a3-91f7-533eefe1d157" providerId="ADAL" clId="{0D6A0893-A4C3-4472-A40B-1F08EA46D4AE}" dt="2026-05-12T22:44:55.676" v="31204" actId="164"/>
          <ac:picMkLst>
            <pc:docMk/>
            <pc:sldMk cId="3689429320" sldId="516"/>
            <ac:picMk id="54" creationId="{E4F01D47-E8A6-F7A3-54E2-3F20378B6694}"/>
          </ac:picMkLst>
        </pc:picChg>
        <pc:picChg chg="mod">
          <ac:chgData name="Teng Wang" userId="18a8d83a-d360-47a3-91f7-533eefe1d157" providerId="ADAL" clId="{0D6A0893-A4C3-4472-A40B-1F08EA46D4AE}" dt="2026-05-12T22:50:18.369" v="31361" actId="1036"/>
          <ac:picMkLst>
            <pc:docMk/>
            <pc:sldMk cId="3689429320" sldId="516"/>
            <ac:picMk id="2049" creationId="{6E45B6A7-6EA2-B894-845F-533A11FF5672}"/>
          </ac:picMkLst>
        </pc:picChg>
        <pc:picChg chg="mod">
          <ac:chgData name="Teng Wang" userId="18a8d83a-d360-47a3-91f7-533eefe1d157" providerId="ADAL" clId="{0D6A0893-A4C3-4472-A40B-1F08EA46D4AE}" dt="2026-05-12T22:50:22.861" v="31362" actId="1076"/>
          <ac:picMkLst>
            <pc:docMk/>
            <pc:sldMk cId="3689429320" sldId="516"/>
            <ac:picMk id="2051" creationId="{CE06845E-415D-E9C4-203F-B760C5C9D143}"/>
          </ac:picMkLst>
        </pc:picChg>
        <pc:picChg chg="mod">
          <ac:chgData name="Teng Wang" userId="18a8d83a-d360-47a3-91f7-533eefe1d157" providerId="ADAL" clId="{0D6A0893-A4C3-4472-A40B-1F08EA46D4AE}" dt="2026-05-12T22:50:18.369" v="31361" actId="1036"/>
          <ac:picMkLst>
            <pc:docMk/>
            <pc:sldMk cId="3689429320" sldId="516"/>
            <ac:picMk id="2052" creationId="{F711EEB3-9AD6-1207-7618-7AEA32991DA6}"/>
          </ac:picMkLst>
        </pc:picChg>
        <pc:picChg chg="mod">
          <ac:chgData name="Teng Wang" userId="18a8d83a-d360-47a3-91f7-533eefe1d157" providerId="ADAL" clId="{0D6A0893-A4C3-4472-A40B-1F08EA46D4AE}" dt="2026-05-12T22:50:00.716" v="31247" actId="1037"/>
          <ac:picMkLst>
            <pc:docMk/>
            <pc:sldMk cId="3689429320" sldId="516"/>
            <ac:picMk id="2053" creationId="{F5411361-FD59-677A-D304-0EC8B4609200}"/>
          </ac:picMkLst>
        </pc:picChg>
        <pc:picChg chg="mod">
          <ac:chgData name="Teng Wang" userId="18a8d83a-d360-47a3-91f7-533eefe1d157" providerId="ADAL" clId="{0D6A0893-A4C3-4472-A40B-1F08EA46D4AE}" dt="2026-05-12T22:50:00.716" v="31247" actId="1037"/>
          <ac:picMkLst>
            <pc:docMk/>
            <pc:sldMk cId="3689429320" sldId="516"/>
            <ac:picMk id="2058" creationId="{5A4B4F4C-8E76-60F7-0A56-34F6726BF7DB}"/>
          </ac:picMkLst>
        </pc:picChg>
        <pc:picChg chg="mod">
          <ac:chgData name="Teng Wang" userId="18a8d83a-d360-47a3-91f7-533eefe1d157" providerId="ADAL" clId="{0D6A0893-A4C3-4472-A40B-1F08EA46D4AE}" dt="2026-05-12T22:50:00.716" v="31247" actId="1037"/>
          <ac:picMkLst>
            <pc:docMk/>
            <pc:sldMk cId="3689429320" sldId="516"/>
            <ac:picMk id="2059" creationId="{D11FFC51-E513-895F-976C-BE2C810F58E8}"/>
          </ac:picMkLst>
        </pc:picChg>
        <pc:picChg chg="mod">
          <ac:chgData name="Teng Wang" userId="18a8d83a-d360-47a3-91f7-533eefe1d157" providerId="ADAL" clId="{0D6A0893-A4C3-4472-A40B-1F08EA46D4AE}" dt="2026-05-12T22:50:52.378" v="31374" actId="165"/>
          <ac:picMkLst>
            <pc:docMk/>
            <pc:sldMk cId="3689429320" sldId="516"/>
            <ac:picMk id="2060" creationId="{6DBB65FC-A3AD-99E5-DD5F-E9B094F0C6AB}"/>
          </ac:picMkLst>
        </pc:picChg>
        <pc:picChg chg="mod">
          <ac:chgData name="Teng Wang" userId="18a8d83a-d360-47a3-91f7-533eefe1d157" providerId="ADAL" clId="{0D6A0893-A4C3-4472-A40B-1F08EA46D4AE}" dt="2026-05-12T22:50:00.716" v="31247" actId="1037"/>
          <ac:picMkLst>
            <pc:docMk/>
            <pc:sldMk cId="3689429320" sldId="516"/>
            <ac:picMk id="2061" creationId="{519FB51B-CDD8-2C76-FFE0-5D51784B4A7D}"/>
          </ac:picMkLst>
        </pc:picChg>
      </pc:sldChg>
      <pc:sldChg chg="addSp delSp modSp add mod">
        <pc:chgData name="Teng Wang" userId="18a8d83a-d360-47a3-91f7-533eefe1d157" providerId="ADAL" clId="{0D6A0893-A4C3-4472-A40B-1F08EA46D4AE}" dt="2026-05-14T16:25:06.908" v="39406" actId="1038"/>
        <pc:sldMkLst>
          <pc:docMk/>
          <pc:sldMk cId="2600947204" sldId="517"/>
        </pc:sldMkLst>
        <pc:spChg chg="mod">
          <ac:chgData name="Teng Wang" userId="18a8d83a-d360-47a3-91f7-533eefe1d157" providerId="ADAL" clId="{0D6A0893-A4C3-4472-A40B-1F08EA46D4AE}" dt="2026-05-12T18:20:47.229" v="28522" actId="20577"/>
          <ac:spMkLst>
            <pc:docMk/>
            <pc:sldMk cId="2600947204" sldId="517"/>
            <ac:spMk id="2" creationId="{124D2522-29DD-C77A-5254-A804B6A75969}"/>
          </ac:spMkLst>
        </pc:spChg>
        <pc:graphicFrameChg chg="add mod modGraphic">
          <ac:chgData name="Teng Wang" userId="18a8d83a-d360-47a3-91f7-533eefe1d157" providerId="ADAL" clId="{0D6A0893-A4C3-4472-A40B-1F08EA46D4AE}" dt="2026-05-14T16:25:06.908" v="39406" actId="1038"/>
          <ac:graphicFrameMkLst>
            <pc:docMk/>
            <pc:sldMk cId="2600947204" sldId="517"/>
            <ac:graphicFrameMk id="3" creationId="{29D479C6-30D1-14F2-0787-0A4464BC9E50}"/>
          </ac:graphicFrameMkLst>
        </pc:graphicFrameChg>
      </pc:sldChg>
      <pc:sldChg chg="addSp delSp modSp add mod ord modCm">
        <pc:chgData name="Teng Wang" userId="18a8d83a-d360-47a3-91f7-533eefe1d157" providerId="ADAL" clId="{0D6A0893-A4C3-4472-A40B-1F08EA46D4AE}" dt="2026-05-14T23:43:48.977" v="41783" actId="20577"/>
        <pc:sldMkLst>
          <pc:docMk/>
          <pc:sldMk cId="2045193751" sldId="519"/>
        </pc:sldMkLst>
        <pc:spChg chg="mod">
          <ac:chgData name="Teng Wang" userId="18a8d83a-d360-47a3-91f7-533eefe1d157" providerId="ADAL" clId="{0D6A0893-A4C3-4472-A40B-1F08EA46D4AE}" dt="2026-05-12T20:51:19.650" v="29993" actId="20577"/>
          <ac:spMkLst>
            <pc:docMk/>
            <pc:sldMk cId="2045193751" sldId="519"/>
            <ac:spMk id="2" creationId="{3C8D6273-7580-0314-2A43-35A2A5995DF8}"/>
          </ac:spMkLst>
        </pc:spChg>
        <pc:spChg chg="add mod">
          <ac:chgData name="Teng Wang" userId="18a8d83a-d360-47a3-91f7-533eefe1d157" providerId="ADAL" clId="{0D6A0893-A4C3-4472-A40B-1F08EA46D4AE}" dt="2026-05-12T21:01:49.368" v="30180" actId="20577"/>
          <ac:spMkLst>
            <pc:docMk/>
            <pc:sldMk cId="2045193751" sldId="519"/>
            <ac:spMk id="16" creationId="{D556763B-22CC-02F2-7D30-21C1F04CCEC8}"/>
          </ac:spMkLst>
        </pc:spChg>
        <pc:graphicFrameChg chg="add mod modGraphic">
          <ac:chgData name="Teng Wang" userId="18a8d83a-d360-47a3-91f7-533eefe1d157" providerId="ADAL" clId="{0D6A0893-A4C3-4472-A40B-1F08EA46D4AE}" dt="2026-05-14T23:43:48.977" v="41783" actId="20577"/>
          <ac:graphicFrameMkLst>
            <pc:docMk/>
            <pc:sldMk cId="2045193751" sldId="519"/>
            <ac:graphicFrameMk id="14" creationId="{B15E3C67-6557-1129-8477-E27056CD92A6}"/>
          </ac:graphicFrameMkLst>
        </pc:graphicFrameChg>
        <pc:cxnChg chg="add mod">
          <ac:chgData name="Teng Wang" userId="18a8d83a-d360-47a3-91f7-533eefe1d157" providerId="ADAL" clId="{0D6A0893-A4C3-4472-A40B-1F08EA46D4AE}" dt="2026-05-14T15:45:48.480" v="38917" actId="14100"/>
          <ac:cxnSpMkLst>
            <pc:docMk/>
            <pc:sldMk cId="2045193751" sldId="519"/>
            <ac:cxnSpMk id="23" creationId="{B8A56AEA-90A2-6367-4D34-96B2357E7AB0}"/>
          </ac:cxnSpMkLst>
        </pc:cxnChg>
        <pc:extLst>
          <p:ext xmlns:p="http://schemas.openxmlformats.org/presentationml/2006/main" uri="{D6D511B9-2390-475A-947B-AFAB55BFBCF1}">
            <pc226:cmChg xmlns:pc226="http://schemas.microsoft.com/office/powerpoint/2022/06/main/command" chg="mod">
              <pc226:chgData name="Teng Wang" userId="18a8d83a-d360-47a3-91f7-533eefe1d157" providerId="ADAL" clId="{0D6A0893-A4C3-4472-A40B-1F08EA46D4AE}" dt="2026-05-14T15:39:18.538" v="38529" actId="20577"/>
              <pc2:cmMkLst xmlns:pc2="http://schemas.microsoft.com/office/powerpoint/2019/9/main/command">
                <pc:docMk/>
                <pc:sldMk cId="2045193751" sldId="519"/>
                <pc2:cmMk id="{37EBE23A-98A7-4B3B-9F23-61BD3D8432FF}"/>
              </pc2:cmMkLst>
            </pc226:cmChg>
          </p:ext>
        </pc:extLst>
      </pc:sldChg>
      <pc:sldChg chg="addSp delSp modSp add mod ord addAnim delAnim modAnim">
        <pc:chgData name="Teng Wang" userId="18a8d83a-d360-47a3-91f7-533eefe1d157" providerId="ADAL" clId="{0D6A0893-A4C3-4472-A40B-1F08EA46D4AE}" dt="2026-05-13T22:25:41.512" v="36887" actId="164"/>
        <pc:sldMkLst>
          <pc:docMk/>
          <pc:sldMk cId="1234370048" sldId="521"/>
        </pc:sldMkLst>
        <pc:spChg chg="mod">
          <ac:chgData name="Teng Wang" userId="18a8d83a-d360-47a3-91f7-533eefe1d157" providerId="ADAL" clId="{0D6A0893-A4C3-4472-A40B-1F08EA46D4AE}" dt="2026-05-12T17:14:56.599" v="28080" actId="20577"/>
          <ac:spMkLst>
            <pc:docMk/>
            <pc:sldMk cId="1234370048" sldId="521"/>
            <ac:spMk id="2" creationId="{72499B47-6A32-D59F-2E98-3CD549DEDEE3}"/>
          </ac:spMkLst>
        </pc:spChg>
        <pc:spChg chg="mod">
          <ac:chgData name="Teng Wang" userId="18a8d83a-d360-47a3-91f7-533eefe1d157" providerId="ADAL" clId="{0D6A0893-A4C3-4472-A40B-1F08EA46D4AE}" dt="2026-05-13T21:21:47.336" v="36402" actId="27636"/>
          <ac:spMkLst>
            <pc:docMk/>
            <pc:sldMk cId="1234370048" sldId="521"/>
            <ac:spMk id="8" creationId="{226859D8-75F2-F94C-57F5-17E1C23E87DF}"/>
          </ac:spMkLst>
        </pc:spChg>
        <pc:spChg chg="mod">
          <ac:chgData name="Teng Wang" userId="18a8d83a-d360-47a3-91f7-533eefe1d157" providerId="ADAL" clId="{0D6A0893-A4C3-4472-A40B-1F08EA46D4AE}" dt="2026-05-13T21:21:49.729" v="36403" actId="14100"/>
          <ac:spMkLst>
            <pc:docMk/>
            <pc:sldMk cId="1234370048" sldId="521"/>
            <ac:spMk id="11" creationId="{4A036F94-2292-D96C-EA29-9F7E6A02AB6C}"/>
          </ac:spMkLst>
        </pc:spChg>
        <pc:spChg chg="mod">
          <ac:chgData name="Teng Wang" userId="18a8d83a-d360-47a3-91f7-533eefe1d157" providerId="ADAL" clId="{0D6A0893-A4C3-4472-A40B-1F08EA46D4AE}" dt="2026-05-13T21:32:12" v="36651" actId="14100"/>
          <ac:spMkLst>
            <pc:docMk/>
            <pc:sldMk cId="1234370048" sldId="521"/>
            <ac:spMk id="15" creationId="{803249FE-52A9-6CC9-967A-23FFF44E2113}"/>
          </ac:spMkLst>
        </pc:spChg>
        <pc:spChg chg="mod">
          <ac:chgData name="Teng Wang" userId="18a8d83a-d360-47a3-91f7-533eefe1d157" providerId="ADAL" clId="{0D6A0893-A4C3-4472-A40B-1F08EA46D4AE}" dt="2026-05-13T21:20:57.426" v="36335" actId="1038"/>
          <ac:spMkLst>
            <pc:docMk/>
            <pc:sldMk cId="1234370048" sldId="521"/>
            <ac:spMk id="16" creationId="{90522796-56D8-BDBD-6544-6FA1A40FF688}"/>
          </ac:spMkLst>
        </pc:spChg>
        <pc:spChg chg="mod">
          <ac:chgData name="Teng Wang" userId="18a8d83a-d360-47a3-91f7-533eefe1d157" providerId="ADAL" clId="{0D6A0893-A4C3-4472-A40B-1F08EA46D4AE}" dt="2026-05-13T21:25:31.373" v="36479" actId="14100"/>
          <ac:spMkLst>
            <pc:docMk/>
            <pc:sldMk cId="1234370048" sldId="521"/>
            <ac:spMk id="24" creationId="{92A5B143-BFB3-D7AE-BA48-778718B167ED}"/>
          </ac:spMkLst>
        </pc:spChg>
        <pc:spChg chg="mod">
          <ac:chgData name="Teng Wang" userId="18a8d83a-d360-47a3-91f7-533eefe1d157" providerId="ADAL" clId="{0D6A0893-A4C3-4472-A40B-1F08EA46D4AE}" dt="2026-05-13T21:33:34.052" v="36689" actId="113"/>
          <ac:spMkLst>
            <pc:docMk/>
            <pc:sldMk cId="1234370048" sldId="521"/>
            <ac:spMk id="27" creationId="{4FF0F533-D090-1DF8-DF06-1A7FCBF3A4C1}"/>
          </ac:spMkLst>
        </pc:spChg>
        <pc:spChg chg="add mod">
          <ac:chgData name="Teng Wang" userId="18a8d83a-d360-47a3-91f7-533eefe1d157" providerId="ADAL" clId="{0D6A0893-A4C3-4472-A40B-1F08EA46D4AE}" dt="2026-05-13T21:32:06.572" v="36649" actId="20577"/>
          <ac:spMkLst>
            <pc:docMk/>
            <pc:sldMk cId="1234370048" sldId="521"/>
            <ac:spMk id="29" creationId="{750AC965-CA9C-4BAF-420F-5640CCD9E0C7}"/>
          </ac:spMkLst>
        </pc:spChg>
        <pc:spChg chg="add mod ord">
          <ac:chgData name="Teng Wang" userId="18a8d83a-d360-47a3-91f7-533eefe1d157" providerId="ADAL" clId="{0D6A0893-A4C3-4472-A40B-1F08EA46D4AE}" dt="2026-05-13T22:25:41.512" v="36887" actId="164"/>
          <ac:spMkLst>
            <pc:docMk/>
            <pc:sldMk cId="1234370048" sldId="521"/>
            <ac:spMk id="30" creationId="{7051040B-9D39-09A8-B685-EC8A0DC3589E}"/>
          </ac:spMkLst>
        </pc:spChg>
        <pc:spChg chg="add mod ord">
          <ac:chgData name="Teng Wang" userId="18a8d83a-d360-47a3-91f7-533eefe1d157" providerId="ADAL" clId="{0D6A0893-A4C3-4472-A40B-1F08EA46D4AE}" dt="2026-05-13T21:32:32.538" v="36658" actId="14100"/>
          <ac:spMkLst>
            <pc:docMk/>
            <pc:sldMk cId="1234370048" sldId="521"/>
            <ac:spMk id="31" creationId="{E077E34C-7285-D1D2-2395-BC64CAAEDAB8}"/>
          </ac:spMkLst>
        </pc:spChg>
        <pc:spChg chg="add mod ord">
          <ac:chgData name="Teng Wang" userId="18a8d83a-d360-47a3-91f7-533eefe1d157" providerId="ADAL" clId="{0D6A0893-A4C3-4472-A40B-1F08EA46D4AE}" dt="2026-05-13T22:25:41.512" v="36887" actId="164"/>
          <ac:spMkLst>
            <pc:docMk/>
            <pc:sldMk cId="1234370048" sldId="521"/>
            <ac:spMk id="32" creationId="{403F5C4E-80D1-5CE4-286A-D3DD6A2CB798}"/>
          </ac:spMkLst>
        </pc:spChg>
        <pc:spChg chg="add mod ord">
          <ac:chgData name="Teng Wang" userId="18a8d83a-d360-47a3-91f7-533eefe1d157" providerId="ADAL" clId="{0D6A0893-A4C3-4472-A40B-1F08EA46D4AE}" dt="2026-05-13T21:33:29.380" v="36688" actId="1076"/>
          <ac:spMkLst>
            <pc:docMk/>
            <pc:sldMk cId="1234370048" sldId="521"/>
            <ac:spMk id="34" creationId="{A6A5A2F4-4067-F459-1DBB-016105DBE035}"/>
          </ac:spMkLst>
        </pc:spChg>
        <pc:grpChg chg="add mod">
          <ac:chgData name="Teng Wang" userId="18a8d83a-d360-47a3-91f7-533eefe1d157" providerId="ADAL" clId="{0D6A0893-A4C3-4472-A40B-1F08EA46D4AE}" dt="2026-05-13T21:19:23.534" v="36201" actId="1076"/>
          <ac:grpSpMkLst>
            <pc:docMk/>
            <pc:sldMk cId="1234370048" sldId="521"/>
            <ac:grpSpMk id="6" creationId="{B4674A33-66B2-047A-0AE1-42AB696E6776}"/>
          </ac:grpSpMkLst>
        </pc:grpChg>
        <pc:grpChg chg="mod">
          <ac:chgData name="Teng Wang" userId="18a8d83a-d360-47a3-91f7-533eefe1d157" providerId="ADAL" clId="{0D6A0893-A4C3-4472-A40B-1F08EA46D4AE}" dt="2026-05-13T21:19:06.359" v="36186"/>
          <ac:grpSpMkLst>
            <pc:docMk/>
            <pc:sldMk cId="1234370048" sldId="521"/>
            <ac:grpSpMk id="9" creationId="{2BA7CF8F-D206-EAC9-51D2-94FD53716DEE}"/>
          </ac:grpSpMkLst>
        </pc:grpChg>
        <pc:grpChg chg="mod">
          <ac:chgData name="Teng Wang" userId="18a8d83a-d360-47a3-91f7-533eefe1d157" providerId="ADAL" clId="{0D6A0893-A4C3-4472-A40B-1F08EA46D4AE}" dt="2026-05-13T21:19:06.359" v="36186"/>
          <ac:grpSpMkLst>
            <pc:docMk/>
            <pc:sldMk cId="1234370048" sldId="521"/>
            <ac:grpSpMk id="14" creationId="{0BFB4FC3-EE48-F8A0-8203-E8008C77E518}"/>
          </ac:grpSpMkLst>
        </pc:grpChg>
        <pc:grpChg chg="mod topLvl">
          <ac:chgData name="Teng Wang" userId="18a8d83a-d360-47a3-91f7-533eefe1d157" providerId="ADAL" clId="{0D6A0893-A4C3-4472-A40B-1F08EA46D4AE}" dt="2026-05-13T21:25:04.622" v="36474" actId="478"/>
          <ac:grpSpMkLst>
            <pc:docMk/>
            <pc:sldMk cId="1234370048" sldId="521"/>
            <ac:grpSpMk id="23" creationId="{7FA5E394-DFD2-025D-6595-851456CFD50D}"/>
          </ac:grpSpMkLst>
        </pc:grpChg>
        <pc:grpChg chg="add mod">
          <ac:chgData name="Teng Wang" userId="18a8d83a-d360-47a3-91f7-533eefe1d157" providerId="ADAL" clId="{0D6A0893-A4C3-4472-A40B-1F08EA46D4AE}" dt="2026-05-13T22:25:41.512" v="36887" actId="164"/>
          <ac:grpSpMkLst>
            <pc:docMk/>
            <pc:sldMk cId="1234370048" sldId="521"/>
            <ac:grpSpMk id="35" creationId="{D744AEB9-A1FB-44BF-3E55-5B41916AC075}"/>
          </ac:grpSpMkLst>
        </pc:grpChg>
        <pc:graphicFrameChg chg="add del mod modGraphic">
          <ac:chgData name="Teng Wang" userId="18a8d83a-d360-47a3-91f7-533eefe1d157" providerId="ADAL" clId="{0D6A0893-A4C3-4472-A40B-1F08EA46D4AE}" dt="2026-05-13T21:30:41.480" v="36596" actId="20577"/>
          <ac:graphicFrameMkLst>
            <pc:docMk/>
            <pc:sldMk cId="1234370048" sldId="521"/>
            <ac:graphicFrameMk id="28" creationId="{0EDFC152-04FA-4127-D24A-46B45D9D6514}"/>
          </ac:graphicFrameMkLst>
        </pc:graphicFrameChg>
        <pc:picChg chg="add mod ord modCrop">
          <ac:chgData name="Teng Wang" userId="18a8d83a-d360-47a3-91f7-533eefe1d157" providerId="ADAL" clId="{0D6A0893-A4C3-4472-A40B-1F08EA46D4AE}" dt="2026-05-13T21:25:13.913" v="36477" actId="14100"/>
          <ac:picMkLst>
            <pc:docMk/>
            <pc:sldMk cId="1234370048" sldId="521"/>
            <ac:picMk id="12" creationId="{D3030362-1A5A-E6B2-F580-E3FD17E9D6F1}"/>
          </ac:picMkLst>
        </pc:picChg>
        <pc:picChg chg="add mod ord modCrop">
          <ac:chgData name="Teng Wang" userId="18a8d83a-d360-47a3-91f7-533eefe1d157" providerId="ADAL" clId="{0D6A0893-A4C3-4472-A40B-1F08EA46D4AE}" dt="2026-05-13T21:32:26.824" v="36656" actId="167"/>
          <ac:picMkLst>
            <pc:docMk/>
            <pc:sldMk cId="1234370048" sldId="521"/>
            <ac:picMk id="17" creationId="{96D71B8B-A022-1F0C-B632-922BEDC4FE9A}"/>
          </ac:picMkLst>
        </pc:picChg>
        <pc:picChg chg="add mod ord modCrop">
          <ac:chgData name="Teng Wang" userId="18a8d83a-d360-47a3-91f7-533eefe1d157" providerId="ADAL" clId="{0D6A0893-A4C3-4472-A40B-1F08EA46D4AE}" dt="2026-05-13T21:32:40.964" v="36662" actId="167"/>
          <ac:picMkLst>
            <pc:docMk/>
            <pc:sldMk cId="1234370048" sldId="521"/>
            <ac:picMk id="22" creationId="{65BB5A02-762D-AF23-DB6D-6D75B4A33265}"/>
          </ac:picMkLst>
        </pc:picChg>
      </pc:sldChg>
      <pc:sldChg chg="addSp delSp modSp add mod ord">
        <pc:chgData name="Teng Wang" userId="18a8d83a-d360-47a3-91f7-533eefe1d157" providerId="ADAL" clId="{0D6A0893-A4C3-4472-A40B-1F08EA46D4AE}" dt="2026-05-15T00:01:05.590" v="42286" actId="1076"/>
        <pc:sldMkLst>
          <pc:docMk/>
          <pc:sldMk cId="1930059427" sldId="524"/>
        </pc:sldMkLst>
        <pc:spChg chg="mod">
          <ac:chgData name="Teng Wang" userId="18a8d83a-d360-47a3-91f7-533eefe1d157" providerId="ADAL" clId="{0D6A0893-A4C3-4472-A40B-1F08EA46D4AE}" dt="2026-05-13T16:27:57.885" v="33228" actId="20577"/>
          <ac:spMkLst>
            <pc:docMk/>
            <pc:sldMk cId="1930059427" sldId="524"/>
            <ac:spMk id="2" creationId="{5DB803F9-C810-62B8-CB01-144B20FFE10E}"/>
          </ac:spMkLst>
        </pc:spChg>
        <pc:spChg chg="add mod">
          <ac:chgData name="Teng Wang" userId="18a8d83a-d360-47a3-91f7-533eefe1d157" providerId="ADAL" clId="{0D6A0893-A4C3-4472-A40B-1F08EA46D4AE}" dt="2026-05-14T22:54:19.168" v="41574" actId="14100"/>
          <ac:spMkLst>
            <pc:docMk/>
            <pc:sldMk cId="1930059427" sldId="524"/>
            <ac:spMk id="3" creationId="{C6C4651E-0BCA-2F73-13A1-D5FBC7913A2A}"/>
          </ac:spMkLst>
        </pc:spChg>
        <pc:spChg chg="add mod">
          <ac:chgData name="Teng Wang" userId="18a8d83a-d360-47a3-91f7-533eefe1d157" providerId="ADAL" clId="{0D6A0893-A4C3-4472-A40B-1F08EA46D4AE}" dt="2026-05-12T17:54:04.985" v="28379" actId="1035"/>
          <ac:spMkLst>
            <pc:docMk/>
            <pc:sldMk cId="1930059427" sldId="524"/>
            <ac:spMk id="7" creationId="{60C93A51-B32F-070A-F84A-A0F16313965C}"/>
          </ac:spMkLst>
        </pc:spChg>
        <pc:spChg chg="add mod">
          <ac:chgData name="Teng Wang" userId="18a8d83a-d360-47a3-91f7-533eefe1d157" providerId="ADAL" clId="{0D6A0893-A4C3-4472-A40B-1F08EA46D4AE}" dt="2026-05-12T17:54:04.985" v="28379" actId="1035"/>
          <ac:spMkLst>
            <pc:docMk/>
            <pc:sldMk cId="1930059427" sldId="524"/>
            <ac:spMk id="8" creationId="{DA9FC1BA-8AFE-6834-52AC-729460A5FCC2}"/>
          </ac:spMkLst>
        </pc:spChg>
        <pc:spChg chg="add mod">
          <ac:chgData name="Teng Wang" userId="18a8d83a-d360-47a3-91f7-533eefe1d157" providerId="ADAL" clId="{0D6A0893-A4C3-4472-A40B-1F08EA46D4AE}" dt="2026-05-12T17:57:20.592" v="28476" actId="14100"/>
          <ac:spMkLst>
            <pc:docMk/>
            <pc:sldMk cId="1930059427" sldId="524"/>
            <ac:spMk id="9" creationId="{133D817D-D223-AA3D-2ABA-3D6692ACD0BB}"/>
          </ac:spMkLst>
        </pc:spChg>
        <pc:spChg chg="add del mod">
          <ac:chgData name="Teng Wang" userId="18a8d83a-d360-47a3-91f7-533eefe1d157" providerId="ADAL" clId="{0D6A0893-A4C3-4472-A40B-1F08EA46D4AE}" dt="2026-05-15T00:00:16.369" v="42252" actId="21"/>
          <ac:spMkLst>
            <pc:docMk/>
            <pc:sldMk cId="1930059427" sldId="524"/>
            <ac:spMk id="10" creationId="{FFEAD0EE-1131-DCB1-275F-8F29917C399D}"/>
          </ac:spMkLst>
        </pc:spChg>
        <pc:spChg chg="add mod">
          <ac:chgData name="Teng Wang" userId="18a8d83a-d360-47a3-91f7-533eefe1d157" providerId="ADAL" clId="{0D6A0893-A4C3-4472-A40B-1F08EA46D4AE}" dt="2026-05-12T17:54:23.778" v="28382" actId="1076"/>
          <ac:spMkLst>
            <pc:docMk/>
            <pc:sldMk cId="1930059427" sldId="524"/>
            <ac:spMk id="11" creationId="{3E4DFAAC-38E5-00D4-385D-444AA51715DF}"/>
          </ac:spMkLst>
        </pc:spChg>
        <pc:spChg chg="add mod">
          <ac:chgData name="Teng Wang" userId="18a8d83a-d360-47a3-91f7-533eefe1d157" providerId="ADAL" clId="{0D6A0893-A4C3-4472-A40B-1F08EA46D4AE}" dt="2026-05-15T00:00:58.694" v="42284" actId="14100"/>
          <ac:spMkLst>
            <pc:docMk/>
            <pc:sldMk cId="1930059427" sldId="524"/>
            <ac:spMk id="14" creationId="{DEA61FDB-9BA5-ED6E-D030-41EE17224682}"/>
          </ac:spMkLst>
        </pc:spChg>
        <pc:spChg chg="add mod">
          <ac:chgData name="Teng Wang" userId="18a8d83a-d360-47a3-91f7-533eefe1d157" providerId="ADAL" clId="{0D6A0893-A4C3-4472-A40B-1F08EA46D4AE}" dt="2026-05-15T00:01:05.590" v="42286" actId="1076"/>
          <ac:spMkLst>
            <pc:docMk/>
            <pc:sldMk cId="1930059427" sldId="524"/>
            <ac:spMk id="15" creationId="{E64768A7-E9D0-A85A-A6C1-4992B78BD869}"/>
          </ac:spMkLst>
        </pc:spChg>
        <pc:spChg chg="add mod">
          <ac:chgData name="Teng Wang" userId="18a8d83a-d360-47a3-91f7-533eefe1d157" providerId="ADAL" clId="{0D6A0893-A4C3-4472-A40B-1F08EA46D4AE}" dt="2026-05-14T22:54:45.748" v="41576" actId="1076"/>
          <ac:spMkLst>
            <pc:docMk/>
            <pc:sldMk cId="1930059427" sldId="524"/>
            <ac:spMk id="17" creationId="{579C6881-C54A-9B08-D494-77FF42C7D894}"/>
          </ac:spMkLst>
        </pc:spChg>
        <pc:spChg chg="add mod">
          <ac:chgData name="Teng Wang" userId="18a8d83a-d360-47a3-91f7-533eefe1d157" providerId="ADAL" clId="{0D6A0893-A4C3-4472-A40B-1F08EA46D4AE}" dt="2026-05-15T00:01:05.590" v="42286" actId="1076"/>
          <ac:spMkLst>
            <pc:docMk/>
            <pc:sldMk cId="1930059427" sldId="524"/>
            <ac:spMk id="18" creationId="{C91BFEC3-969D-D857-5092-A9040B3EC8AB}"/>
          </ac:spMkLst>
        </pc:spChg>
        <pc:spChg chg="add mod">
          <ac:chgData name="Teng Wang" userId="18a8d83a-d360-47a3-91f7-533eefe1d157" providerId="ADAL" clId="{0D6A0893-A4C3-4472-A40B-1F08EA46D4AE}" dt="2026-05-12T17:55:05.083" v="28413" actId="20577"/>
          <ac:spMkLst>
            <pc:docMk/>
            <pc:sldMk cId="1930059427" sldId="524"/>
            <ac:spMk id="22" creationId="{EFDA165F-A607-872F-D5DA-82F491F93077}"/>
          </ac:spMkLst>
        </pc:spChg>
        <pc:spChg chg="add mod">
          <ac:chgData name="Teng Wang" userId="18a8d83a-d360-47a3-91f7-533eefe1d157" providerId="ADAL" clId="{0D6A0893-A4C3-4472-A40B-1F08EA46D4AE}" dt="2026-05-12T17:56:07.331" v="28461" actId="20577"/>
          <ac:spMkLst>
            <pc:docMk/>
            <pc:sldMk cId="1930059427" sldId="524"/>
            <ac:spMk id="23" creationId="{6FFF73ED-B0FE-CDA7-A33F-E89072682A88}"/>
          </ac:spMkLst>
        </pc:spChg>
        <pc:spChg chg="add mod">
          <ac:chgData name="Teng Wang" userId="18a8d83a-d360-47a3-91f7-533eefe1d157" providerId="ADAL" clId="{0D6A0893-A4C3-4472-A40B-1F08EA46D4AE}" dt="2026-05-15T00:01:00.814" v="42285" actId="1076"/>
          <ac:spMkLst>
            <pc:docMk/>
            <pc:sldMk cId="1930059427" sldId="524"/>
            <ac:spMk id="24" creationId="{801C6F1F-32A0-74E7-81A3-C1DCF36C818A}"/>
          </ac:spMkLst>
        </pc:spChg>
        <pc:spChg chg="add mod">
          <ac:chgData name="Teng Wang" userId="18a8d83a-d360-47a3-91f7-533eefe1d157" providerId="ADAL" clId="{0D6A0893-A4C3-4472-A40B-1F08EA46D4AE}" dt="2026-05-13T17:00:35.233" v="33436" actId="1076"/>
          <ac:spMkLst>
            <pc:docMk/>
            <pc:sldMk cId="1930059427" sldId="524"/>
            <ac:spMk id="52" creationId="{0CF991A6-AF53-1D7C-85F8-12EF292358BD}"/>
          </ac:spMkLst>
        </pc:spChg>
        <pc:picChg chg="add mod">
          <ac:chgData name="Teng Wang" userId="18a8d83a-d360-47a3-91f7-533eefe1d157" providerId="ADAL" clId="{0D6A0893-A4C3-4472-A40B-1F08EA46D4AE}" dt="2026-05-12T22:19:14.103" v="30768" actId="1076"/>
          <ac:picMkLst>
            <pc:docMk/>
            <pc:sldMk cId="1930059427" sldId="524"/>
            <ac:picMk id="6" creationId="{95A93358-B39A-FCED-1ADD-534914450D65}"/>
          </ac:picMkLst>
        </pc:picChg>
        <pc:cxnChg chg="add mod">
          <ac:chgData name="Teng Wang" userId="18a8d83a-d360-47a3-91f7-533eefe1d157" providerId="ADAL" clId="{0D6A0893-A4C3-4472-A40B-1F08EA46D4AE}" dt="2026-05-14T22:54:19.168" v="41574" actId="14100"/>
          <ac:cxnSpMkLst>
            <pc:docMk/>
            <pc:sldMk cId="1930059427" sldId="524"/>
            <ac:cxnSpMk id="5" creationId="{76454FE5-A0DE-4BC2-54E1-9DA299DD0A5C}"/>
          </ac:cxnSpMkLst>
        </pc:cxnChg>
        <pc:cxnChg chg="add mod">
          <ac:chgData name="Teng Wang" userId="18a8d83a-d360-47a3-91f7-533eefe1d157" providerId="ADAL" clId="{0D6A0893-A4C3-4472-A40B-1F08EA46D4AE}" dt="2026-05-12T17:58:12.122" v="28483" actId="1582"/>
          <ac:cxnSpMkLst>
            <pc:docMk/>
            <pc:sldMk cId="1930059427" sldId="524"/>
            <ac:cxnSpMk id="21" creationId="{3DEA8306-D5DF-0969-B5DA-5D88C48E7ED7}"/>
          </ac:cxnSpMkLst>
        </pc:cxnChg>
        <pc:cxnChg chg="add mod">
          <ac:chgData name="Teng Wang" userId="18a8d83a-d360-47a3-91f7-533eefe1d157" providerId="ADAL" clId="{0D6A0893-A4C3-4472-A40B-1F08EA46D4AE}" dt="2026-05-12T17:58:12.122" v="28483" actId="1582"/>
          <ac:cxnSpMkLst>
            <pc:docMk/>
            <pc:sldMk cId="1930059427" sldId="524"/>
            <ac:cxnSpMk id="26" creationId="{6DA61211-0C71-D38C-B867-5EFDD94CA3C5}"/>
          </ac:cxnSpMkLst>
        </pc:cxnChg>
        <pc:cxnChg chg="add mod">
          <ac:chgData name="Teng Wang" userId="18a8d83a-d360-47a3-91f7-533eefe1d157" providerId="ADAL" clId="{0D6A0893-A4C3-4472-A40B-1F08EA46D4AE}" dt="2026-05-12T17:58:12.122" v="28483" actId="1582"/>
          <ac:cxnSpMkLst>
            <pc:docMk/>
            <pc:sldMk cId="1930059427" sldId="524"/>
            <ac:cxnSpMk id="28" creationId="{67CCA9E1-44AA-3C44-FB4E-C03B9AC6763A}"/>
          </ac:cxnSpMkLst>
        </pc:cxnChg>
        <pc:cxnChg chg="add mod">
          <ac:chgData name="Teng Wang" userId="18a8d83a-d360-47a3-91f7-533eefe1d157" providerId="ADAL" clId="{0D6A0893-A4C3-4472-A40B-1F08EA46D4AE}" dt="2026-05-15T00:00:16.369" v="42252" actId="21"/>
          <ac:cxnSpMkLst>
            <pc:docMk/>
            <pc:sldMk cId="1930059427" sldId="524"/>
            <ac:cxnSpMk id="30" creationId="{36486E5F-197A-C07E-FF04-974A0B81C6D8}"/>
          </ac:cxnSpMkLst>
        </pc:cxnChg>
        <pc:cxnChg chg="add del mod">
          <ac:chgData name="Teng Wang" userId="18a8d83a-d360-47a3-91f7-533eefe1d157" providerId="ADAL" clId="{0D6A0893-A4C3-4472-A40B-1F08EA46D4AE}" dt="2026-05-15T00:00:30.648" v="42258" actId="478"/>
          <ac:cxnSpMkLst>
            <pc:docMk/>
            <pc:sldMk cId="1930059427" sldId="524"/>
            <ac:cxnSpMk id="32" creationId="{3D777EC4-6922-5C9E-C237-DA209F511EB1}"/>
          </ac:cxnSpMkLst>
        </pc:cxnChg>
        <pc:cxnChg chg="add mod">
          <ac:chgData name="Teng Wang" userId="18a8d83a-d360-47a3-91f7-533eefe1d157" providerId="ADAL" clId="{0D6A0893-A4C3-4472-A40B-1F08EA46D4AE}" dt="2026-05-15T00:01:05.590" v="42286" actId="1076"/>
          <ac:cxnSpMkLst>
            <pc:docMk/>
            <pc:sldMk cId="1930059427" sldId="524"/>
            <ac:cxnSpMk id="35" creationId="{EF4D5448-6161-EA2D-9D14-A608C8A42058}"/>
          </ac:cxnSpMkLst>
        </pc:cxnChg>
        <pc:cxnChg chg="add mod">
          <ac:chgData name="Teng Wang" userId="18a8d83a-d360-47a3-91f7-533eefe1d157" providerId="ADAL" clId="{0D6A0893-A4C3-4472-A40B-1F08EA46D4AE}" dt="2026-05-12T17:58:12.122" v="28483" actId="1582"/>
          <ac:cxnSpMkLst>
            <pc:docMk/>
            <pc:sldMk cId="1930059427" sldId="524"/>
            <ac:cxnSpMk id="47" creationId="{8E52473E-DF4E-187B-9FA8-58219CD85FDD}"/>
          </ac:cxnSpMkLst>
        </pc:cxnChg>
        <pc:cxnChg chg="add mod">
          <ac:chgData name="Teng Wang" userId="18a8d83a-d360-47a3-91f7-533eefe1d157" providerId="ADAL" clId="{0D6A0893-A4C3-4472-A40B-1F08EA46D4AE}" dt="2026-05-12T17:58:12.122" v="28483" actId="1582"/>
          <ac:cxnSpMkLst>
            <pc:docMk/>
            <pc:sldMk cId="1930059427" sldId="524"/>
            <ac:cxnSpMk id="49" creationId="{7EF1F417-4529-DF2E-636E-06BE397EB017}"/>
          </ac:cxnSpMkLst>
        </pc:cxnChg>
        <pc:cxnChg chg="add mod">
          <ac:chgData name="Teng Wang" userId="18a8d83a-d360-47a3-91f7-533eefe1d157" providerId="ADAL" clId="{0D6A0893-A4C3-4472-A40B-1F08EA46D4AE}" dt="2026-05-15T00:01:00.814" v="42285" actId="1076"/>
          <ac:cxnSpMkLst>
            <pc:docMk/>
            <pc:sldMk cId="1930059427" sldId="524"/>
            <ac:cxnSpMk id="51" creationId="{AF85DC8B-622A-FAA0-E2C9-C884D0BD67EA}"/>
          </ac:cxnSpMkLst>
        </pc:cxnChg>
      </pc:sldChg>
      <pc:sldChg chg="addSp delSp modSp add mod ord">
        <pc:chgData name="Teng Wang" userId="18a8d83a-d360-47a3-91f7-533eefe1d157" providerId="ADAL" clId="{0D6A0893-A4C3-4472-A40B-1F08EA46D4AE}" dt="2026-05-14T23:26:08.248" v="41587" actId="1076"/>
        <pc:sldMkLst>
          <pc:docMk/>
          <pc:sldMk cId="4150042748" sldId="528"/>
        </pc:sldMkLst>
        <pc:spChg chg="mod">
          <ac:chgData name="Teng Wang" userId="18a8d83a-d360-47a3-91f7-533eefe1d157" providerId="ADAL" clId="{0D6A0893-A4C3-4472-A40B-1F08EA46D4AE}" dt="2026-05-12T21:36:37.078" v="30649" actId="20577"/>
          <ac:spMkLst>
            <pc:docMk/>
            <pc:sldMk cId="4150042748" sldId="528"/>
            <ac:spMk id="2" creationId="{D9830DAC-5866-099A-C0B4-233280778FCB}"/>
          </ac:spMkLst>
        </pc:spChg>
        <pc:spChg chg="add mod">
          <ac:chgData name="Teng Wang" userId="18a8d83a-d360-47a3-91f7-533eefe1d157" providerId="ADAL" clId="{0D6A0893-A4C3-4472-A40B-1F08EA46D4AE}" dt="2026-05-13T21:13:47.557" v="36179" actId="14100"/>
          <ac:spMkLst>
            <pc:docMk/>
            <pc:sldMk cId="4150042748" sldId="528"/>
            <ac:spMk id="8" creationId="{999ECAD2-DCE1-C20B-385C-A38B0D1608D9}"/>
          </ac:spMkLst>
        </pc:spChg>
        <pc:picChg chg="add del mod">
          <ac:chgData name="Teng Wang" userId="18a8d83a-d360-47a3-91f7-533eefe1d157" providerId="ADAL" clId="{0D6A0893-A4C3-4472-A40B-1F08EA46D4AE}" dt="2026-05-14T23:25:54.105" v="41581" actId="478"/>
          <ac:picMkLst>
            <pc:docMk/>
            <pc:sldMk cId="4150042748" sldId="528"/>
            <ac:picMk id="3" creationId="{678197FA-3622-C877-BFF1-8717AEA49E4D}"/>
          </ac:picMkLst>
        </pc:picChg>
        <pc:picChg chg="add mod">
          <ac:chgData name="Teng Wang" userId="18a8d83a-d360-47a3-91f7-533eefe1d157" providerId="ADAL" clId="{0D6A0893-A4C3-4472-A40B-1F08EA46D4AE}" dt="2026-05-13T21:13:44.585" v="36178" actId="14100"/>
          <ac:picMkLst>
            <pc:docMk/>
            <pc:sldMk cId="4150042748" sldId="528"/>
            <ac:picMk id="7" creationId="{6713ADD7-0D8B-2C19-2572-81F8AF014ECA}"/>
          </ac:picMkLst>
        </pc:picChg>
        <pc:picChg chg="add mod">
          <ac:chgData name="Teng Wang" userId="18a8d83a-d360-47a3-91f7-533eefe1d157" providerId="ADAL" clId="{0D6A0893-A4C3-4472-A40B-1F08EA46D4AE}" dt="2026-05-14T23:26:08.248" v="41587" actId="1076"/>
          <ac:picMkLst>
            <pc:docMk/>
            <pc:sldMk cId="4150042748" sldId="528"/>
            <ac:picMk id="10" creationId="{68B3101B-A517-6303-5DC4-0CDEDF7BB7F4}"/>
          </ac:picMkLst>
        </pc:picChg>
      </pc:sldChg>
      <pc:sldChg chg="addSp delSp modSp add mod ord">
        <pc:chgData name="Teng Wang" userId="18a8d83a-d360-47a3-91f7-533eefe1d157" providerId="ADAL" clId="{0D6A0893-A4C3-4472-A40B-1F08EA46D4AE}" dt="2026-05-13T21:24:14.632" v="36439" actId="1036"/>
        <pc:sldMkLst>
          <pc:docMk/>
          <pc:sldMk cId="102183692" sldId="531"/>
        </pc:sldMkLst>
        <pc:spChg chg="mod">
          <ac:chgData name="Teng Wang" userId="18a8d83a-d360-47a3-91f7-533eefe1d157" providerId="ADAL" clId="{0D6A0893-A4C3-4472-A40B-1F08EA46D4AE}" dt="2026-05-12T21:36:24.677" v="30628" actId="20577"/>
          <ac:spMkLst>
            <pc:docMk/>
            <pc:sldMk cId="102183692" sldId="531"/>
            <ac:spMk id="2" creationId="{DF454710-E1FF-FA83-5BA1-9ED187A6C1F6}"/>
          </ac:spMkLst>
        </pc:spChg>
        <pc:spChg chg="add mod">
          <ac:chgData name="Teng Wang" userId="18a8d83a-d360-47a3-91f7-533eefe1d157" providerId="ADAL" clId="{0D6A0893-A4C3-4472-A40B-1F08EA46D4AE}" dt="2026-05-13T20:06:32.809" v="35524" actId="14100"/>
          <ac:spMkLst>
            <pc:docMk/>
            <pc:sldMk cId="102183692" sldId="531"/>
            <ac:spMk id="6" creationId="{B1525FB8-2A69-C686-EB9E-D76A933588C3}"/>
          </ac:spMkLst>
        </pc:spChg>
        <pc:spChg chg="add mod ord">
          <ac:chgData name="Teng Wang" userId="18a8d83a-d360-47a3-91f7-533eefe1d157" providerId="ADAL" clId="{0D6A0893-A4C3-4472-A40B-1F08EA46D4AE}" dt="2026-05-13T19:59:43.209" v="35068" actId="164"/>
          <ac:spMkLst>
            <pc:docMk/>
            <pc:sldMk cId="102183692" sldId="531"/>
            <ac:spMk id="9" creationId="{F42938B8-41E3-7F5E-6EEC-3D10999782B1}"/>
          </ac:spMkLst>
        </pc:spChg>
        <pc:spChg chg="add mod">
          <ac:chgData name="Teng Wang" userId="18a8d83a-d360-47a3-91f7-533eefe1d157" providerId="ADAL" clId="{0D6A0893-A4C3-4472-A40B-1F08EA46D4AE}" dt="2026-05-13T20:06:29.563" v="35523" actId="14100"/>
          <ac:spMkLst>
            <pc:docMk/>
            <pc:sldMk cId="102183692" sldId="531"/>
            <ac:spMk id="10" creationId="{3EB1476D-4C0B-2CA3-9484-B9011B36B52C}"/>
          </ac:spMkLst>
        </pc:spChg>
        <pc:spChg chg="add mod">
          <ac:chgData name="Teng Wang" userId="18a8d83a-d360-47a3-91f7-533eefe1d157" providerId="ADAL" clId="{0D6A0893-A4C3-4472-A40B-1F08EA46D4AE}" dt="2026-05-13T19:59:43.209" v="35068" actId="164"/>
          <ac:spMkLst>
            <pc:docMk/>
            <pc:sldMk cId="102183692" sldId="531"/>
            <ac:spMk id="11" creationId="{403D5E02-7DE6-107D-778F-EF6E77AB40BB}"/>
          </ac:spMkLst>
        </pc:spChg>
        <pc:spChg chg="add mod">
          <ac:chgData name="Teng Wang" userId="18a8d83a-d360-47a3-91f7-533eefe1d157" providerId="ADAL" clId="{0D6A0893-A4C3-4472-A40B-1F08EA46D4AE}" dt="2026-05-13T21:23:50.842" v="36432" actId="164"/>
          <ac:spMkLst>
            <pc:docMk/>
            <pc:sldMk cId="102183692" sldId="531"/>
            <ac:spMk id="20" creationId="{60A213D2-10E6-95F8-8B0E-72BA19F8E38A}"/>
          </ac:spMkLst>
        </pc:spChg>
        <pc:spChg chg="add mod">
          <ac:chgData name="Teng Wang" userId="18a8d83a-d360-47a3-91f7-533eefe1d157" providerId="ADAL" clId="{0D6A0893-A4C3-4472-A40B-1F08EA46D4AE}" dt="2026-05-13T21:23:50.842" v="36432" actId="164"/>
          <ac:spMkLst>
            <pc:docMk/>
            <pc:sldMk cId="102183692" sldId="531"/>
            <ac:spMk id="22" creationId="{FB5CE691-C8AC-6D49-19AC-FAF5A2B1CC30}"/>
          </ac:spMkLst>
        </pc:spChg>
        <pc:spChg chg="add mod">
          <ac:chgData name="Teng Wang" userId="18a8d83a-d360-47a3-91f7-533eefe1d157" providerId="ADAL" clId="{0D6A0893-A4C3-4472-A40B-1F08EA46D4AE}" dt="2026-05-13T21:23:50.842" v="36432" actId="164"/>
          <ac:spMkLst>
            <pc:docMk/>
            <pc:sldMk cId="102183692" sldId="531"/>
            <ac:spMk id="23" creationId="{16964DB8-D4C4-7C4B-D746-BEC7DEF9B295}"/>
          </ac:spMkLst>
        </pc:spChg>
        <pc:spChg chg="add mod">
          <ac:chgData name="Teng Wang" userId="18a8d83a-d360-47a3-91f7-533eefe1d157" providerId="ADAL" clId="{0D6A0893-A4C3-4472-A40B-1F08EA46D4AE}" dt="2026-05-13T21:24:07.264" v="36436" actId="14100"/>
          <ac:spMkLst>
            <pc:docMk/>
            <pc:sldMk cId="102183692" sldId="531"/>
            <ac:spMk id="27" creationId="{6234DCF2-E464-B6F0-3F42-48FAD0047B0E}"/>
          </ac:spMkLst>
        </pc:spChg>
        <pc:spChg chg="mod">
          <ac:chgData name="Teng Wang" userId="18a8d83a-d360-47a3-91f7-533eefe1d157" providerId="ADAL" clId="{0D6A0893-A4C3-4472-A40B-1F08EA46D4AE}" dt="2026-05-13T20:07:02.499" v="35534" actId="14100"/>
          <ac:spMkLst>
            <pc:docMk/>
            <pc:sldMk cId="102183692" sldId="531"/>
            <ac:spMk id="31" creationId="{89DF5D34-3C4E-4B80-6AD0-A37D9AEF8A9B}"/>
          </ac:spMkLst>
        </pc:spChg>
        <pc:spChg chg="mod">
          <ac:chgData name="Teng Wang" userId="18a8d83a-d360-47a3-91f7-533eefe1d157" providerId="ADAL" clId="{0D6A0893-A4C3-4472-A40B-1F08EA46D4AE}" dt="2026-05-13T20:07:04.617" v="35535" actId="14100"/>
          <ac:spMkLst>
            <pc:docMk/>
            <pc:sldMk cId="102183692" sldId="531"/>
            <ac:spMk id="33" creationId="{3F9C4F3D-F8CC-157C-2AE9-F9595A4B34DF}"/>
          </ac:spMkLst>
        </pc:spChg>
        <pc:spChg chg="mod">
          <ac:chgData name="Teng Wang" userId="18a8d83a-d360-47a3-91f7-533eefe1d157" providerId="ADAL" clId="{0D6A0893-A4C3-4472-A40B-1F08EA46D4AE}" dt="2026-05-13T20:07:08.376" v="35538" actId="1038"/>
          <ac:spMkLst>
            <pc:docMk/>
            <pc:sldMk cId="102183692" sldId="531"/>
            <ac:spMk id="35" creationId="{9CCC606B-6C8A-CFF1-CBCF-92F8A462BD90}"/>
          </ac:spMkLst>
        </pc:spChg>
        <pc:spChg chg="mod">
          <ac:chgData name="Teng Wang" userId="18a8d83a-d360-47a3-91f7-533eefe1d157" providerId="ADAL" clId="{0D6A0893-A4C3-4472-A40B-1F08EA46D4AE}" dt="2026-05-13T20:07:08.376" v="35538" actId="1038"/>
          <ac:spMkLst>
            <pc:docMk/>
            <pc:sldMk cId="102183692" sldId="531"/>
            <ac:spMk id="36" creationId="{400639B6-8FC7-C2B8-9D02-66FCAC6703F8}"/>
          </ac:spMkLst>
        </pc:spChg>
        <pc:spChg chg="mod">
          <ac:chgData name="Teng Wang" userId="18a8d83a-d360-47a3-91f7-533eefe1d157" providerId="ADAL" clId="{0D6A0893-A4C3-4472-A40B-1F08EA46D4AE}" dt="2026-05-13T20:06:48.873" v="35529" actId="14100"/>
          <ac:spMkLst>
            <pc:docMk/>
            <pc:sldMk cId="102183692" sldId="531"/>
            <ac:spMk id="40" creationId="{CE80610C-8C44-7373-672B-B22973DC9473}"/>
          </ac:spMkLst>
        </pc:spChg>
        <pc:spChg chg="mod">
          <ac:chgData name="Teng Wang" userId="18a8d83a-d360-47a3-91f7-533eefe1d157" providerId="ADAL" clId="{0D6A0893-A4C3-4472-A40B-1F08EA46D4AE}" dt="2026-05-13T20:06:52.793" v="35530" actId="14100"/>
          <ac:spMkLst>
            <pc:docMk/>
            <pc:sldMk cId="102183692" sldId="531"/>
            <ac:spMk id="42" creationId="{4B2B2135-2F02-EC55-8BD3-649A4E47EBA5}"/>
          </ac:spMkLst>
        </pc:spChg>
        <pc:spChg chg="mod">
          <ac:chgData name="Teng Wang" userId="18a8d83a-d360-47a3-91f7-533eefe1d157" providerId="ADAL" clId="{0D6A0893-A4C3-4472-A40B-1F08EA46D4AE}" dt="2026-05-13T20:04:50.545" v="35421" actId="14100"/>
          <ac:spMkLst>
            <pc:docMk/>
            <pc:sldMk cId="102183692" sldId="531"/>
            <ac:spMk id="44" creationId="{EFCD63CB-62F9-7E9B-253F-7046E2006F60}"/>
          </ac:spMkLst>
        </pc:spChg>
        <pc:spChg chg="mod">
          <ac:chgData name="Teng Wang" userId="18a8d83a-d360-47a3-91f7-533eefe1d157" providerId="ADAL" clId="{0D6A0893-A4C3-4472-A40B-1F08EA46D4AE}" dt="2026-05-13T20:04:57.120" v="35424" actId="1037"/>
          <ac:spMkLst>
            <pc:docMk/>
            <pc:sldMk cId="102183692" sldId="531"/>
            <ac:spMk id="45" creationId="{A23CBF4C-79BE-1905-2939-946E64B755E6}"/>
          </ac:spMkLst>
        </pc:spChg>
        <pc:spChg chg="add mod">
          <ac:chgData name="Teng Wang" userId="18a8d83a-d360-47a3-91f7-533eefe1d157" providerId="ADAL" clId="{0D6A0893-A4C3-4472-A40B-1F08EA46D4AE}" dt="2026-05-13T21:24:00.406" v="36434" actId="164"/>
          <ac:spMkLst>
            <pc:docMk/>
            <pc:sldMk cId="102183692" sldId="531"/>
            <ac:spMk id="50" creationId="{34F2779D-F4A9-3CBE-D576-E6771853D1E5}"/>
          </ac:spMkLst>
        </pc:spChg>
        <pc:spChg chg="add mod">
          <ac:chgData name="Teng Wang" userId="18a8d83a-d360-47a3-91f7-533eefe1d157" providerId="ADAL" clId="{0D6A0893-A4C3-4472-A40B-1F08EA46D4AE}" dt="2026-05-13T21:24:00.406" v="36434" actId="164"/>
          <ac:spMkLst>
            <pc:docMk/>
            <pc:sldMk cId="102183692" sldId="531"/>
            <ac:spMk id="51" creationId="{4D91A6B0-DCDE-0500-F792-E7B42FDF5741}"/>
          </ac:spMkLst>
        </pc:spChg>
        <pc:spChg chg="add mod">
          <ac:chgData name="Teng Wang" userId="18a8d83a-d360-47a3-91f7-533eefe1d157" providerId="ADAL" clId="{0D6A0893-A4C3-4472-A40B-1F08EA46D4AE}" dt="2026-05-13T21:24:00.406" v="36434" actId="164"/>
          <ac:spMkLst>
            <pc:docMk/>
            <pc:sldMk cId="102183692" sldId="531"/>
            <ac:spMk id="58" creationId="{224E7492-083F-F3CB-F101-37D5DED01BF0}"/>
          </ac:spMkLst>
        </pc:spChg>
        <pc:spChg chg="add mod">
          <ac:chgData name="Teng Wang" userId="18a8d83a-d360-47a3-91f7-533eefe1d157" providerId="ADAL" clId="{0D6A0893-A4C3-4472-A40B-1F08EA46D4AE}" dt="2026-05-13T21:24:00.406" v="36434" actId="164"/>
          <ac:spMkLst>
            <pc:docMk/>
            <pc:sldMk cId="102183692" sldId="531"/>
            <ac:spMk id="59" creationId="{48BB1259-BFF7-2554-4D10-AB02C134431A}"/>
          </ac:spMkLst>
        </pc:spChg>
        <pc:spChg chg="add mod">
          <ac:chgData name="Teng Wang" userId="18a8d83a-d360-47a3-91f7-533eefe1d157" providerId="ADAL" clId="{0D6A0893-A4C3-4472-A40B-1F08EA46D4AE}" dt="2026-05-13T21:23:44.211" v="36431" actId="1076"/>
          <ac:spMkLst>
            <pc:docMk/>
            <pc:sldMk cId="102183692" sldId="531"/>
            <ac:spMk id="62" creationId="{97C6541F-A51F-0DAF-DC2C-944924CCF824}"/>
          </ac:spMkLst>
        </pc:spChg>
        <pc:spChg chg="add mod">
          <ac:chgData name="Teng Wang" userId="18a8d83a-d360-47a3-91f7-533eefe1d157" providerId="ADAL" clId="{0D6A0893-A4C3-4472-A40B-1F08EA46D4AE}" dt="2026-05-13T21:23:50.842" v="36432" actId="164"/>
          <ac:spMkLst>
            <pc:docMk/>
            <pc:sldMk cId="102183692" sldId="531"/>
            <ac:spMk id="68" creationId="{5E88549F-845E-3E8C-E0BA-E89499113FF3}"/>
          </ac:spMkLst>
        </pc:spChg>
        <pc:spChg chg="add mod">
          <ac:chgData name="Teng Wang" userId="18a8d83a-d360-47a3-91f7-533eefe1d157" providerId="ADAL" clId="{0D6A0893-A4C3-4472-A40B-1F08EA46D4AE}" dt="2026-05-13T21:23:50.842" v="36432" actId="164"/>
          <ac:spMkLst>
            <pc:docMk/>
            <pc:sldMk cId="102183692" sldId="531"/>
            <ac:spMk id="70" creationId="{1B8D0C78-3853-FD88-372F-DD840DB22CF1}"/>
          </ac:spMkLst>
        </pc:spChg>
        <pc:spChg chg="add mod">
          <ac:chgData name="Teng Wang" userId="18a8d83a-d360-47a3-91f7-533eefe1d157" providerId="ADAL" clId="{0D6A0893-A4C3-4472-A40B-1F08EA46D4AE}" dt="2026-05-13T21:23:50.842" v="36432" actId="164"/>
          <ac:spMkLst>
            <pc:docMk/>
            <pc:sldMk cId="102183692" sldId="531"/>
            <ac:spMk id="72" creationId="{298CC10A-3DF6-E084-5510-B249662BAB6B}"/>
          </ac:spMkLst>
        </pc:spChg>
        <pc:spChg chg="add mod">
          <ac:chgData name="Teng Wang" userId="18a8d83a-d360-47a3-91f7-533eefe1d157" providerId="ADAL" clId="{0D6A0893-A4C3-4472-A40B-1F08EA46D4AE}" dt="2026-05-13T21:23:50.842" v="36432" actId="164"/>
          <ac:spMkLst>
            <pc:docMk/>
            <pc:sldMk cId="102183692" sldId="531"/>
            <ac:spMk id="74" creationId="{DCE565D7-9D3E-1CCA-A777-DC0D03D704CF}"/>
          </ac:spMkLst>
        </pc:spChg>
        <pc:spChg chg="add mod">
          <ac:chgData name="Teng Wang" userId="18a8d83a-d360-47a3-91f7-533eefe1d157" providerId="ADAL" clId="{0D6A0893-A4C3-4472-A40B-1F08EA46D4AE}" dt="2026-05-13T21:23:50.842" v="36432" actId="164"/>
          <ac:spMkLst>
            <pc:docMk/>
            <pc:sldMk cId="102183692" sldId="531"/>
            <ac:spMk id="76" creationId="{99682A33-4EA7-9586-7D85-3FAD1DED9216}"/>
          </ac:spMkLst>
        </pc:spChg>
        <pc:spChg chg="add mod">
          <ac:chgData name="Teng Wang" userId="18a8d83a-d360-47a3-91f7-533eefe1d157" providerId="ADAL" clId="{0D6A0893-A4C3-4472-A40B-1F08EA46D4AE}" dt="2026-05-13T21:23:50.842" v="36432" actId="164"/>
          <ac:spMkLst>
            <pc:docMk/>
            <pc:sldMk cId="102183692" sldId="531"/>
            <ac:spMk id="77" creationId="{B00E36D1-E793-D34B-82A9-43967B604B87}"/>
          </ac:spMkLst>
        </pc:spChg>
        <pc:spChg chg="add mod">
          <ac:chgData name="Teng Wang" userId="18a8d83a-d360-47a3-91f7-533eefe1d157" providerId="ADAL" clId="{0D6A0893-A4C3-4472-A40B-1F08EA46D4AE}" dt="2026-05-13T21:23:50.842" v="36432" actId="164"/>
          <ac:spMkLst>
            <pc:docMk/>
            <pc:sldMk cId="102183692" sldId="531"/>
            <ac:spMk id="78" creationId="{474BB188-FD33-85E1-E933-DAF985D82E13}"/>
          </ac:spMkLst>
        </pc:spChg>
        <pc:grpChg chg="add mod">
          <ac:chgData name="Teng Wang" userId="18a8d83a-d360-47a3-91f7-533eefe1d157" providerId="ADAL" clId="{0D6A0893-A4C3-4472-A40B-1F08EA46D4AE}" dt="2026-05-13T20:00:10.126" v="35075" actId="164"/>
          <ac:grpSpMkLst>
            <pc:docMk/>
            <pc:sldMk cId="102183692" sldId="531"/>
            <ac:grpSpMk id="13" creationId="{74243D00-B269-E1DF-6F50-B4F2BADEB609}"/>
          </ac:grpSpMkLst>
        </pc:grpChg>
        <pc:grpChg chg="add mod">
          <ac:chgData name="Teng Wang" userId="18a8d83a-d360-47a3-91f7-533eefe1d157" providerId="ADAL" clId="{0D6A0893-A4C3-4472-A40B-1F08EA46D4AE}" dt="2026-05-13T20:00:30.520" v="35084" actId="164"/>
          <ac:grpSpMkLst>
            <pc:docMk/>
            <pc:sldMk cId="102183692" sldId="531"/>
            <ac:grpSpMk id="14" creationId="{E86854B1-9641-7BAC-A333-113545EFCA82}"/>
          </ac:grpSpMkLst>
        </pc:grpChg>
        <pc:grpChg chg="add mod">
          <ac:chgData name="Teng Wang" userId="18a8d83a-d360-47a3-91f7-533eefe1d157" providerId="ADAL" clId="{0D6A0893-A4C3-4472-A40B-1F08EA46D4AE}" dt="2026-05-13T21:24:00.406" v="36434" actId="164"/>
          <ac:grpSpMkLst>
            <pc:docMk/>
            <pc:sldMk cId="102183692" sldId="531"/>
            <ac:grpSpMk id="25" creationId="{10B7CA56-86C6-670C-B9F5-BCF19CE41860}"/>
          </ac:grpSpMkLst>
        </pc:grpChg>
        <pc:grpChg chg="add mod">
          <ac:chgData name="Teng Wang" userId="18a8d83a-d360-47a3-91f7-533eefe1d157" providerId="ADAL" clId="{0D6A0893-A4C3-4472-A40B-1F08EA46D4AE}" dt="2026-05-13T21:24:00.406" v="36434" actId="164"/>
          <ac:grpSpMkLst>
            <pc:docMk/>
            <pc:sldMk cId="102183692" sldId="531"/>
            <ac:grpSpMk id="26" creationId="{BBA9D67B-A59E-C0B0-D783-370867527FBA}"/>
          </ac:grpSpMkLst>
        </pc:grpChg>
        <pc:grpChg chg="mod">
          <ac:chgData name="Teng Wang" userId="18a8d83a-d360-47a3-91f7-533eefe1d157" providerId="ADAL" clId="{0D6A0893-A4C3-4472-A40B-1F08EA46D4AE}" dt="2026-05-13T20:00:32.844" v="35085"/>
          <ac:grpSpMkLst>
            <pc:docMk/>
            <pc:sldMk cId="102183692" sldId="531"/>
            <ac:grpSpMk id="32" creationId="{CCCB100E-B581-2473-60B6-0B82E1ED523C}"/>
          </ac:grpSpMkLst>
        </pc:grpChg>
        <pc:grpChg chg="mod">
          <ac:chgData name="Teng Wang" userId="18a8d83a-d360-47a3-91f7-533eefe1d157" providerId="ADAL" clId="{0D6A0893-A4C3-4472-A40B-1F08EA46D4AE}" dt="2026-05-13T20:00:32.844" v="35085"/>
          <ac:grpSpMkLst>
            <pc:docMk/>
            <pc:sldMk cId="102183692" sldId="531"/>
            <ac:grpSpMk id="34" creationId="{2D683EFD-7F32-0096-CD0D-32994E8ED022}"/>
          </ac:grpSpMkLst>
        </pc:grpChg>
        <pc:grpChg chg="add mod">
          <ac:chgData name="Teng Wang" userId="18a8d83a-d360-47a3-91f7-533eefe1d157" providerId="ADAL" clId="{0D6A0893-A4C3-4472-A40B-1F08EA46D4AE}" dt="2026-05-13T21:24:00.406" v="36434" actId="164"/>
          <ac:grpSpMkLst>
            <pc:docMk/>
            <pc:sldMk cId="102183692" sldId="531"/>
            <ac:grpSpMk id="38" creationId="{688E8664-C61F-FE79-7D2F-BE5C3A34221E}"/>
          </ac:grpSpMkLst>
        </pc:grpChg>
        <pc:grpChg chg="mod">
          <ac:chgData name="Teng Wang" userId="18a8d83a-d360-47a3-91f7-533eefe1d157" providerId="ADAL" clId="{0D6A0893-A4C3-4472-A40B-1F08EA46D4AE}" dt="2026-05-13T20:03:10.748" v="35304"/>
          <ac:grpSpMkLst>
            <pc:docMk/>
            <pc:sldMk cId="102183692" sldId="531"/>
            <ac:grpSpMk id="41" creationId="{49B48F75-C391-AB83-C4D3-E4A1CD889584}"/>
          </ac:grpSpMkLst>
        </pc:grpChg>
        <pc:grpChg chg="mod">
          <ac:chgData name="Teng Wang" userId="18a8d83a-d360-47a3-91f7-533eefe1d157" providerId="ADAL" clId="{0D6A0893-A4C3-4472-A40B-1F08EA46D4AE}" dt="2026-05-13T20:03:10.748" v="35304"/>
          <ac:grpSpMkLst>
            <pc:docMk/>
            <pc:sldMk cId="102183692" sldId="531"/>
            <ac:grpSpMk id="43" creationId="{34350222-096E-7FCC-1C76-8D0C94FCECE5}"/>
          </ac:grpSpMkLst>
        </pc:grpChg>
        <pc:grpChg chg="mod">
          <ac:chgData name="Teng Wang" userId="18a8d83a-d360-47a3-91f7-533eefe1d157" providerId="ADAL" clId="{0D6A0893-A4C3-4472-A40B-1F08EA46D4AE}" dt="2026-05-13T21:24:14.632" v="36439" actId="1036"/>
          <ac:grpSpMkLst>
            <pc:docMk/>
            <pc:sldMk cId="102183692" sldId="531"/>
            <ac:grpSpMk id="80" creationId="{F79D978A-A86A-387E-3F7B-FB179AC87AA7}"/>
          </ac:grpSpMkLst>
        </pc:grpChg>
        <pc:grpChg chg="add mod">
          <ac:chgData name="Teng Wang" userId="18a8d83a-d360-47a3-91f7-533eefe1d157" providerId="ADAL" clId="{0D6A0893-A4C3-4472-A40B-1F08EA46D4AE}" dt="2026-05-13T21:24:04.613" v="36435" actId="1076"/>
          <ac:grpSpMkLst>
            <pc:docMk/>
            <pc:sldMk cId="102183692" sldId="531"/>
            <ac:grpSpMk id="81" creationId="{197721CC-E102-D644-82CC-B54B767EF801}"/>
          </ac:grpSpMkLst>
        </pc:grpChg>
        <pc:picChg chg="add mod">
          <ac:chgData name="Teng Wang" userId="18a8d83a-d360-47a3-91f7-533eefe1d157" providerId="ADAL" clId="{0D6A0893-A4C3-4472-A40B-1F08EA46D4AE}" dt="2026-05-13T20:00:30.520" v="35084" actId="164"/>
          <ac:picMkLst>
            <pc:docMk/>
            <pc:sldMk cId="102183692" sldId="531"/>
            <ac:picMk id="8" creationId="{8ACF8AA0-4351-E24A-4044-084F640ABCDA}"/>
          </ac:picMkLst>
        </pc:picChg>
        <pc:picChg chg="add mod ord">
          <ac:chgData name="Teng Wang" userId="18a8d83a-d360-47a3-91f7-533eefe1d157" providerId="ADAL" clId="{0D6A0893-A4C3-4472-A40B-1F08EA46D4AE}" dt="2026-05-13T21:24:00.406" v="36434" actId="164"/>
          <ac:picMkLst>
            <pc:docMk/>
            <pc:sldMk cId="102183692" sldId="531"/>
            <ac:picMk id="37" creationId="{791C9112-649C-47CB-3BA0-F417383CEAA3}"/>
          </ac:picMkLst>
        </pc:picChg>
        <pc:picChg chg="add mod ord">
          <ac:chgData name="Teng Wang" userId="18a8d83a-d360-47a3-91f7-533eefe1d157" providerId="ADAL" clId="{0D6A0893-A4C3-4472-A40B-1F08EA46D4AE}" dt="2026-05-13T21:24:00.406" v="36434" actId="164"/>
          <ac:picMkLst>
            <pc:docMk/>
            <pc:sldMk cId="102183692" sldId="531"/>
            <ac:picMk id="46" creationId="{D7119E56-B4AA-A010-47DB-68D5E4774E51}"/>
          </ac:picMkLst>
        </pc:picChg>
        <pc:cxnChg chg="add mod">
          <ac:chgData name="Teng Wang" userId="18a8d83a-d360-47a3-91f7-533eefe1d157" providerId="ADAL" clId="{0D6A0893-A4C3-4472-A40B-1F08EA46D4AE}" dt="2026-05-13T20:14:42.798" v="35594" actId="1035"/>
          <ac:cxnSpMkLst>
            <pc:docMk/>
            <pc:sldMk cId="102183692" sldId="531"/>
            <ac:cxnSpMk id="55" creationId="{4F0BD43B-85A6-5B0B-CDAA-80DF0AD11940}"/>
          </ac:cxnSpMkLst>
        </pc:cxnChg>
        <pc:cxnChg chg="add mod">
          <ac:chgData name="Teng Wang" userId="18a8d83a-d360-47a3-91f7-533eefe1d157" providerId="ADAL" clId="{0D6A0893-A4C3-4472-A40B-1F08EA46D4AE}" dt="2026-05-13T20:14:45.415" v="35596" actId="1035"/>
          <ac:cxnSpMkLst>
            <pc:docMk/>
            <pc:sldMk cId="102183692" sldId="531"/>
            <ac:cxnSpMk id="56" creationId="{2A752A02-CA0C-8BE5-3C78-8491542A1E98}"/>
          </ac:cxnSpMkLst>
        </pc:cxnChg>
        <pc:cxnChg chg="add mod">
          <ac:chgData name="Teng Wang" userId="18a8d83a-d360-47a3-91f7-533eefe1d157" providerId="ADAL" clId="{0D6A0893-A4C3-4472-A40B-1F08EA46D4AE}" dt="2026-05-13T20:15:19.934" v="35616" actId="1037"/>
          <ac:cxnSpMkLst>
            <pc:docMk/>
            <pc:sldMk cId="102183692" sldId="531"/>
            <ac:cxnSpMk id="60" creationId="{93A29E42-BF74-2486-44FC-25AD460CF2F3}"/>
          </ac:cxnSpMkLst>
        </pc:cxnChg>
        <pc:cxnChg chg="add mod">
          <ac:chgData name="Teng Wang" userId="18a8d83a-d360-47a3-91f7-533eefe1d157" providerId="ADAL" clId="{0D6A0893-A4C3-4472-A40B-1F08EA46D4AE}" dt="2026-05-13T20:15:19.934" v="35616" actId="1037"/>
          <ac:cxnSpMkLst>
            <pc:docMk/>
            <pc:sldMk cId="102183692" sldId="531"/>
            <ac:cxnSpMk id="61" creationId="{626A24D0-6399-4598-7714-F7ECEC9B20A7}"/>
          </ac:cxnSpMkLst>
        </pc:cxnChg>
        <pc:cxnChg chg="add mod">
          <ac:chgData name="Teng Wang" userId="18a8d83a-d360-47a3-91f7-533eefe1d157" providerId="ADAL" clId="{0D6A0893-A4C3-4472-A40B-1F08EA46D4AE}" dt="2026-05-13T20:20:53.129" v="35812" actId="1037"/>
          <ac:cxnSpMkLst>
            <pc:docMk/>
            <pc:sldMk cId="102183692" sldId="531"/>
            <ac:cxnSpMk id="64" creationId="{AD9DA6BA-625C-4BF2-82E6-FA7C4191E7A1}"/>
          </ac:cxnSpMkLst>
        </pc:cxnChg>
        <pc:cxnChg chg="add mod">
          <ac:chgData name="Teng Wang" userId="18a8d83a-d360-47a3-91f7-533eefe1d157" providerId="ADAL" clId="{0D6A0893-A4C3-4472-A40B-1F08EA46D4AE}" dt="2026-05-13T20:21:01.794" v="35841" actId="1037"/>
          <ac:cxnSpMkLst>
            <pc:docMk/>
            <pc:sldMk cId="102183692" sldId="531"/>
            <ac:cxnSpMk id="65" creationId="{184308ED-40A9-DA48-B5E2-D7B5F207238C}"/>
          </ac:cxnSpMkLst>
        </pc:cxnChg>
        <pc:cxnChg chg="add mod">
          <ac:chgData name="Teng Wang" userId="18a8d83a-d360-47a3-91f7-533eefe1d157" providerId="ADAL" clId="{0D6A0893-A4C3-4472-A40B-1F08EA46D4AE}" dt="2026-05-13T20:21:11.178" v="35878" actId="1038"/>
          <ac:cxnSpMkLst>
            <pc:docMk/>
            <pc:sldMk cId="102183692" sldId="531"/>
            <ac:cxnSpMk id="66" creationId="{303CD16A-AC5D-2CF8-EC6F-E639812C549F}"/>
          </ac:cxnSpMkLst>
        </pc:cxnChg>
      </pc:sldChg>
      <pc:sldChg chg="modSp add mod ord">
        <pc:chgData name="Teng Wang" userId="18a8d83a-d360-47a3-91f7-533eefe1d157" providerId="ADAL" clId="{0D6A0893-A4C3-4472-A40B-1F08EA46D4AE}" dt="2026-05-14T16:44:40.037" v="39705" actId="20577"/>
        <pc:sldMkLst>
          <pc:docMk/>
          <pc:sldMk cId="55769316" sldId="532"/>
        </pc:sldMkLst>
        <pc:spChg chg="mod">
          <ac:chgData name="Teng Wang" userId="18a8d83a-d360-47a3-91f7-533eefe1d157" providerId="ADAL" clId="{0D6A0893-A4C3-4472-A40B-1F08EA46D4AE}" dt="2026-05-14T16:44:40.037" v="39705" actId="20577"/>
          <ac:spMkLst>
            <pc:docMk/>
            <pc:sldMk cId="55769316" sldId="532"/>
            <ac:spMk id="2" creationId="{E831380A-0A53-B5F8-E13B-E5A23CEFABF3}"/>
          </ac:spMkLst>
        </pc:spChg>
        <pc:spChg chg="mod">
          <ac:chgData name="Teng Wang" userId="18a8d83a-d360-47a3-91f7-533eefe1d157" providerId="ADAL" clId="{0D6A0893-A4C3-4472-A40B-1F08EA46D4AE}" dt="2026-05-13T17:02:07.751" v="33470" actId="404"/>
          <ac:spMkLst>
            <pc:docMk/>
            <pc:sldMk cId="55769316" sldId="532"/>
            <ac:spMk id="3" creationId="{DBE3B7A3-F8C7-A77D-FA79-6BC7C7A1B6E1}"/>
          </ac:spMkLst>
        </pc:spChg>
        <pc:spChg chg="mod">
          <ac:chgData name="Teng Wang" userId="18a8d83a-d360-47a3-91f7-533eefe1d157" providerId="ADAL" clId="{0D6A0893-A4C3-4472-A40B-1F08EA46D4AE}" dt="2026-05-13T17:02:26.021" v="33475" actId="14100"/>
          <ac:spMkLst>
            <pc:docMk/>
            <pc:sldMk cId="55769316" sldId="532"/>
            <ac:spMk id="12" creationId="{D3FF407F-61D6-89CF-1F69-8438182BEBBD}"/>
          </ac:spMkLst>
        </pc:spChg>
        <pc:spChg chg="mod">
          <ac:chgData name="Teng Wang" userId="18a8d83a-d360-47a3-91f7-533eefe1d157" providerId="ADAL" clId="{0D6A0893-A4C3-4472-A40B-1F08EA46D4AE}" dt="2026-05-13T17:02:18.355" v="33474" actId="1038"/>
          <ac:spMkLst>
            <pc:docMk/>
            <pc:sldMk cId="55769316" sldId="532"/>
            <ac:spMk id="15" creationId="{AE075513-3BA2-F23E-EB85-32527BECE3C3}"/>
          </ac:spMkLst>
        </pc:spChg>
      </pc:sldChg>
      <pc:sldChg chg="addSp delSp modSp add del mod ord">
        <pc:chgData name="Teng Wang" userId="18a8d83a-d360-47a3-91f7-533eefe1d157" providerId="ADAL" clId="{0D6A0893-A4C3-4472-A40B-1F08EA46D4AE}" dt="2026-05-14T22:49:58.045" v="41367" actId="20577"/>
        <pc:sldMkLst>
          <pc:docMk/>
          <pc:sldMk cId="3513539646" sldId="533"/>
        </pc:sldMkLst>
        <pc:spChg chg="mod">
          <ac:chgData name="Teng Wang" userId="18a8d83a-d360-47a3-91f7-533eefe1d157" providerId="ADAL" clId="{0D6A0893-A4C3-4472-A40B-1F08EA46D4AE}" dt="2026-05-14T22:49:58.045" v="41367" actId="20577"/>
          <ac:spMkLst>
            <pc:docMk/>
            <pc:sldMk cId="3513539646" sldId="533"/>
            <ac:spMk id="2" creationId="{4F7B38B6-06D7-F946-0CB7-786472AE8CF1}"/>
          </ac:spMkLst>
        </pc:spChg>
        <pc:spChg chg="add mod">
          <ac:chgData name="Teng Wang" userId="18a8d83a-d360-47a3-91f7-533eefe1d157" providerId="ADAL" clId="{0D6A0893-A4C3-4472-A40B-1F08EA46D4AE}" dt="2026-05-13T22:25:08.195" v="36882" actId="1076"/>
          <ac:spMkLst>
            <pc:docMk/>
            <pc:sldMk cId="3513539646" sldId="533"/>
            <ac:spMk id="8" creationId="{0298CE15-3D03-F4EC-0470-84A445E8CA0D}"/>
          </ac:spMkLst>
        </pc:spChg>
        <pc:spChg chg="mod">
          <ac:chgData name="Teng Wang" userId="18a8d83a-d360-47a3-91f7-533eefe1d157" providerId="ADAL" clId="{0D6A0893-A4C3-4472-A40B-1F08EA46D4AE}" dt="2026-05-13T22:25:46.508" v="36888"/>
          <ac:spMkLst>
            <pc:docMk/>
            <pc:sldMk cId="3513539646" sldId="533"/>
            <ac:spMk id="11" creationId="{BAC86201-1081-D40F-E4A2-0E076EE1FEB3}"/>
          </ac:spMkLst>
        </pc:spChg>
        <pc:spChg chg="mod">
          <ac:chgData name="Teng Wang" userId="18a8d83a-d360-47a3-91f7-533eefe1d157" providerId="ADAL" clId="{0D6A0893-A4C3-4472-A40B-1F08EA46D4AE}" dt="2026-05-13T22:26:17.395" v="36909" actId="20577"/>
          <ac:spMkLst>
            <pc:docMk/>
            <pc:sldMk cId="3513539646" sldId="533"/>
            <ac:spMk id="12" creationId="{57B2C00E-EAB5-E5E2-ADE5-9106CC9B1898}"/>
          </ac:spMkLst>
        </pc:spChg>
        <pc:spChg chg="mod">
          <ac:chgData name="Teng Wang" userId="18a8d83a-d360-47a3-91f7-533eefe1d157" providerId="ADAL" clId="{0D6A0893-A4C3-4472-A40B-1F08EA46D4AE}" dt="2026-05-13T22:26:34.347" v="36911"/>
          <ac:spMkLst>
            <pc:docMk/>
            <pc:sldMk cId="3513539646" sldId="533"/>
            <ac:spMk id="16" creationId="{C1C414D8-C99F-06ED-8A89-0326FB3738CA}"/>
          </ac:spMkLst>
        </pc:spChg>
        <pc:spChg chg="mod">
          <ac:chgData name="Teng Wang" userId="18a8d83a-d360-47a3-91f7-533eefe1d157" providerId="ADAL" clId="{0D6A0893-A4C3-4472-A40B-1F08EA46D4AE}" dt="2026-05-13T22:26:34.347" v="36911"/>
          <ac:spMkLst>
            <pc:docMk/>
            <pc:sldMk cId="3513539646" sldId="533"/>
            <ac:spMk id="18" creationId="{9B081EB0-1572-ED3A-C8AE-2A4D411A4429}"/>
          </ac:spMkLst>
        </pc:spChg>
        <pc:spChg chg="add mod">
          <ac:chgData name="Teng Wang" userId="18a8d83a-d360-47a3-91f7-533eefe1d157" providerId="ADAL" clId="{0D6A0893-A4C3-4472-A40B-1F08EA46D4AE}" dt="2026-05-13T22:30:30.087" v="36989" actId="20577"/>
          <ac:spMkLst>
            <pc:docMk/>
            <pc:sldMk cId="3513539646" sldId="533"/>
            <ac:spMk id="21" creationId="{313DEC08-59E5-CAD3-AC8A-EE9101B7EC59}"/>
          </ac:spMkLst>
        </pc:spChg>
        <pc:spChg chg="add mod">
          <ac:chgData name="Teng Wang" userId="18a8d83a-d360-47a3-91f7-533eefe1d157" providerId="ADAL" clId="{0D6A0893-A4C3-4472-A40B-1F08EA46D4AE}" dt="2026-05-13T22:31:45.541" v="36997" actId="14100"/>
          <ac:spMkLst>
            <pc:docMk/>
            <pc:sldMk cId="3513539646" sldId="533"/>
            <ac:spMk id="24" creationId="{6415A654-0B7A-BA79-9D92-6574A763A52E}"/>
          </ac:spMkLst>
        </pc:spChg>
        <pc:grpChg chg="add mod">
          <ac:chgData name="Teng Wang" userId="18a8d83a-d360-47a3-91f7-533eefe1d157" providerId="ADAL" clId="{0D6A0893-A4C3-4472-A40B-1F08EA46D4AE}" dt="2026-05-13T22:26:11.049" v="36895" actId="1076"/>
          <ac:grpSpMkLst>
            <pc:docMk/>
            <pc:sldMk cId="3513539646" sldId="533"/>
            <ac:grpSpMk id="10" creationId="{A7E1DE2D-CC4A-F06E-29AF-45324D1291F5}"/>
          </ac:grpSpMkLst>
        </pc:grpChg>
        <pc:grpChg chg="add mod">
          <ac:chgData name="Teng Wang" userId="18a8d83a-d360-47a3-91f7-533eefe1d157" providerId="ADAL" clId="{0D6A0893-A4C3-4472-A40B-1F08EA46D4AE}" dt="2026-05-13T22:26:46.943" v="36914" actId="1076"/>
          <ac:grpSpMkLst>
            <pc:docMk/>
            <pc:sldMk cId="3513539646" sldId="533"/>
            <ac:grpSpMk id="14" creationId="{97F88CF4-6DB9-9E0F-26A9-793D2639914E}"/>
          </ac:grpSpMkLst>
        </pc:grpChg>
        <pc:graphicFrameChg chg="add mod modGraphic">
          <ac:chgData name="Teng Wang" userId="18a8d83a-d360-47a3-91f7-533eefe1d157" providerId="ADAL" clId="{0D6A0893-A4C3-4472-A40B-1F08EA46D4AE}" dt="2026-05-14T20:13:26.293" v="40821" actId="20577"/>
          <ac:graphicFrameMkLst>
            <pc:docMk/>
            <pc:sldMk cId="3513539646" sldId="533"/>
            <ac:graphicFrameMk id="19" creationId="{6ED6D2A9-D78D-B808-437D-AE5238996367}"/>
          </ac:graphicFrameMkLst>
        </pc:graphicFrameChg>
        <pc:picChg chg="add mod">
          <ac:chgData name="Teng Wang" userId="18a8d83a-d360-47a3-91f7-533eefe1d157" providerId="ADAL" clId="{0D6A0893-A4C3-4472-A40B-1F08EA46D4AE}" dt="2026-05-13T22:25:16.685" v="36885" actId="14100"/>
          <ac:picMkLst>
            <pc:docMk/>
            <pc:sldMk cId="3513539646" sldId="533"/>
            <ac:picMk id="5" creationId="{68DC52BE-A358-CC98-445F-F14AB5830AA7}"/>
          </ac:picMkLst>
        </pc:picChg>
        <pc:picChg chg="add mod ord">
          <ac:chgData name="Teng Wang" userId="18a8d83a-d360-47a3-91f7-533eefe1d157" providerId="ADAL" clId="{0D6A0893-A4C3-4472-A40B-1F08EA46D4AE}" dt="2026-05-13T22:26:01.545" v="36892" actId="167"/>
          <ac:picMkLst>
            <pc:docMk/>
            <pc:sldMk cId="3513539646" sldId="533"/>
            <ac:picMk id="7" creationId="{D4997815-B16E-C7F7-1D10-0A31B2A0D17F}"/>
          </ac:picMkLst>
        </pc:picChg>
      </pc:sldChg>
      <pc:sldChg chg="modSp add mod ord">
        <pc:chgData name="Teng Wang" userId="18a8d83a-d360-47a3-91f7-533eefe1d157" providerId="ADAL" clId="{0D6A0893-A4C3-4472-A40B-1F08EA46D4AE}" dt="2026-05-14T16:44:59.072" v="39731" actId="20577"/>
        <pc:sldMkLst>
          <pc:docMk/>
          <pc:sldMk cId="1927549868" sldId="535"/>
        </pc:sldMkLst>
        <pc:spChg chg="mod">
          <ac:chgData name="Teng Wang" userId="18a8d83a-d360-47a3-91f7-533eefe1d157" providerId="ADAL" clId="{0D6A0893-A4C3-4472-A40B-1F08EA46D4AE}" dt="2026-05-14T16:44:59.072" v="39731" actId="20577"/>
          <ac:spMkLst>
            <pc:docMk/>
            <pc:sldMk cId="1927549868" sldId="535"/>
            <ac:spMk id="2" creationId="{DECE46AE-61F1-64BA-A1F3-AB6A000B4C10}"/>
          </ac:spMkLst>
        </pc:spChg>
        <pc:spChg chg="mod">
          <ac:chgData name="Teng Wang" userId="18a8d83a-d360-47a3-91f7-533eefe1d157" providerId="ADAL" clId="{0D6A0893-A4C3-4472-A40B-1F08EA46D4AE}" dt="2026-05-13T17:01:21.150" v="33454" actId="20577"/>
          <ac:spMkLst>
            <pc:docMk/>
            <pc:sldMk cId="1927549868" sldId="535"/>
            <ac:spMk id="3" creationId="{D618B9C1-3436-178F-018B-CF34E91E78C4}"/>
          </ac:spMkLst>
        </pc:spChg>
        <pc:graphicFrameChg chg="mod modGraphic">
          <ac:chgData name="Teng Wang" userId="18a8d83a-d360-47a3-91f7-533eefe1d157" providerId="ADAL" clId="{0D6A0893-A4C3-4472-A40B-1F08EA46D4AE}" dt="2026-05-13T17:07:18.533" v="33481" actId="1076"/>
          <ac:graphicFrameMkLst>
            <pc:docMk/>
            <pc:sldMk cId="1927549868" sldId="535"/>
            <ac:graphicFrameMk id="5" creationId="{1E1DA2EC-9F2B-822B-7DAF-4FD28A2C95F6}"/>
          </ac:graphicFrameMkLst>
        </pc:graphicFrameChg>
      </pc:sldChg>
      <pc:sldChg chg="addSp delSp modSp add mod ord">
        <pc:chgData name="Teng Wang" userId="18a8d83a-d360-47a3-91f7-533eefe1d157" providerId="ADAL" clId="{0D6A0893-A4C3-4472-A40B-1F08EA46D4AE}" dt="2026-05-14T22:08:05.166" v="41005" actId="1076"/>
        <pc:sldMkLst>
          <pc:docMk/>
          <pc:sldMk cId="2460286150" sldId="536"/>
        </pc:sldMkLst>
        <pc:spChg chg="mod">
          <ac:chgData name="Teng Wang" userId="18a8d83a-d360-47a3-91f7-533eefe1d157" providerId="ADAL" clId="{0D6A0893-A4C3-4472-A40B-1F08EA46D4AE}" dt="2026-05-12T15:49:38.187" v="27467" actId="20577"/>
          <ac:spMkLst>
            <pc:docMk/>
            <pc:sldMk cId="2460286150" sldId="536"/>
            <ac:spMk id="2" creationId="{458070BD-A5F2-7300-967E-2F82AF9AFEE6}"/>
          </ac:spMkLst>
        </pc:spChg>
        <pc:spChg chg="add mod">
          <ac:chgData name="Teng Wang" userId="18a8d83a-d360-47a3-91f7-533eefe1d157" providerId="ADAL" clId="{0D6A0893-A4C3-4472-A40B-1F08EA46D4AE}" dt="2026-05-14T22:07:17.112" v="40963" actId="14100"/>
          <ac:spMkLst>
            <pc:docMk/>
            <pc:sldMk cId="2460286150" sldId="536"/>
            <ac:spMk id="11" creationId="{843D7898-593C-6DC9-00CB-B2F0CC150C34}"/>
          </ac:spMkLst>
        </pc:spChg>
        <pc:spChg chg="add mod">
          <ac:chgData name="Teng Wang" userId="18a8d83a-d360-47a3-91f7-533eefe1d157" providerId="ADAL" clId="{0D6A0893-A4C3-4472-A40B-1F08EA46D4AE}" dt="2026-05-14T16:43:10.754" v="39617" actId="14100"/>
          <ac:spMkLst>
            <pc:docMk/>
            <pc:sldMk cId="2460286150" sldId="536"/>
            <ac:spMk id="12" creationId="{1FCD52A8-8D77-ADD4-52B4-5D226627A444}"/>
          </ac:spMkLst>
        </pc:spChg>
        <pc:spChg chg="add mod">
          <ac:chgData name="Teng Wang" userId="18a8d83a-d360-47a3-91f7-533eefe1d157" providerId="ADAL" clId="{0D6A0893-A4C3-4472-A40B-1F08EA46D4AE}" dt="2026-05-14T16:43:32.021" v="39649" actId="1076"/>
          <ac:spMkLst>
            <pc:docMk/>
            <pc:sldMk cId="2460286150" sldId="536"/>
            <ac:spMk id="14" creationId="{D1965036-4D59-688A-FB98-77AAAB3ACD66}"/>
          </ac:spMkLst>
        </pc:spChg>
        <pc:spChg chg="add mod">
          <ac:chgData name="Teng Wang" userId="18a8d83a-d360-47a3-91f7-533eefe1d157" providerId="ADAL" clId="{0D6A0893-A4C3-4472-A40B-1F08EA46D4AE}" dt="2026-05-14T22:08:05.166" v="41005" actId="1076"/>
          <ac:spMkLst>
            <pc:docMk/>
            <pc:sldMk cId="2460286150" sldId="536"/>
            <ac:spMk id="17" creationId="{6291BD16-3D78-38FF-2590-A4407FDB1364}"/>
          </ac:spMkLst>
        </pc:spChg>
        <pc:picChg chg="add mod">
          <ac:chgData name="Teng Wang" userId="18a8d83a-d360-47a3-91f7-533eefe1d157" providerId="ADAL" clId="{0D6A0893-A4C3-4472-A40B-1F08EA46D4AE}" dt="2026-05-12T15:50:15.429" v="27476" actId="1076"/>
          <ac:picMkLst>
            <pc:docMk/>
            <pc:sldMk cId="2460286150" sldId="536"/>
            <ac:picMk id="9" creationId="{F26AB9EA-819F-BEF7-3616-AFA1748EC4B7}"/>
          </ac:picMkLst>
        </pc:picChg>
        <pc:cxnChg chg="add mod">
          <ac:chgData name="Teng Wang" userId="18a8d83a-d360-47a3-91f7-533eefe1d157" providerId="ADAL" clId="{0D6A0893-A4C3-4472-A40B-1F08EA46D4AE}" dt="2026-05-14T22:07:21.423" v="40964" actId="17032"/>
          <ac:cxnSpMkLst>
            <pc:docMk/>
            <pc:sldMk cId="2460286150" sldId="536"/>
            <ac:cxnSpMk id="13" creationId="{4E3DB445-E745-4F9D-4423-B7AD6CEA3681}"/>
          </ac:cxnSpMkLst>
        </pc:cxnChg>
      </pc:sldChg>
      <pc:sldChg chg="addSp delSp modSp add del mod ord">
        <pc:chgData name="Teng Wang" userId="18a8d83a-d360-47a3-91f7-533eefe1d157" providerId="ADAL" clId="{0D6A0893-A4C3-4472-A40B-1F08EA46D4AE}" dt="2026-05-14T01:07:07.266" v="37489" actId="47"/>
        <pc:sldMkLst>
          <pc:docMk/>
          <pc:sldMk cId="1953420344" sldId="537"/>
        </pc:sldMkLst>
      </pc:sldChg>
      <pc:sldChg chg="addSp delSp modSp add mod ord">
        <pc:chgData name="Teng Wang" userId="18a8d83a-d360-47a3-91f7-533eefe1d157" providerId="ADAL" clId="{0D6A0893-A4C3-4472-A40B-1F08EA46D4AE}" dt="2026-05-13T22:05:24.407" v="36835" actId="208"/>
        <pc:sldMkLst>
          <pc:docMk/>
          <pc:sldMk cId="3720539910" sldId="538"/>
        </pc:sldMkLst>
        <pc:spChg chg="mod">
          <ac:chgData name="Teng Wang" userId="18a8d83a-d360-47a3-91f7-533eefe1d157" providerId="ADAL" clId="{0D6A0893-A4C3-4472-A40B-1F08EA46D4AE}" dt="2026-05-13T21:58:50.335" v="36722" actId="20577"/>
          <ac:spMkLst>
            <pc:docMk/>
            <pc:sldMk cId="3720539910" sldId="538"/>
            <ac:spMk id="2" creationId="{B0E6F55D-DDF6-5023-0A73-90968665E7A2}"/>
          </ac:spMkLst>
        </pc:spChg>
        <pc:spChg chg="mod">
          <ac:chgData name="Teng Wang" userId="18a8d83a-d360-47a3-91f7-533eefe1d157" providerId="ADAL" clId="{0D6A0893-A4C3-4472-A40B-1F08EA46D4AE}" dt="2026-05-13T16:49:43.790" v="33387" actId="1076"/>
          <ac:spMkLst>
            <pc:docMk/>
            <pc:sldMk cId="3720539910" sldId="538"/>
            <ac:spMk id="5" creationId="{4C74C556-5C3E-572A-62EF-C61B39565ADF}"/>
          </ac:spMkLst>
        </pc:spChg>
        <pc:spChg chg="add mod">
          <ac:chgData name="Teng Wang" userId="18a8d83a-d360-47a3-91f7-533eefe1d157" providerId="ADAL" clId="{0D6A0893-A4C3-4472-A40B-1F08EA46D4AE}" dt="2026-05-13T22:00:06.741" v="36751" actId="208"/>
          <ac:spMkLst>
            <pc:docMk/>
            <pc:sldMk cId="3720539910" sldId="538"/>
            <ac:spMk id="7" creationId="{9586A518-362B-88B0-655A-246F161368E4}"/>
          </ac:spMkLst>
        </pc:spChg>
        <pc:spChg chg="add mod">
          <ac:chgData name="Teng Wang" userId="18a8d83a-d360-47a3-91f7-533eefe1d157" providerId="ADAL" clId="{0D6A0893-A4C3-4472-A40B-1F08EA46D4AE}" dt="2026-05-13T21:59:07.866" v="36725" actId="1076"/>
          <ac:spMkLst>
            <pc:docMk/>
            <pc:sldMk cId="3720539910" sldId="538"/>
            <ac:spMk id="10" creationId="{05A452D5-3378-8570-FCF0-722C1EFBEE42}"/>
          </ac:spMkLst>
        </pc:spChg>
        <pc:spChg chg="add mod">
          <ac:chgData name="Teng Wang" userId="18a8d83a-d360-47a3-91f7-533eefe1d157" providerId="ADAL" clId="{0D6A0893-A4C3-4472-A40B-1F08EA46D4AE}" dt="2026-05-13T22:05:24.407" v="36835" actId="208"/>
          <ac:spMkLst>
            <pc:docMk/>
            <pc:sldMk cId="3720539910" sldId="538"/>
            <ac:spMk id="11" creationId="{4DE7A433-C37D-0945-9D51-95A6127CBC5C}"/>
          </ac:spMkLst>
        </pc:spChg>
        <pc:spChg chg="add mod">
          <ac:chgData name="Teng Wang" userId="18a8d83a-d360-47a3-91f7-533eefe1d157" providerId="ADAL" clId="{0D6A0893-A4C3-4472-A40B-1F08EA46D4AE}" dt="2026-05-13T22:01:00.121" v="36762" actId="1582"/>
          <ac:spMkLst>
            <pc:docMk/>
            <pc:sldMk cId="3720539910" sldId="538"/>
            <ac:spMk id="13" creationId="{DCF31DEF-A2EB-D7DB-7E86-A5BB746F70FB}"/>
          </ac:spMkLst>
        </pc:spChg>
        <pc:spChg chg="add mod">
          <ac:chgData name="Teng Wang" userId="18a8d83a-d360-47a3-91f7-533eefe1d157" providerId="ADAL" clId="{0D6A0893-A4C3-4472-A40B-1F08EA46D4AE}" dt="2026-05-13T22:04:37.757" v="36774" actId="1076"/>
          <ac:spMkLst>
            <pc:docMk/>
            <pc:sldMk cId="3720539910" sldId="538"/>
            <ac:spMk id="16" creationId="{62711E76-B503-CBFA-B74D-302EAD852C46}"/>
          </ac:spMkLst>
        </pc:spChg>
        <pc:graphicFrameChg chg="add mod modGraphic">
          <ac:chgData name="Teng Wang" userId="18a8d83a-d360-47a3-91f7-533eefe1d157" providerId="ADAL" clId="{0D6A0893-A4C3-4472-A40B-1F08EA46D4AE}" dt="2026-05-13T21:59:07.866" v="36725" actId="1076"/>
          <ac:graphicFrameMkLst>
            <pc:docMk/>
            <pc:sldMk cId="3720539910" sldId="538"/>
            <ac:graphicFrameMk id="8" creationId="{9B1935AD-3241-E165-39D6-1A6D1B56A94E}"/>
          </ac:graphicFrameMkLst>
        </pc:graphicFrameChg>
        <pc:picChg chg="add mod">
          <ac:chgData name="Teng Wang" userId="18a8d83a-d360-47a3-91f7-533eefe1d157" providerId="ADAL" clId="{0D6A0893-A4C3-4472-A40B-1F08EA46D4AE}" dt="2026-05-13T21:59:41.310" v="36743" actId="1076"/>
          <ac:picMkLst>
            <pc:docMk/>
            <pc:sldMk cId="3720539910" sldId="538"/>
            <ac:picMk id="6" creationId="{5546B172-5EDE-0DF5-E991-73A2E4BB76D1}"/>
          </ac:picMkLst>
        </pc:picChg>
      </pc:sldChg>
      <pc:sldChg chg="addSp delSp modSp add mod ord">
        <pc:chgData name="Teng Wang" userId="18a8d83a-d360-47a3-91f7-533eefe1d157" providerId="ADAL" clId="{0D6A0893-A4C3-4472-A40B-1F08EA46D4AE}" dt="2026-05-15T00:04:24.747" v="42306" actId="113"/>
        <pc:sldMkLst>
          <pc:docMk/>
          <pc:sldMk cId="3047883458" sldId="539"/>
        </pc:sldMkLst>
        <pc:spChg chg="mod">
          <ac:chgData name="Teng Wang" userId="18a8d83a-d360-47a3-91f7-533eefe1d157" providerId="ADAL" clId="{0D6A0893-A4C3-4472-A40B-1F08EA46D4AE}" dt="2026-05-14T01:11:23.768" v="37660" actId="20577"/>
          <ac:spMkLst>
            <pc:docMk/>
            <pc:sldMk cId="3047883458" sldId="539"/>
            <ac:spMk id="2" creationId="{360E6224-F442-51E7-AF55-A3D99F09C729}"/>
          </ac:spMkLst>
        </pc:spChg>
        <pc:spChg chg="mod">
          <ac:chgData name="Teng Wang" userId="18a8d83a-d360-47a3-91f7-533eefe1d157" providerId="ADAL" clId="{0D6A0893-A4C3-4472-A40B-1F08EA46D4AE}" dt="2026-05-15T00:04:24.747" v="42306" actId="113"/>
          <ac:spMkLst>
            <pc:docMk/>
            <pc:sldMk cId="3047883458" sldId="539"/>
            <ac:spMk id="3" creationId="{73A83994-BCFA-EB02-F09F-E51B78755887}"/>
          </ac:spMkLst>
        </pc:spChg>
        <pc:spChg chg="add del mod">
          <ac:chgData name="Teng Wang" userId="18a8d83a-d360-47a3-91f7-533eefe1d157" providerId="ADAL" clId="{0D6A0893-A4C3-4472-A40B-1F08EA46D4AE}" dt="2026-05-13T23:11:40.495" v="37173" actId="14100"/>
          <ac:spMkLst>
            <pc:docMk/>
            <pc:sldMk cId="3047883458" sldId="539"/>
            <ac:spMk id="7" creationId="{DFDFB840-00A4-6580-548C-59F1BED966CB}"/>
          </ac:spMkLst>
        </pc:spChg>
        <pc:spChg chg="add mod">
          <ac:chgData name="Teng Wang" userId="18a8d83a-d360-47a3-91f7-533eefe1d157" providerId="ADAL" clId="{0D6A0893-A4C3-4472-A40B-1F08EA46D4AE}" dt="2026-05-13T23:11:29.649" v="37171" actId="14100"/>
          <ac:spMkLst>
            <pc:docMk/>
            <pc:sldMk cId="3047883458" sldId="539"/>
            <ac:spMk id="9" creationId="{D75F240F-BC4C-D53A-4F47-7395031D9C45}"/>
          </ac:spMkLst>
        </pc:spChg>
        <pc:spChg chg="add mod">
          <ac:chgData name="Teng Wang" userId="18a8d83a-d360-47a3-91f7-533eefe1d157" providerId="ADAL" clId="{0D6A0893-A4C3-4472-A40B-1F08EA46D4AE}" dt="2026-05-14T01:09:40.545" v="37530"/>
          <ac:spMkLst>
            <pc:docMk/>
            <pc:sldMk cId="3047883458" sldId="539"/>
            <ac:spMk id="14" creationId="{B96C3A01-5597-EF0C-182E-0AA74D9BAC85}"/>
          </ac:spMkLst>
        </pc:spChg>
        <pc:spChg chg="mod">
          <ac:chgData name="Teng Wang" userId="18a8d83a-d360-47a3-91f7-533eefe1d157" providerId="ADAL" clId="{0D6A0893-A4C3-4472-A40B-1F08EA46D4AE}" dt="2026-05-14T01:09:46.233" v="37531"/>
          <ac:spMkLst>
            <pc:docMk/>
            <pc:sldMk cId="3047883458" sldId="539"/>
            <ac:spMk id="16" creationId="{4E8378B8-08F2-99ED-0CF6-884C299782D4}"/>
          </ac:spMkLst>
        </pc:spChg>
        <pc:spChg chg="mod">
          <ac:chgData name="Teng Wang" userId="18a8d83a-d360-47a3-91f7-533eefe1d157" providerId="ADAL" clId="{0D6A0893-A4C3-4472-A40B-1F08EA46D4AE}" dt="2026-05-14T01:11:05.138" v="37616" actId="20577"/>
          <ac:spMkLst>
            <pc:docMk/>
            <pc:sldMk cId="3047883458" sldId="539"/>
            <ac:spMk id="17" creationId="{F37D4DE8-A39E-AF8A-0CAF-9589FFF6BBB0}"/>
          </ac:spMkLst>
        </pc:spChg>
        <pc:grpChg chg="add mod">
          <ac:chgData name="Teng Wang" userId="18a8d83a-d360-47a3-91f7-533eefe1d157" providerId="ADAL" clId="{0D6A0893-A4C3-4472-A40B-1F08EA46D4AE}" dt="2026-05-14T01:10:06.155" v="37563" actId="14100"/>
          <ac:grpSpMkLst>
            <pc:docMk/>
            <pc:sldMk cId="3047883458" sldId="539"/>
            <ac:grpSpMk id="15" creationId="{0CEB1910-DF1E-2F2D-2A6F-BA7ACE75D793}"/>
          </ac:grpSpMkLst>
        </pc:grpChg>
        <pc:picChg chg="add del mod">
          <ac:chgData name="Teng Wang" userId="18a8d83a-d360-47a3-91f7-533eefe1d157" providerId="ADAL" clId="{0D6A0893-A4C3-4472-A40B-1F08EA46D4AE}" dt="2026-05-14T22:04:02.531" v="40897" actId="478"/>
          <ac:picMkLst>
            <pc:docMk/>
            <pc:sldMk cId="3047883458" sldId="539"/>
            <ac:picMk id="5" creationId="{BE323B41-19FF-ACDA-3507-B8DCF2C81C60}"/>
          </ac:picMkLst>
        </pc:picChg>
        <pc:picChg chg="add mod ord">
          <ac:chgData name="Teng Wang" userId="18a8d83a-d360-47a3-91f7-533eefe1d157" providerId="ADAL" clId="{0D6A0893-A4C3-4472-A40B-1F08EA46D4AE}" dt="2026-05-13T17:22:50.530" v="33643" actId="1076"/>
          <ac:picMkLst>
            <pc:docMk/>
            <pc:sldMk cId="3047883458" sldId="539"/>
            <ac:picMk id="6" creationId="{5268B0A1-5A3C-617D-C3D0-6AAB9D3171A8}"/>
          </ac:picMkLst>
        </pc:picChg>
        <pc:picChg chg="add mod ord">
          <ac:chgData name="Teng Wang" userId="18a8d83a-d360-47a3-91f7-533eefe1d157" providerId="ADAL" clId="{0D6A0893-A4C3-4472-A40B-1F08EA46D4AE}" dt="2026-05-14T22:04:17.002" v="40903" actId="1076"/>
          <ac:picMkLst>
            <pc:docMk/>
            <pc:sldMk cId="3047883458" sldId="539"/>
            <ac:picMk id="19" creationId="{4898BBA3-5706-38FE-D45F-BAA73422CA87}"/>
          </ac:picMkLst>
        </pc:picChg>
        <pc:cxnChg chg="mod">
          <ac:chgData name="Teng Wang" userId="18a8d83a-d360-47a3-91f7-533eefe1d157" providerId="ADAL" clId="{0D6A0893-A4C3-4472-A40B-1F08EA46D4AE}" dt="2026-05-13T23:11:44.864" v="37174" actId="14100"/>
          <ac:cxnSpMkLst>
            <pc:docMk/>
            <pc:sldMk cId="3047883458" sldId="539"/>
            <ac:cxnSpMk id="10" creationId="{7C0439E6-8AE6-7248-F65C-59A1D92E5E95}"/>
          </ac:cxnSpMkLst>
        </pc:cxnChg>
        <pc:cxnChg chg="mod">
          <ac:chgData name="Teng Wang" userId="18a8d83a-d360-47a3-91f7-533eefe1d157" providerId="ADAL" clId="{0D6A0893-A4C3-4472-A40B-1F08EA46D4AE}" dt="2026-05-13T23:11:18.557" v="37165" actId="14100"/>
          <ac:cxnSpMkLst>
            <pc:docMk/>
            <pc:sldMk cId="3047883458" sldId="539"/>
            <ac:cxnSpMk id="13" creationId="{00ED0EC2-B4EA-952D-D662-754414ADAFCB}"/>
          </ac:cxnSpMkLst>
        </pc:cxnChg>
      </pc:sldChg>
      <pc:sldChg chg="addSp delSp modSp add mod">
        <pc:chgData name="Teng Wang" userId="18a8d83a-d360-47a3-91f7-533eefe1d157" providerId="ADAL" clId="{0D6A0893-A4C3-4472-A40B-1F08EA46D4AE}" dt="2026-05-14T23:58:14.202" v="42232" actId="1076"/>
        <pc:sldMkLst>
          <pc:docMk/>
          <pc:sldMk cId="2708252636" sldId="540"/>
        </pc:sldMkLst>
        <pc:spChg chg="add mod">
          <ac:chgData name="Teng Wang" userId="18a8d83a-d360-47a3-91f7-533eefe1d157" providerId="ADAL" clId="{0D6A0893-A4C3-4472-A40B-1F08EA46D4AE}" dt="2026-05-12T15:53:26.881" v="27628" actId="208"/>
          <ac:spMkLst>
            <pc:docMk/>
            <pc:sldMk cId="2708252636" sldId="540"/>
            <ac:spMk id="5" creationId="{7AC01CC6-241A-6DDC-1553-1D9B42ECDFF9}"/>
          </ac:spMkLst>
        </pc:spChg>
        <pc:spChg chg="add mod">
          <ac:chgData name="Teng Wang" userId="18a8d83a-d360-47a3-91f7-533eefe1d157" providerId="ADAL" clId="{0D6A0893-A4C3-4472-A40B-1F08EA46D4AE}" dt="2026-05-13T16:57:51.491" v="33413" actId="113"/>
          <ac:spMkLst>
            <pc:docMk/>
            <pc:sldMk cId="2708252636" sldId="540"/>
            <ac:spMk id="10" creationId="{A5BAA5BB-6A27-0A1B-E206-674616A1BFCB}"/>
          </ac:spMkLst>
        </pc:spChg>
        <pc:spChg chg="add del mod">
          <ac:chgData name="Teng Wang" userId="18a8d83a-d360-47a3-91f7-533eefe1d157" providerId="ADAL" clId="{0D6A0893-A4C3-4472-A40B-1F08EA46D4AE}" dt="2026-05-14T23:49:25.165" v="42029" actId="478"/>
          <ac:spMkLst>
            <pc:docMk/>
            <pc:sldMk cId="2708252636" sldId="540"/>
            <ac:spMk id="16" creationId="{577897CF-8A19-1BE3-55B4-C06B836F493B}"/>
          </ac:spMkLst>
        </pc:spChg>
        <pc:spChg chg="add mod">
          <ac:chgData name="Teng Wang" userId="18a8d83a-d360-47a3-91f7-533eefe1d157" providerId="ADAL" clId="{0D6A0893-A4C3-4472-A40B-1F08EA46D4AE}" dt="2026-05-14T23:58:14.202" v="42232" actId="1076"/>
          <ac:spMkLst>
            <pc:docMk/>
            <pc:sldMk cId="2708252636" sldId="540"/>
            <ac:spMk id="17" creationId="{D309478E-BAA5-2279-1159-BE4F7E1B24AE}"/>
          </ac:spMkLst>
        </pc:spChg>
        <pc:graphicFrameChg chg="add mod modGraphic">
          <ac:chgData name="Teng Wang" userId="18a8d83a-d360-47a3-91f7-533eefe1d157" providerId="ADAL" clId="{0D6A0893-A4C3-4472-A40B-1F08EA46D4AE}" dt="2026-05-14T23:48:56.149" v="41998" actId="20577"/>
          <ac:graphicFrameMkLst>
            <pc:docMk/>
            <pc:sldMk cId="2708252636" sldId="540"/>
            <ac:graphicFrameMk id="8" creationId="{825B03B9-1673-2212-59B6-61F02BD62A08}"/>
          </ac:graphicFrameMkLst>
        </pc:graphicFrameChg>
        <pc:picChg chg="mod">
          <ac:chgData name="Teng Wang" userId="18a8d83a-d360-47a3-91f7-533eefe1d157" providerId="ADAL" clId="{0D6A0893-A4C3-4472-A40B-1F08EA46D4AE}" dt="2026-05-12T15:52:39.805" v="27618" actId="1076"/>
          <ac:picMkLst>
            <pc:docMk/>
            <pc:sldMk cId="2708252636" sldId="540"/>
            <ac:picMk id="9" creationId="{81EF6760-07F4-78DE-CC51-8100AE478786}"/>
          </ac:picMkLst>
        </pc:picChg>
        <pc:picChg chg="mod">
          <ac:chgData name="Teng Wang" userId="18a8d83a-d360-47a3-91f7-533eefe1d157" providerId="ADAL" clId="{0D6A0893-A4C3-4472-A40B-1F08EA46D4AE}" dt="2026-05-12T15:52:43.129" v="27620" actId="1076"/>
          <ac:picMkLst>
            <pc:docMk/>
            <pc:sldMk cId="2708252636" sldId="540"/>
            <ac:picMk id="11" creationId="{B1AFD8BA-F437-65D7-DC90-8307C7BD6DBC}"/>
          </ac:picMkLst>
        </pc:picChg>
        <pc:cxnChg chg="add mod">
          <ac:chgData name="Teng Wang" userId="18a8d83a-d360-47a3-91f7-533eefe1d157" providerId="ADAL" clId="{0D6A0893-A4C3-4472-A40B-1F08EA46D4AE}" dt="2026-05-12T15:53:51.353" v="27634" actId="208"/>
          <ac:cxnSpMkLst>
            <pc:docMk/>
            <pc:sldMk cId="2708252636" sldId="540"/>
            <ac:cxnSpMk id="7" creationId="{A4887186-9748-A52F-B11D-DD905EE54E2B}"/>
          </ac:cxnSpMkLst>
        </pc:cxnChg>
      </pc:sldChg>
      <pc:sldChg chg="modSp add del mod modCm">
        <pc:chgData name="Teng Wang" userId="18a8d83a-d360-47a3-91f7-533eefe1d157" providerId="ADAL" clId="{0D6A0893-A4C3-4472-A40B-1F08EA46D4AE}" dt="2026-05-13T18:06:35.168" v="33665" actId="20577"/>
        <pc:sldMkLst>
          <pc:docMk/>
          <pc:sldMk cId="565386275" sldId="1021"/>
        </pc:sldMkLst>
        <pc:spChg chg="mod">
          <ac:chgData name="Teng Wang" userId="18a8d83a-d360-47a3-91f7-533eefe1d157" providerId="ADAL" clId="{0D6A0893-A4C3-4472-A40B-1F08EA46D4AE}" dt="2026-05-13T18:06:35.168" v="33665" actId="20577"/>
          <ac:spMkLst>
            <pc:docMk/>
            <pc:sldMk cId="565386275" sldId="1021"/>
            <ac:spMk id="2" creationId="{263B5A61-BD57-B06A-CCD3-D266A288F26B}"/>
          </ac:spMkLst>
        </pc:spChg>
        <pc:spChg chg="mod">
          <ac:chgData name="Teng Wang" userId="18a8d83a-d360-47a3-91f7-533eefe1d157" providerId="ADAL" clId="{0D6A0893-A4C3-4472-A40B-1F08EA46D4AE}" dt="2026-05-13T16:56:09.476" v="33403" actId="20577"/>
          <ac:spMkLst>
            <pc:docMk/>
            <pc:sldMk cId="565386275" sldId="1021"/>
            <ac:spMk id="3" creationId="{05D33DC0-DDEA-11EC-6123-6D1D9C74C2A3}"/>
          </ac:spMkLst>
        </pc:spChg>
        <pc:extLst>
          <p:ext xmlns:p="http://schemas.openxmlformats.org/presentationml/2006/main" uri="{D6D511B9-2390-475A-947B-AFAB55BFBCF1}">
            <pc226:cmChg xmlns:pc226="http://schemas.microsoft.com/office/powerpoint/2022/06/main/command" chg="mod">
              <pc226:chgData name="Teng Wang" userId="18a8d83a-d360-47a3-91f7-533eefe1d157" providerId="ADAL" clId="{0D6A0893-A4C3-4472-A40B-1F08EA46D4AE}" dt="2026-05-13T16:56:09.476" v="33403" actId="20577"/>
              <pc2:cmMkLst xmlns:pc2="http://schemas.microsoft.com/office/powerpoint/2019/9/main/command">
                <pc:docMk/>
                <pc:sldMk cId="565386275" sldId="1021"/>
                <pc2:cmMk id="{3B664A80-487C-45F7-A363-0634C78EC804}"/>
              </pc2:cmMkLst>
            </pc226:cmChg>
          </p:ext>
        </pc:extLst>
      </pc:sldChg>
      <pc:sldChg chg="addSp delSp modSp add mod">
        <pc:chgData name="Teng Wang" userId="18a8d83a-d360-47a3-91f7-533eefe1d157" providerId="ADAL" clId="{0D6A0893-A4C3-4472-A40B-1F08EA46D4AE}" dt="2026-05-15T00:02:32.643" v="42298" actId="14100"/>
        <pc:sldMkLst>
          <pc:docMk/>
          <pc:sldMk cId="894268173" sldId="1022"/>
        </pc:sldMkLst>
        <pc:spChg chg="mod">
          <ac:chgData name="Teng Wang" userId="18a8d83a-d360-47a3-91f7-533eefe1d157" providerId="ADAL" clId="{0D6A0893-A4C3-4472-A40B-1F08EA46D4AE}" dt="2026-05-14T22:10:32.361" v="41047" actId="20577"/>
          <ac:spMkLst>
            <pc:docMk/>
            <pc:sldMk cId="894268173" sldId="1022"/>
            <ac:spMk id="2" creationId="{616FF626-1DB4-7311-4614-49A0563574D3}"/>
          </ac:spMkLst>
        </pc:spChg>
        <pc:spChg chg="mod">
          <ac:chgData name="Teng Wang" userId="18a8d83a-d360-47a3-91f7-533eefe1d157" providerId="ADAL" clId="{0D6A0893-A4C3-4472-A40B-1F08EA46D4AE}" dt="2026-05-14T01:08:27.502" v="37500"/>
          <ac:spMkLst>
            <pc:docMk/>
            <pc:sldMk cId="894268173" sldId="1022"/>
            <ac:spMk id="7" creationId="{A06CEB22-705F-C03B-BB6F-5AF3D51E99C1}"/>
          </ac:spMkLst>
        </pc:spChg>
        <pc:spChg chg="mod">
          <ac:chgData name="Teng Wang" userId="18a8d83a-d360-47a3-91f7-533eefe1d157" providerId="ADAL" clId="{0D6A0893-A4C3-4472-A40B-1F08EA46D4AE}" dt="2026-05-14T01:09:14.554" v="37527" actId="20577"/>
          <ac:spMkLst>
            <pc:docMk/>
            <pc:sldMk cId="894268173" sldId="1022"/>
            <ac:spMk id="8" creationId="{1D2637DC-3510-8DFE-8AF6-F4DC905F4F0A}"/>
          </ac:spMkLst>
        </pc:spChg>
        <pc:spChg chg="mod">
          <ac:chgData name="Teng Wang" userId="18a8d83a-d360-47a3-91f7-533eefe1d157" providerId="ADAL" clId="{0D6A0893-A4C3-4472-A40B-1F08EA46D4AE}" dt="2026-05-14T01:08:58.453" v="37511"/>
          <ac:spMkLst>
            <pc:docMk/>
            <pc:sldMk cId="894268173" sldId="1022"/>
            <ac:spMk id="11" creationId="{F31BBF6F-3813-5191-6EF0-CCB7D4A583D0}"/>
          </ac:spMkLst>
        </pc:spChg>
        <pc:spChg chg="mod">
          <ac:chgData name="Teng Wang" userId="18a8d83a-d360-47a3-91f7-533eefe1d157" providerId="ADAL" clId="{0D6A0893-A4C3-4472-A40B-1F08EA46D4AE}" dt="2026-05-14T01:08:58.453" v="37511"/>
          <ac:spMkLst>
            <pc:docMk/>
            <pc:sldMk cId="894268173" sldId="1022"/>
            <ac:spMk id="13" creationId="{343D587B-6452-6A0D-1CC0-9A30E751B2EC}"/>
          </ac:spMkLst>
        </pc:spChg>
        <pc:spChg chg="add del mod ord">
          <ac:chgData name="Teng Wang" userId="18a8d83a-d360-47a3-91f7-533eefe1d157" providerId="ADAL" clId="{0D6A0893-A4C3-4472-A40B-1F08EA46D4AE}" dt="2026-05-14T21:39:59.847" v="40865" actId="1076"/>
          <ac:spMkLst>
            <pc:docMk/>
            <pc:sldMk cId="894268173" sldId="1022"/>
            <ac:spMk id="14" creationId="{36EC9DE1-D71B-7C69-7312-D39988BA9C57}"/>
          </ac:spMkLst>
        </pc:spChg>
        <pc:spChg chg="add mod ord">
          <ac:chgData name="Teng Wang" userId="18a8d83a-d360-47a3-91f7-533eefe1d157" providerId="ADAL" clId="{0D6A0893-A4C3-4472-A40B-1F08EA46D4AE}" dt="2026-05-14T21:38:51.026" v="40845" actId="167"/>
          <ac:spMkLst>
            <pc:docMk/>
            <pc:sldMk cId="894268173" sldId="1022"/>
            <ac:spMk id="15" creationId="{888FE4EC-2F3C-D7D6-BE08-64B77FD8ECD1}"/>
          </ac:spMkLst>
        </pc:spChg>
        <pc:spChg chg="add mod">
          <ac:chgData name="Teng Wang" userId="18a8d83a-d360-47a3-91f7-533eefe1d157" providerId="ADAL" clId="{0D6A0893-A4C3-4472-A40B-1F08EA46D4AE}" dt="2026-05-14T01:13:45.258" v="37759"/>
          <ac:spMkLst>
            <pc:docMk/>
            <pc:sldMk cId="894268173" sldId="1022"/>
            <ac:spMk id="16" creationId="{F3B07D9B-A2B0-A5C2-791A-98D75976C4FF}"/>
          </ac:spMkLst>
        </pc:spChg>
        <pc:spChg chg="mod">
          <ac:chgData name="Teng Wang" userId="18a8d83a-d360-47a3-91f7-533eefe1d157" providerId="ADAL" clId="{0D6A0893-A4C3-4472-A40B-1F08EA46D4AE}" dt="2026-05-14T01:13:52.718" v="37760"/>
          <ac:spMkLst>
            <pc:docMk/>
            <pc:sldMk cId="894268173" sldId="1022"/>
            <ac:spMk id="18" creationId="{6A8F1484-44E9-A6F5-B80B-612A5B0A714F}"/>
          </ac:spMkLst>
        </pc:spChg>
        <pc:spChg chg="mod">
          <ac:chgData name="Teng Wang" userId="18a8d83a-d360-47a3-91f7-533eefe1d157" providerId="ADAL" clId="{0D6A0893-A4C3-4472-A40B-1F08EA46D4AE}" dt="2026-05-14T01:14:12.720" v="37787" actId="1076"/>
          <ac:spMkLst>
            <pc:docMk/>
            <pc:sldMk cId="894268173" sldId="1022"/>
            <ac:spMk id="19" creationId="{47A4D8F0-5A51-2F9E-033A-2EB7D92F6E25}"/>
          </ac:spMkLst>
        </pc:spChg>
        <pc:spChg chg="mod">
          <ac:chgData name="Teng Wang" userId="18a8d83a-d360-47a3-91f7-533eefe1d157" providerId="ADAL" clId="{0D6A0893-A4C3-4472-A40B-1F08EA46D4AE}" dt="2026-05-14T01:14:20.400" v="37789"/>
          <ac:spMkLst>
            <pc:docMk/>
            <pc:sldMk cId="894268173" sldId="1022"/>
            <ac:spMk id="21" creationId="{1FD5329A-70F8-96B5-E61F-5A4722EDD39C}"/>
          </ac:spMkLst>
        </pc:spChg>
        <pc:spChg chg="mod">
          <ac:chgData name="Teng Wang" userId="18a8d83a-d360-47a3-91f7-533eefe1d157" providerId="ADAL" clId="{0D6A0893-A4C3-4472-A40B-1F08EA46D4AE}" dt="2026-05-14T21:41:44.319" v="40888" actId="1076"/>
          <ac:spMkLst>
            <pc:docMk/>
            <pc:sldMk cId="894268173" sldId="1022"/>
            <ac:spMk id="22" creationId="{5BDD179E-4EC2-2FE7-B4A8-7A7D3B05BEEA}"/>
          </ac:spMkLst>
        </pc:spChg>
        <pc:spChg chg="mod">
          <ac:chgData name="Teng Wang" userId="18a8d83a-d360-47a3-91f7-533eefe1d157" providerId="ADAL" clId="{0D6A0893-A4C3-4472-A40B-1F08EA46D4AE}" dt="2026-05-14T01:14:33.737" v="37801"/>
          <ac:spMkLst>
            <pc:docMk/>
            <pc:sldMk cId="894268173" sldId="1022"/>
            <ac:spMk id="24" creationId="{7E1CB6C3-F4A8-F571-2E9F-3FF71BF6F620}"/>
          </ac:spMkLst>
        </pc:spChg>
        <pc:spChg chg="mod">
          <ac:chgData name="Teng Wang" userId="18a8d83a-d360-47a3-91f7-533eefe1d157" providerId="ADAL" clId="{0D6A0893-A4C3-4472-A40B-1F08EA46D4AE}" dt="2026-05-14T01:14:33.737" v="37801"/>
          <ac:spMkLst>
            <pc:docMk/>
            <pc:sldMk cId="894268173" sldId="1022"/>
            <ac:spMk id="25" creationId="{7F94A37E-116B-D1F0-EDC8-5508BE210B7B}"/>
          </ac:spMkLst>
        </pc:spChg>
        <pc:spChg chg="mod">
          <ac:chgData name="Teng Wang" userId="18a8d83a-d360-47a3-91f7-533eefe1d157" providerId="ADAL" clId="{0D6A0893-A4C3-4472-A40B-1F08EA46D4AE}" dt="2026-05-14T01:15:27.817" v="37852"/>
          <ac:spMkLst>
            <pc:docMk/>
            <pc:sldMk cId="894268173" sldId="1022"/>
            <ac:spMk id="27" creationId="{7C675AAF-3DE2-7D2B-50E1-0DA0A326B87B}"/>
          </ac:spMkLst>
        </pc:spChg>
        <pc:spChg chg="mod">
          <ac:chgData name="Teng Wang" userId="18a8d83a-d360-47a3-91f7-533eefe1d157" providerId="ADAL" clId="{0D6A0893-A4C3-4472-A40B-1F08EA46D4AE}" dt="2026-05-14T01:15:43.863" v="37862" actId="20577"/>
          <ac:spMkLst>
            <pc:docMk/>
            <pc:sldMk cId="894268173" sldId="1022"/>
            <ac:spMk id="28" creationId="{5655558D-A1F4-FFF6-9411-0DE6A8D00A2F}"/>
          </ac:spMkLst>
        </pc:spChg>
        <pc:spChg chg="add mod">
          <ac:chgData name="Teng Wang" userId="18a8d83a-d360-47a3-91f7-533eefe1d157" providerId="ADAL" clId="{0D6A0893-A4C3-4472-A40B-1F08EA46D4AE}" dt="2026-05-15T00:02:32.643" v="42298" actId="14100"/>
          <ac:spMkLst>
            <pc:docMk/>
            <pc:sldMk cId="894268173" sldId="1022"/>
            <ac:spMk id="29" creationId="{9F7B78E1-146D-78AA-A18A-60891D901419}"/>
          </ac:spMkLst>
        </pc:spChg>
        <pc:spChg chg="add del mod">
          <ac:chgData name="Teng Wang" userId="18a8d83a-d360-47a3-91f7-533eefe1d157" providerId="ADAL" clId="{0D6A0893-A4C3-4472-A40B-1F08EA46D4AE}" dt="2026-05-14T19:31:15.959" v="40400" actId="478"/>
          <ac:spMkLst>
            <pc:docMk/>
            <pc:sldMk cId="894268173" sldId="1022"/>
            <ac:spMk id="31" creationId="{C2B4F00A-B68B-FB60-2F54-AC948BD22B9A}"/>
          </ac:spMkLst>
        </pc:spChg>
        <pc:spChg chg="add del mod">
          <ac:chgData name="Teng Wang" userId="18a8d83a-d360-47a3-91f7-533eefe1d157" providerId="ADAL" clId="{0D6A0893-A4C3-4472-A40B-1F08EA46D4AE}" dt="2026-05-14T19:31:16.404" v="40401" actId="478"/>
          <ac:spMkLst>
            <pc:docMk/>
            <pc:sldMk cId="894268173" sldId="1022"/>
            <ac:spMk id="32" creationId="{385441CC-83F4-612D-CFCE-17CE6F93A049}"/>
          </ac:spMkLst>
        </pc:spChg>
        <pc:spChg chg="add del">
          <ac:chgData name="Teng Wang" userId="18a8d83a-d360-47a3-91f7-533eefe1d157" providerId="ADAL" clId="{0D6A0893-A4C3-4472-A40B-1F08EA46D4AE}" dt="2026-05-14T19:31:23.249" v="40404" actId="22"/>
          <ac:spMkLst>
            <pc:docMk/>
            <pc:sldMk cId="894268173" sldId="1022"/>
            <ac:spMk id="34" creationId="{34A3B372-F18A-343D-D79C-6E6CA11CB81A}"/>
          </ac:spMkLst>
        </pc:spChg>
        <pc:grpChg chg="add mod">
          <ac:chgData name="Teng Wang" userId="18a8d83a-d360-47a3-91f7-533eefe1d157" providerId="ADAL" clId="{0D6A0893-A4C3-4472-A40B-1F08EA46D4AE}" dt="2026-05-14T01:09:26.123" v="37529" actId="1076"/>
          <ac:grpSpMkLst>
            <pc:docMk/>
            <pc:sldMk cId="894268173" sldId="1022"/>
            <ac:grpSpMk id="5" creationId="{A28DFE97-361C-F18B-59D2-E4EC7C5646EA}"/>
          </ac:grpSpMkLst>
        </pc:grpChg>
        <pc:grpChg chg="add mod">
          <ac:chgData name="Teng Wang" userId="18a8d83a-d360-47a3-91f7-533eefe1d157" providerId="ADAL" clId="{0D6A0893-A4C3-4472-A40B-1F08EA46D4AE}" dt="2026-05-14T01:14:10.109" v="37785" actId="1076"/>
          <ac:grpSpMkLst>
            <pc:docMk/>
            <pc:sldMk cId="894268173" sldId="1022"/>
            <ac:grpSpMk id="10" creationId="{951B41C6-55E1-1410-8E06-78A22C042449}"/>
          </ac:grpSpMkLst>
        </pc:grpChg>
        <pc:grpChg chg="add mod">
          <ac:chgData name="Teng Wang" userId="18a8d83a-d360-47a3-91f7-533eefe1d157" providerId="ADAL" clId="{0D6A0893-A4C3-4472-A40B-1F08EA46D4AE}" dt="2026-05-14T01:14:53.729" v="37807" actId="1076"/>
          <ac:grpSpMkLst>
            <pc:docMk/>
            <pc:sldMk cId="894268173" sldId="1022"/>
            <ac:grpSpMk id="17" creationId="{9DFC890A-26BE-DCC3-33CF-E999B77C437B}"/>
          </ac:grpSpMkLst>
        </pc:grpChg>
        <pc:grpChg chg="add mod">
          <ac:chgData name="Teng Wang" userId="18a8d83a-d360-47a3-91f7-533eefe1d157" providerId="ADAL" clId="{0D6A0893-A4C3-4472-A40B-1F08EA46D4AE}" dt="2026-05-14T21:41:58.015" v="40894" actId="1036"/>
          <ac:grpSpMkLst>
            <pc:docMk/>
            <pc:sldMk cId="894268173" sldId="1022"/>
            <ac:grpSpMk id="20" creationId="{4B702426-FD5F-DEDF-F23F-0C06CB653E87}"/>
          </ac:grpSpMkLst>
        </pc:grpChg>
        <pc:grpChg chg="add mod">
          <ac:chgData name="Teng Wang" userId="18a8d83a-d360-47a3-91f7-533eefe1d157" providerId="ADAL" clId="{0D6A0893-A4C3-4472-A40B-1F08EA46D4AE}" dt="2026-05-14T01:14:59.061" v="37808" actId="1076"/>
          <ac:grpSpMkLst>
            <pc:docMk/>
            <pc:sldMk cId="894268173" sldId="1022"/>
            <ac:grpSpMk id="23" creationId="{23265CFB-7134-F849-AF36-3D752541D9DE}"/>
          </ac:grpSpMkLst>
        </pc:grpChg>
        <pc:grpChg chg="add mod">
          <ac:chgData name="Teng Wang" userId="18a8d83a-d360-47a3-91f7-533eefe1d157" providerId="ADAL" clId="{0D6A0893-A4C3-4472-A40B-1F08EA46D4AE}" dt="2026-05-14T21:39:18.354" v="40851" actId="14100"/>
          <ac:grpSpMkLst>
            <pc:docMk/>
            <pc:sldMk cId="894268173" sldId="1022"/>
            <ac:grpSpMk id="26" creationId="{BDD8F235-1835-1E71-F7D9-B3DF3BB4375B}"/>
          </ac:grpSpMkLst>
        </pc:grpChg>
        <pc:picChg chg="add del mod">
          <ac:chgData name="Teng Wang" userId="18a8d83a-d360-47a3-91f7-533eefe1d157" providerId="ADAL" clId="{0D6A0893-A4C3-4472-A40B-1F08EA46D4AE}" dt="2026-05-14T21:40:15.106" v="40868" actId="478"/>
          <ac:picMkLst>
            <pc:docMk/>
            <pc:sldMk cId="894268173" sldId="1022"/>
            <ac:picMk id="3" creationId="{7CACD833-58A5-772D-9574-EFD3F7A2A54B}"/>
          </ac:picMkLst>
        </pc:picChg>
        <pc:picChg chg="add del mod ord">
          <ac:chgData name="Teng Wang" userId="18a8d83a-d360-47a3-91f7-533eefe1d157" providerId="ADAL" clId="{0D6A0893-A4C3-4472-A40B-1F08EA46D4AE}" dt="2026-05-14T21:39:52.088" v="40857" actId="478"/>
          <ac:picMkLst>
            <pc:docMk/>
            <pc:sldMk cId="894268173" sldId="1022"/>
            <ac:picMk id="6" creationId="{C6DB56E8-9BBB-EB7C-8B1F-F7FD056A758C}"/>
          </ac:picMkLst>
        </pc:picChg>
        <pc:picChg chg="add del mod ord">
          <ac:chgData name="Teng Wang" userId="18a8d83a-d360-47a3-91f7-533eefe1d157" providerId="ADAL" clId="{0D6A0893-A4C3-4472-A40B-1F08EA46D4AE}" dt="2026-05-14T21:41:02.184" v="40877" actId="478"/>
          <ac:picMkLst>
            <pc:docMk/>
            <pc:sldMk cId="894268173" sldId="1022"/>
            <ac:picMk id="9" creationId="{2B0D6677-B146-A9D6-8459-57985AE52F3D}"/>
          </ac:picMkLst>
        </pc:picChg>
        <pc:picChg chg="add del mod">
          <ac:chgData name="Teng Wang" userId="18a8d83a-d360-47a3-91f7-533eefe1d157" providerId="ADAL" clId="{0D6A0893-A4C3-4472-A40B-1F08EA46D4AE}" dt="2026-05-14T21:38:16.545" v="40835" actId="478"/>
          <ac:picMkLst>
            <pc:docMk/>
            <pc:sldMk cId="894268173" sldId="1022"/>
            <ac:picMk id="12" creationId="{883E2502-6D55-FAAA-471E-E5EF8866BC16}"/>
          </ac:picMkLst>
        </pc:picChg>
        <pc:picChg chg="add del mod">
          <ac:chgData name="Teng Wang" userId="18a8d83a-d360-47a3-91f7-533eefe1d157" providerId="ADAL" clId="{0D6A0893-A4C3-4472-A40B-1F08EA46D4AE}" dt="2026-05-14T19:31:15.296" v="40399" actId="478"/>
          <ac:picMkLst>
            <pc:docMk/>
            <pc:sldMk cId="894268173" sldId="1022"/>
            <ac:picMk id="30" creationId="{7741320E-9D2B-2428-D35F-C262B004E9B0}"/>
          </ac:picMkLst>
        </pc:picChg>
        <pc:picChg chg="add mod ord">
          <ac:chgData name="Teng Wang" userId="18a8d83a-d360-47a3-91f7-533eefe1d157" providerId="ADAL" clId="{0D6A0893-A4C3-4472-A40B-1F08EA46D4AE}" dt="2026-05-14T21:39:31.250" v="40854" actId="167"/>
          <ac:picMkLst>
            <pc:docMk/>
            <pc:sldMk cId="894268173" sldId="1022"/>
            <ac:picMk id="36" creationId="{E98EA775-675A-D406-E9A8-5974FEEC9536}"/>
          </ac:picMkLst>
        </pc:picChg>
        <pc:picChg chg="add del mod ord">
          <ac:chgData name="Teng Wang" userId="18a8d83a-d360-47a3-91f7-533eefe1d157" providerId="ADAL" clId="{0D6A0893-A4C3-4472-A40B-1F08EA46D4AE}" dt="2026-05-14T21:40:02.713" v="40867" actId="14100"/>
          <ac:picMkLst>
            <pc:docMk/>
            <pc:sldMk cId="894268173" sldId="1022"/>
            <ac:picMk id="38" creationId="{89E94D3A-A6DC-5955-67C7-1976A66A7634}"/>
          </ac:picMkLst>
        </pc:picChg>
        <pc:picChg chg="add mod ord">
          <ac:chgData name="Teng Wang" userId="18a8d83a-d360-47a3-91f7-533eefe1d157" providerId="ADAL" clId="{0D6A0893-A4C3-4472-A40B-1F08EA46D4AE}" dt="2026-05-14T21:41:28.619" v="40884" actId="1076"/>
          <ac:picMkLst>
            <pc:docMk/>
            <pc:sldMk cId="894268173" sldId="1022"/>
            <ac:picMk id="40" creationId="{9AA912FE-4038-E991-4E15-737A3EE34550}"/>
          </ac:picMkLst>
        </pc:picChg>
        <pc:picChg chg="add mod ord">
          <ac:chgData name="Teng Wang" userId="18a8d83a-d360-47a3-91f7-533eefe1d157" providerId="ADAL" clId="{0D6A0893-A4C3-4472-A40B-1F08EA46D4AE}" dt="2026-05-14T21:41:16.103" v="40883" actId="1076"/>
          <ac:picMkLst>
            <pc:docMk/>
            <pc:sldMk cId="894268173" sldId="1022"/>
            <ac:picMk id="42" creationId="{018835BB-7874-FE8B-4D8B-320EEF6CFBC3}"/>
          </ac:picMkLst>
        </pc:picChg>
      </pc:sldChg>
      <pc:sldChg chg="addSp delSp modSp add del mod">
        <pc:chgData name="Teng Wang" userId="18a8d83a-d360-47a3-91f7-533eefe1d157" providerId="ADAL" clId="{0D6A0893-A4C3-4472-A40B-1F08EA46D4AE}" dt="2026-05-14T16:45:29.293" v="39765" actId="20577"/>
        <pc:sldMkLst>
          <pc:docMk/>
          <pc:sldMk cId="3913087231" sldId="1023"/>
        </pc:sldMkLst>
        <pc:spChg chg="mod">
          <ac:chgData name="Teng Wang" userId="18a8d83a-d360-47a3-91f7-533eefe1d157" providerId="ADAL" clId="{0D6A0893-A4C3-4472-A40B-1F08EA46D4AE}" dt="2026-05-14T16:45:29.293" v="39765" actId="20577"/>
          <ac:spMkLst>
            <pc:docMk/>
            <pc:sldMk cId="3913087231" sldId="1023"/>
            <ac:spMk id="2" creationId="{DE0038C2-A917-F83D-D29F-068EB26547EB}"/>
          </ac:spMkLst>
        </pc:spChg>
        <pc:spChg chg="mod">
          <ac:chgData name="Teng Wang" userId="18a8d83a-d360-47a3-91f7-533eefe1d157" providerId="ADAL" clId="{0D6A0893-A4C3-4472-A40B-1F08EA46D4AE}" dt="2026-05-14T16:45:22.250" v="39743" actId="20577"/>
          <ac:spMkLst>
            <pc:docMk/>
            <pc:sldMk cId="3913087231" sldId="1023"/>
            <ac:spMk id="3" creationId="{522AF18C-F9B4-2EC0-A29B-747D8FB80899}"/>
          </ac:spMkLst>
        </pc:spChg>
        <pc:graphicFrameChg chg="add mod modGraphic">
          <ac:chgData name="Teng Wang" userId="18a8d83a-d360-47a3-91f7-533eefe1d157" providerId="ADAL" clId="{0D6A0893-A4C3-4472-A40B-1F08EA46D4AE}" dt="2026-05-13T17:13:24.698" v="33515" actId="1076"/>
          <ac:graphicFrameMkLst>
            <pc:docMk/>
            <pc:sldMk cId="3913087231" sldId="1023"/>
            <ac:graphicFrameMk id="6" creationId="{A03D6280-B200-D498-0C36-2B8FF02D2F79}"/>
          </ac:graphicFrameMkLst>
        </pc:graphicFrameChg>
      </pc:sldChg>
      <pc:sldChg chg="add">
        <pc:chgData name="Teng Wang" userId="18a8d83a-d360-47a3-91f7-533eefe1d157" providerId="ADAL" clId="{0D6A0893-A4C3-4472-A40B-1F08EA46D4AE}" dt="2026-05-14T23:58:38.377" v="42236"/>
        <pc:sldMkLst>
          <pc:docMk/>
          <pc:sldMk cId="712548572" sldId="1024"/>
        </pc:sldMkLst>
      </pc:sldChg>
      <pc:sldChg chg="add del">
        <pc:chgData name="Teng Wang" userId="18a8d83a-d360-47a3-91f7-533eefe1d157" providerId="ADAL" clId="{0D6A0893-A4C3-4472-A40B-1F08EA46D4AE}" dt="2026-05-14T23:58:36.371" v="42235"/>
        <pc:sldMkLst>
          <pc:docMk/>
          <pc:sldMk cId="3255472447" sldId="1024"/>
        </pc:sldMkLst>
      </pc:sldChg>
      <pc:sldChg chg="addSp delSp modSp add del mod ord">
        <pc:chgData name="Teng Wang" userId="18a8d83a-d360-47a3-91f7-533eefe1d157" providerId="ADAL" clId="{0D6A0893-A4C3-4472-A40B-1F08EA46D4AE}" dt="2026-05-14T23:58:32.097" v="42233" actId="2696"/>
        <pc:sldMkLst>
          <pc:docMk/>
          <pc:sldMk cId="3297475089" sldId="1024"/>
        </pc:sldMkLst>
        <pc:spChg chg="mod">
          <ac:chgData name="Teng Wang" userId="18a8d83a-d360-47a3-91f7-533eefe1d157" providerId="ADAL" clId="{0D6A0893-A4C3-4472-A40B-1F08EA46D4AE}" dt="2026-05-14T02:18:51.824" v="38061" actId="20577"/>
          <ac:spMkLst>
            <pc:docMk/>
            <pc:sldMk cId="3297475089" sldId="1024"/>
            <ac:spMk id="2" creationId="{CD48FE5F-62B1-D17A-6791-DA6B4A8BDA8E}"/>
          </ac:spMkLst>
        </pc:spChg>
        <pc:spChg chg="del">
          <ac:chgData name="Teng Wang" userId="18a8d83a-d360-47a3-91f7-533eefe1d157" providerId="ADAL" clId="{0D6A0893-A4C3-4472-A40B-1F08EA46D4AE}" dt="2026-05-14T02:18:56.083" v="38063" actId="478"/>
          <ac:spMkLst>
            <pc:docMk/>
            <pc:sldMk cId="3297475089" sldId="1024"/>
            <ac:spMk id="5" creationId="{45D1337C-9DA8-14FF-AED7-087AC9E396F8}"/>
          </ac:spMkLst>
        </pc:spChg>
        <pc:spChg chg="del mod">
          <ac:chgData name="Teng Wang" userId="18a8d83a-d360-47a3-91f7-533eefe1d157" providerId="ADAL" clId="{0D6A0893-A4C3-4472-A40B-1F08EA46D4AE}" dt="2026-05-14T02:18:54.764" v="38062" actId="478"/>
          <ac:spMkLst>
            <pc:docMk/>
            <pc:sldMk cId="3297475089" sldId="1024"/>
            <ac:spMk id="11" creationId="{BC6EC068-946E-E79F-8583-0305DA5D08E9}"/>
          </ac:spMkLst>
        </pc:spChg>
        <pc:spChg chg="mod">
          <ac:chgData name="Teng Wang" userId="18a8d83a-d360-47a3-91f7-533eefe1d157" providerId="ADAL" clId="{0D6A0893-A4C3-4472-A40B-1F08EA46D4AE}" dt="2026-05-14T22:51:27.426" v="41437"/>
          <ac:spMkLst>
            <pc:docMk/>
            <pc:sldMk cId="3297475089" sldId="1024"/>
            <ac:spMk id="15" creationId="{C4E8CCA1-C1D7-AFD8-1F59-76C8ED148EB5}"/>
          </ac:spMkLst>
        </pc:spChg>
        <pc:spChg chg="mod">
          <ac:chgData name="Teng Wang" userId="18a8d83a-d360-47a3-91f7-533eefe1d157" providerId="ADAL" clId="{0D6A0893-A4C3-4472-A40B-1F08EA46D4AE}" dt="2026-05-14T22:51:51.031" v="41486" actId="20577"/>
          <ac:spMkLst>
            <pc:docMk/>
            <pc:sldMk cId="3297475089" sldId="1024"/>
            <ac:spMk id="16" creationId="{93FB8A04-5C25-ED15-789B-39A15932FD8D}"/>
          </ac:spMkLst>
        </pc:spChg>
        <pc:spChg chg="mod">
          <ac:chgData name="Teng Wang" userId="18a8d83a-d360-47a3-91f7-533eefe1d157" providerId="ADAL" clId="{0D6A0893-A4C3-4472-A40B-1F08EA46D4AE}" dt="2026-05-14T22:51:54.703" v="41487"/>
          <ac:spMkLst>
            <pc:docMk/>
            <pc:sldMk cId="3297475089" sldId="1024"/>
            <ac:spMk id="18" creationId="{4B3B30DF-6917-95BD-9D4B-A44AE3C963E4}"/>
          </ac:spMkLst>
        </pc:spChg>
        <pc:spChg chg="mod">
          <ac:chgData name="Teng Wang" userId="18a8d83a-d360-47a3-91f7-533eefe1d157" providerId="ADAL" clId="{0D6A0893-A4C3-4472-A40B-1F08EA46D4AE}" dt="2026-05-14T22:52:14.058" v="41504" actId="20577"/>
          <ac:spMkLst>
            <pc:docMk/>
            <pc:sldMk cId="3297475089" sldId="1024"/>
            <ac:spMk id="19" creationId="{7901F2BF-D665-EFEE-75CA-CB39CD18F4FE}"/>
          </ac:spMkLst>
        </pc:spChg>
        <pc:grpChg chg="add mod">
          <ac:chgData name="Teng Wang" userId="18a8d83a-d360-47a3-91f7-533eefe1d157" providerId="ADAL" clId="{0D6A0893-A4C3-4472-A40B-1F08EA46D4AE}" dt="2026-05-14T22:51:45.412" v="41480" actId="1076"/>
          <ac:grpSpMkLst>
            <pc:docMk/>
            <pc:sldMk cId="3297475089" sldId="1024"/>
            <ac:grpSpMk id="14" creationId="{00B65934-0117-A77B-12D1-C28A49313275}"/>
          </ac:grpSpMkLst>
        </pc:grpChg>
        <pc:grpChg chg="add mod">
          <ac:chgData name="Teng Wang" userId="18a8d83a-d360-47a3-91f7-533eefe1d157" providerId="ADAL" clId="{0D6A0893-A4C3-4472-A40B-1F08EA46D4AE}" dt="2026-05-14T22:52:02.802" v="41490" actId="1076"/>
          <ac:grpSpMkLst>
            <pc:docMk/>
            <pc:sldMk cId="3297475089" sldId="1024"/>
            <ac:grpSpMk id="17" creationId="{BEE8B02A-0AB0-8DAE-8722-1944AD62EEAE}"/>
          </ac:grpSpMkLst>
        </pc:grpChg>
        <pc:graphicFrameChg chg="add mod modGraphic">
          <ac:chgData name="Teng Wang" userId="18a8d83a-d360-47a3-91f7-533eefe1d157" providerId="ADAL" clId="{0D6A0893-A4C3-4472-A40B-1F08EA46D4AE}" dt="2026-05-14T16:34:38.192" v="39521" actId="113"/>
          <ac:graphicFrameMkLst>
            <pc:docMk/>
            <pc:sldMk cId="3297475089" sldId="1024"/>
            <ac:graphicFrameMk id="13" creationId="{5D8A09C6-1D26-B514-B462-DC905648FCA6}"/>
          </ac:graphicFrameMkLst>
        </pc:graphicFrameChg>
        <pc:picChg chg="add mod ord">
          <ac:chgData name="Teng Wang" userId="18a8d83a-d360-47a3-91f7-533eefe1d157" providerId="ADAL" clId="{0D6A0893-A4C3-4472-A40B-1F08EA46D4AE}" dt="2026-05-14T22:51:56.542" v="41489" actId="1076"/>
          <ac:picMkLst>
            <pc:docMk/>
            <pc:sldMk cId="3297475089" sldId="1024"/>
            <ac:picMk id="7" creationId="{6A9D9DB0-8273-A5E5-A40A-C705861A00E4}"/>
          </ac:picMkLst>
        </pc:picChg>
        <pc:picChg chg="add mod ord">
          <ac:chgData name="Teng Wang" userId="18a8d83a-d360-47a3-91f7-533eefe1d157" providerId="ADAL" clId="{0D6A0893-A4C3-4472-A40B-1F08EA46D4AE}" dt="2026-05-14T02:46:36.382" v="38407" actId="1076"/>
          <ac:picMkLst>
            <pc:docMk/>
            <pc:sldMk cId="3297475089" sldId="1024"/>
            <ac:picMk id="12" creationId="{52B8CE1C-A14C-157F-E2FB-80A0DFDDB4B7}"/>
          </ac:picMkLst>
        </pc:picChg>
      </pc:sldChg>
      <pc:sldChg chg="modSp add mod">
        <pc:chgData name="Teng Wang" userId="18a8d83a-d360-47a3-91f7-533eefe1d157" providerId="ADAL" clId="{0D6A0893-A4C3-4472-A40B-1F08EA46D4AE}" dt="2026-05-13T23:17:53.118" v="37475" actId="20577"/>
        <pc:sldMkLst>
          <pc:docMk/>
          <pc:sldMk cId="4202465377" sldId="1025"/>
        </pc:sldMkLst>
        <pc:spChg chg="mod">
          <ac:chgData name="Teng Wang" userId="18a8d83a-d360-47a3-91f7-533eefe1d157" providerId="ADAL" clId="{0D6A0893-A4C3-4472-A40B-1F08EA46D4AE}" dt="2026-05-13T23:17:53.118" v="37475" actId="20577"/>
          <ac:spMkLst>
            <pc:docMk/>
            <pc:sldMk cId="4202465377" sldId="1025"/>
            <ac:spMk id="2" creationId="{9E70744B-5494-1C2D-B9EF-A50E8376B6B7}"/>
          </ac:spMkLst>
        </pc:spChg>
        <pc:spChg chg="mod">
          <ac:chgData name="Teng Wang" userId="18a8d83a-d360-47a3-91f7-533eefe1d157" providerId="ADAL" clId="{0D6A0893-A4C3-4472-A40B-1F08EA46D4AE}" dt="2026-05-13T22:38:10.651" v="37109" actId="113"/>
          <ac:spMkLst>
            <pc:docMk/>
            <pc:sldMk cId="4202465377" sldId="1025"/>
            <ac:spMk id="5" creationId="{1AF04E78-9574-3C53-9128-D968FB49C108}"/>
          </ac:spMkLst>
        </pc:spChg>
      </pc:sldChg>
      <pc:sldChg chg="modSp add mod">
        <pc:chgData name="Teng Wang" userId="18a8d83a-d360-47a3-91f7-533eefe1d157" providerId="ADAL" clId="{0D6A0893-A4C3-4472-A40B-1F08EA46D4AE}" dt="2026-05-13T22:38:24.854" v="37116" actId="113"/>
        <pc:sldMkLst>
          <pc:docMk/>
          <pc:sldMk cId="1299812470" sldId="1026"/>
        </pc:sldMkLst>
        <pc:spChg chg="mod">
          <ac:chgData name="Teng Wang" userId="18a8d83a-d360-47a3-91f7-533eefe1d157" providerId="ADAL" clId="{0D6A0893-A4C3-4472-A40B-1F08EA46D4AE}" dt="2026-05-13T22:38:24.854" v="37116" actId="113"/>
          <ac:spMkLst>
            <pc:docMk/>
            <pc:sldMk cId="1299812470" sldId="1026"/>
            <ac:spMk id="5" creationId="{89BBF6D4-2A0A-B6F5-F5C0-DF7CEEAB067A}"/>
          </ac:spMkLst>
        </pc:spChg>
      </pc:sldChg>
      <pc:sldChg chg="delSp modSp add mod">
        <pc:chgData name="Teng Wang" userId="18a8d83a-d360-47a3-91f7-533eefe1d157" providerId="ADAL" clId="{0D6A0893-A4C3-4472-A40B-1F08EA46D4AE}" dt="2026-05-14T16:46:04.658" v="39825" actId="20577"/>
        <pc:sldMkLst>
          <pc:docMk/>
          <pc:sldMk cId="2654591600" sldId="1027"/>
        </pc:sldMkLst>
        <pc:spChg chg="mod">
          <ac:chgData name="Teng Wang" userId="18a8d83a-d360-47a3-91f7-533eefe1d157" providerId="ADAL" clId="{0D6A0893-A4C3-4472-A40B-1F08EA46D4AE}" dt="2026-05-14T16:46:04.658" v="39825" actId="20577"/>
          <ac:spMkLst>
            <pc:docMk/>
            <pc:sldMk cId="2654591600" sldId="1027"/>
            <ac:spMk id="2" creationId="{108D439F-5EC3-7B7B-2C5F-E6046B932D1D}"/>
          </ac:spMkLst>
        </pc:spChg>
        <pc:spChg chg="mod">
          <ac:chgData name="Teng Wang" userId="18a8d83a-d360-47a3-91f7-533eefe1d157" providerId="ADAL" clId="{0D6A0893-A4C3-4472-A40B-1F08EA46D4AE}" dt="2026-05-14T16:45:55.457" v="39813" actId="20577"/>
          <ac:spMkLst>
            <pc:docMk/>
            <pc:sldMk cId="2654591600" sldId="1027"/>
            <ac:spMk id="3" creationId="{344707FC-7A40-970C-765E-020C1EFC7B16}"/>
          </ac:spMkLst>
        </pc:spChg>
        <pc:picChg chg="mod">
          <ac:chgData name="Teng Wang" userId="18a8d83a-d360-47a3-91f7-533eefe1d157" providerId="ADAL" clId="{0D6A0893-A4C3-4472-A40B-1F08EA46D4AE}" dt="2026-05-13T23:17:31.379" v="37454" actId="1076"/>
          <ac:picMkLst>
            <pc:docMk/>
            <pc:sldMk cId="2654591600" sldId="1027"/>
            <ac:picMk id="5" creationId="{57B6AEA4-6F73-D29C-3CC1-DB1E7BA6681B}"/>
          </ac:picMkLst>
        </pc:picChg>
      </pc:sldChg>
      <pc:sldChg chg="modSp add mod ord">
        <pc:chgData name="Teng Wang" userId="18a8d83a-d360-47a3-91f7-533eefe1d157" providerId="ADAL" clId="{0D6A0893-A4C3-4472-A40B-1F08EA46D4AE}" dt="2026-05-14T16:19:35.105" v="39342" actId="20577"/>
        <pc:sldMkLst>
          <pc:docMk/>
          <pc:sldMk cId="1208612358" sldId="1028"/>
        </pc:sldMkLst>
        <pc:graphicFrameChg chg="mod modGraphic">
          <ac:chgData name="Teng Wang" userId="18a8d83a-d360-47a3-91f7-533eefe1d157" providerId="ADAL" clId="{0D6A0893-A4C3-4472-A40B-1F08EA46D4AE}" dt="2026-05-14T16:19:35.105" v="39342" actId="20577"/>
          <ac:graphicFrameMkLst>
            <pc:docMk/>
            <pc:sldMk cId="1208612358" sldId="1028"/>
            <ac:graphicFrameMk id="3" creationId="{A0FE3053-7C79-ECEA-D521-11D1A7936598}"/>
          </ac:graphicFrameMkLst>
        </pc:graphicFrameChg>
      </pc:sldChg>
      <pc:sldChg chg="add del">
        <pc:chgData name="Teng Wang" userId="18a8d83a-d360-47a3-91f7-533eefe1d157" providerId="ADAL" clId="{0D6A0893-A4C3-4472-A40B-1F08EA46D4AE}" dt="2026-05-14T16:06:03.990" v="38938"/>
        <pc:sldMkLst>
          <pc:docMk/>
          <pc:sldMk cId="659021363" sldId="1029"/>
        </pc:sldMkLst>
      </pc:sldChg>
      <pc:sldChg chg="modSp add mod">
        <pc:chgData name="Teng Wang" userId="18a8d83a-d360-47a3-91f7-533eefe1d157" providerId="ADAL" clId="{0D6A0893-A4C3-4472-A40B-1F08EA46D4AE}" dt="2026-05-14T16:44:47.827" v="39709" actId="20577"/>
        <pc:sldMkLst>
          <pc:docMk/>
          <pc:sldMk cId="1571270832" sldId="1029"/>
        </pc:sldMkLst>
        <pc:spChg chg="mod">
          <ac:chgData name="Teng Wang" userId="18a8d83a-d360-47a3-91f7-533eefe1d157" providerId="ADAL" clId="{0D6A0893-A4C3-4472-A40B-1F08EA46D4AE}" dt="2026-05-14T16:44:47.827" v="39709" actId="20577"/>
          <ac:spMkLst>
            <pc:docMk/>
            <pc:sldMk cId="1571270832" sldId="1029"/>
            <ac:spMk id="2" creationId="{10D7AF48-8552-16FF-3650-B342E0ABB964}"/>
          </ac:spMkLst>
        </pc:spChg>
      </pc:sldChg>
      <pc:sldChg chg="addSp delSp modSp add del mod">
        <pc:chgData name="Teng Wang" userId="18a8d83a-d360-47a3-91f7-533eefe1d157" providerId="ADAL" clId="{0D6A0893-A4C3-4472-A40B-1F08EA46D4AE}" dt="2026-05-14T16:54:47.157" v="39945" actId="47"/>
        <pc:sldMkLst>
          <pc:docMk/>
          <pc:sldMk cId="2062669650" sldId="1030"/>
        </pc:sldMkLst>
        <pc:spChg chg="add mod">
          <ac:chgData name="Teng Wang" userId="18a8d83a-d360-47a3-91f7-533eefe1d157" providerId="ADAL" clId="{0D6A0893-A4C3-4472-A40B-1F08EA46D4AE}" dt="2026-05-14T16:35:51.560" v="39536" actId="1076"/>
          <ac:spMkLst>
            <pc:docMk/>
            <pc:sldMk cId="2062669650" sldId="1030"/>
            <ac:spMk id="6" creationId="{38E2D5D4-A4DB-8F8F-A33D-454849700F1C}"/>
          </ac:spMkLst>
        </pc:spChg>
        <pc:graphicFrameChg chg="mod modGraphic">
          <ac:chgData name="Teng Wang" userId="18a8d83a-d360-47a3-91f7-533eefe1d157" providerId="ADAL" clId="{0D6A0893-A4C3-4472-A40B-1F08EA46D4AE}" dt="2026-05-14T16:40:38.565" v="39590"/>
          <ac:graphicFrameMkLst>
            <pc:docMk/>
            <pc:sldMk cId="2062669650" sldId="1030"/>
            <ac:graphicFrameMk id="13" creationId="{ACBB1ED6-2C80-9613-B772-3B612BC01014}"/>
          </ac:graphicFrameMkLst>
        </pc:graphicFrameChg>
        <pc:picChg chg="add mod ord">
          <ac:chgData name="Teng Wang" userId="18a8d83a-d360-47a3-91f7-533eefe1d157" providerId="ADAL" clId="{0D6A0893-A4C3-4472-A40B-1F08EA46D4AE}" dt="2026-05-14T16:40:22.156" v="39589" actId="14100"/>
          <ac:picMkLst>
            <pc:docMk/>
            <pc:sldMk cId="2062669650" sldId="1030"/>
            <ac:picMk id="5" creationId="{23ECDA6F-BD57-5B17-7237-78B3F8E9A0EF}"/>
          </ac:picMkLst>
        </pc:picChg>
        <pc:picChg chg="del">
          <ac:chgData name="Teng Wang" userId="18a8d83a-d360-47a3-91f7-533eefe1d157" providerId="ADAL" clId="{0D6A0893-A4C3-4472-A40B-1F08EA46D4AE}" dt="2026-05-14T16:26:33.149" v="39412" actId="478"/>
          <ac:picMkLst>
            <pc:docMk/>
            <pc:sldMk cId="2062669650" sldId="1030"/>
            <ac:picMk id="7" creationId="{14F3AF05-613A-D96A-87CE-B3703BED226E}"/>
          </ac:picMkLst>
        </pc:picChg>
        <pc:picChg chg="del mod">
          <ac:chgData name="Teng Wang" userId="18a8d83a-d360-47a3-91f7-533eefe1d157" providerId="ADAL" clId="{0D6A0893-A4C3-4472-A40B-1F08EA46D4AE}" dt="2026-05-14T16:26:47.463" v="39419" actId="478"/>
          <ac:picMkLst>
            <pc:docMk/>
            <pc:sldMk cId="2062669650" sldId="1030"/>
            <ac:picMk id="12" creationId="{1A743A30-5FA9-1EAB-36CB-01ECAD69DD20}"/>
          </ac:picMkLst>
        </pc:picChg>
      </pc:sldChg>
      <pc:sldChg chg="addSp delSp modSp add mod">
        <pc:chgData name="Teng Wang" userId="18a8d83a-d360-47a3-91f7-533eefe1d157" providerId="ADAL" clId="{0D6A0893-A4C3-4472-A40B-1F08EA46D4AE}" dt="2026-05-15T00:06:02.996" v="42323" actId="14100"/>
        <pc:sldMkLst>
          <pc:docMk/>
          <pc:sldMk cId="3686055711" sldId="1031"/>
        </pc:sldMkLst>
        <pc:spChg chg="add mod">
          <ac:chgData name="Teng Wang" userId="18a8d83a-d360-47a3-91f7-533eefe1d157" providerId="ADAL" clId="{0D6A0893-A4C3-4472-A40B-1F08EA46D4AE}" dt="2026-05-15T00:06:02.996" v="42323" actId="14100"/>
          <ac:spMkLst>
            <pc:docMk/>
            <pc:sldMk cId="3686055711" sldId="1031"/>
            <ac:spMk id="5" creationId="{D96D83DD-C299-1C31-A4B3-961CFE44ACDB}"/>
          </ac:spMkLst>
        </pc:spChg>
        <pc:spChg chg="add mod">
          <ac:chgData name="Teng Wang" userId="18a8d83a-d360-47a3-91f7-533eefe1d157" providerId="ADAL" clId="{0D6A0893-A4C3-4472-A40B-1F08EA46D4AE}" dt="2026-05-14T20:14:44.328" v="40830" actId="1076"/>
          <ac:spMkLst>
            <pc:docMk/>
            <pc:sldMk cId="3686055711" sldId="1031"/>
            <ac:spMk id="7" creationId="{4D3AE446-554D-7C23-62F8-794EC32EF40C}"/>
          </ac:spMkLst>
        </pc:spChg>
        <pc:spChg chg="add mod">
          <ac:chgData name="Teng Wang" userId="18a8d83a-d360-47a3-91f7-533eefe1d157" providerId="ADAL" clId="{0D6A0893-A4C3-4472-A40B-1F08EA46D4AE}" dt="2026-05-14T23:36:41.538" v="41710" actId="1076"/>
          <ac:spMkLst>
            <pc:docMk/>
            <pc:sldMk cId="3686055711" sldId="1031"/>
            <ac:spMk id="8" creationId="{EF9811B6-E951-B872-72E2-61EFEF4CF17D}"/>
          </ac:spMkLst>
        </pc:spChg>
        <pc:spChg chg="add del mod">
          <ac:chgData name="Teng Wang" userId="18a8d83a-d360-47a3-91f7-533eefe1d157" providerId="ADAL" clId="{0D6A0893-A4C3-4472-A40B-1F08EA46D4AE}" dt="2026-05-14T17:54:03.023" v="39950"/>
          <ac:spMkLst>
            <pc:docMk/>
            <pc:sldMk cId="3686055711" sldId="1031"/>
            <ac:spMk id="9" creationId="{D48857F2-26B0-7862-2F9F-9CFE33A6D4C8}"/>
          </ac:spMkLst>
        </pc:spChg>
        <pc:spChg chg="add del mod">
          <ac:chgData name="Teng Wang" userId="18a8d83a-d360-47a3-91f7-533eefe1d157" providerId="ADAL" clId="{0D6A0893-A4C3-4472-A40B-1F08EA46D4AE}" dt="2026-05-14T22:13:37.869" v="41099" actId="478"/>
          <ac:spMkLst>
            <pc:docMk/>
            <pc:sldMk cId="3686055711" sldId="1031"/>
            <ac:spMk id="12" creationId="{DE4609C1-A893-B791-5D57-5200C92F6283}"/>
          </ac:spMkLst>
        </pc:spChg>
        <pc:spChg chg="mod">
          <ac:chgData name="Teng Wang" userId="18a8d83a-d360-47a3-91f7-533eefe1d157" providerId="ADAL" clId="{0D6A0893-A4C3-4472-A40B-1F08EA46D4AE}" dt="2026-05-14T22:52:58.643" v="41505"/>
          <ac:spMkLst>
            <pc:docMk/>
            <pc:sldMk cId="3686055711" sldId="1031"/>
            <ac:spMk id="15" creationId="{88D49CF4-8EDF-99C3-9686-9B969C7029F5}"/>
          </ac:spMkLst>
        </pc:spChg>
        <pc:spChg chg="mod">
          <ac:chgData name="Teng Wang" userId="18a8d83a-d360-47a3-91f7-533eefe1d157" providerId="ADAL" clId="{0D6A0893-A4C3-4472-A40B-1F08EA46D4AE}" dt="2026-05-14T23:36:33.536" v="41708" actId="1038"/>
          <ac:spMkLst>
            <pc:docMk/>
            <pc:sldMk cId="3686055711" sldId="1031"/>
            <ac:spMk id="16" creationId="{E60C58D4-3A46-4959-6836-4A09DE43F044}"/>
          </ac:spMkLst>
        </pc:spChg>
        <pc:spChg chg="add mod">
          <ac:chgData name="Teng Wang" userId="18a8d83a-d360-47a3-91f7-533eefe1d157" providerId="ADAL" clId="{0D6A0893-A4C3-4472-A40B-1F08EA46D4AE}" dt="2026-05-14T23:36:45.120" v="41711"/>
          <ac:spMkLst>
            <pc:docMk/>
            <pc:sldMk cId="3686055711" sldId="1031"/>
            <ac:spMk id="21" creationId="{6C6F3FD4-CBD8-FA43-C182-9228E262F5DD}"/>
          </ac:spMkLst>
        </pc:spChg>
        <pc:spChg chg="mod">
          <ac:chgData name="Teng Wang" userId="18a8d83a-d360-47a3-91f7-533eefe1d157" providerId="ADAL" clId="{0D6A0893-A4C3-4472-A40B-1F08EA46D4AE}" dt="2026-05-14T23:36:48.789" v="41712"/>
          <ac:spMkLst>
            <pc:docMk/>
            <pc:sldMk cId="3686055711" sldId="1031"/>
            <ac:spMk id="23" creationId="{23394530-5AB2-7746-71CD-9A45A2B0641B}"/>
          </ac:spMkLst>
        </pc:spChg>
        <pc:spChg chg="mod">
          <ac:chgData name="Teng Wang" userId="18a8d83a-d360-47a3-91f7-533eefe1d157" providerId="ADAL" clId="{0D6A0893-A4C3-4472-A40B-1F08EA46D4AE}" dt="2026-05-14T23:37:45.236" v="41766" actId="20577"/>
          <ac:spMkLst>
            <pc:docMk/>
            <pc:sldMk cId="3686055711" sldId="1031"/>
            <ac:spMk id="24" creationId="{06F5ADC1-B561-9D82-7B40-81AEC53C1CA2}"/>
          </ac:spMkLst>
        </pc:spChg>
        <pc:spChg chg="add mod">
          <ac:chgData name="Teng Wang" userId="18a8d83a-d360-47a3-91f7-533eefe1d157" providerId="ADAL" clId="{0D6A0893-A4C3-4472-A40B-1F08EA46D4AE}" dt="2026-05-14T23:38:38.755" v="41777" actId="14100"/>
          <ac:spMkLst>
            <pc:docMk/>
            <pc:sldMk cId="3686055711" sldId="1031"/>
            <ac:spMk id="25" creationId="{AFD7A9B4-47D7-6FF5-5593-292B6F57E0AA}"/>
          </ac:spMkLst>
        </pc:spChg>
        <pc:grpChg chg="add mod">
          <ac:chgData name="Teng Wang" userId="18a8d83a-d360-47a3-91f7-533eefe1d157" providerId="ADAL" clId="{0D6A0893-A4C3-4472-A40B-1F08EA46D4AE}" dt="2026-05-14T23:36:36.573" v="41709" actId="1038"/>
          <ac:grpSpMkLst>
            <pc:docMk/>
            <pc:sldMk cId="3686055711" sldId="1031"/>
            <ac:grpSpMk id="14" creationId="{0B22386E-5FDA-7683-8672-D318888D4490}"/>
          </ac:grpSpMkLst>
        </pc:grpChg>
        <pc:grpChg chg="add mod">
          <ac:chgData name="Teng Wang" userId="18a8d83a-d360-47a3-91f7-533eefe1d157" providerId="ADAL" clId="{0D6A0893-A4C3-4472-A40B-1F08EA46D4AE}" dt="2026-05-14T23:38:00.805" v="41769" actId="14100"/>
          <ac:grpSpMkLst>
            <pc:docMk/>
            <pc:sldMk cId="3686055711" sldId="1031"/>
            <ac:grpSpMk id="22" creationId="{BA5B0E71-47D7-969F-AFA6-C4E557A7ECDB}"/>
          </ac:grpSpMkLst>
        </pc:grpChg>
        <pc:graphicFrameChg chg="mod ord modGraphic">
          <ac:chgData name="Teng Wang" userId="18a8d83a-d360-47a3-91f7-533eefe1d157" providerId="ADAL" clId="{0D6A0893-A4C3-4472-A40B-1F08EA46D4AE}" dt="2026-05-14T23:31:24.709" v="41693" actId="166"/>
          <ac:graphicFrameMkLst>
            <pc:docMk/>
            <pc:sldMk cId="3686055711" sldId="1031"/>
            <ac:graphicFrameMk id="13" creationId="{45B9CE4A-24CA-031B-9C12-BD1A9EDECF4C}"/>
          </ac:graphicFrameMkLst>
        </pc:graphicFrameChg>
        <pc:picChg chg="del">
          <ac:chgData name="Teng Wang" userId="18a8d83a-d360-47a3-91f7-533eefe1d157" providerId="ADAL" clId="{0D6A0893-A4C3-4472-A40B-1F08EA46D4AE}" dt="2026-05-14T16:37:03.629" v="39537" actId="478"/>
          <ac:picMkLst>
            <pc:docMk/>
            <pc:sldMk cId="3686055711" sldId="1031"/>
            <ac:picMk id="5" creationId="{B135A34D-1698-A70B-60F2-5BFBF5C91AFF}"/>
          </ac:picMkLst>
        </pc:picChg>
        <pc:picChg chg="add del mod ord">
          <ac:chgData name="Teng Wang" userId="18a8d83a-d360-47a3-91f7-533eefe1d157" providerId="ADAL" clId="{0D6A0893-A4C3-4472-A40B-1F08EA46D4AE}" dt="2026-05-14T20:14:22.218" v="40822" actId="478"/>
          <ac:picMkLst>
            <pc:docMk/>
            <pc:sldMk cId="3686055711" sldId="1031"/>
            <ac:picMk id="6" creationId="{80A11423-5061-ACA9-E259-C0181A55719D}"/>
          </ac:picMkLst>
        </pc:picChg>
        <pc:picChg chg="add del mod ord">
          <ac:chgData name="Teng Wang" userId="18a8d83a-d360-47a3-91f7-533eefe1d157" providerId="ADAL" clId="{0D6A0893-A4C3-4472-A40B-1F08EA46D4AE}" dt="2026-05-14T23:28:26.994" v="41588" actId="478"/>
          <ac:picMkLst>
            <pc:docMk/>
            <pc:sldMk cId="3686055711" sldId="1031"/>
            <ac:picMk id="11" creationId="{CA396703-AEDC-4E95-CC42-300238A2AA63}"/>
          </ac:picMkLst>
        </pc:picChg>
        <pc:picChg chg="add mod ord">
          <ac:chgData name="Teng Wang" userId="18a8d83a-d360-47a3-91f7-533eefe1d157" providerId="ADAL" clId="{0D6A0893-A4C3-4472-A40B-1F08EA46D4AE}" dt="2026-05-14T23:31:18.139" v="41691" actId="1076"/>
          <ac:picMkLst>
            <pc:docMk/>
            <pc:sldMk cId="3686055711" sldId="1031"/>
            <ac:picMk id="18" creationId="{12A5E2C0-0162-8BC8-C7F6-349F075E25C8}"/>
          </ac:picMkLst>
        </pc:picChg>
        <pc:picChg chg="add mod">
          <ac:chgData name="Teng Wang" userId="18a8d83a-d360-47a3-91f7-533eefe1d157" providerId="ADAL" clId="{0D6A0893-A4C3-4472-A40B-1F08EA46D4AE}" dt="2026-05-14T23:38:05.667" v="41771" actId="1076"/>
          <ac:picMkLst>
            <pc:docMk/>
            <pc:sldMk cId="3686055711" sldId="1031"/>
            <ac:picMk id="20" creationId="{E49FBC72-0C79-8907-1FAA-8DC60298C8D1}"/>
          </ac:picMkLst>
        </pc:picChg>
      </pc:sldChg>
      <pc:sldChg chg="delSp modSp add mod">
        <pc:chgData name="Teng Wang" userId="18a8d83a-d360-47a3-91f7-533eefe1d157" providerId="ADAL" clId="{0D6A0893-A4C3-4472-A40B-1F08EA46D4AE}" dt="2026-05-14T19:29:24.757" v="40398" actId="20577"/>
        <pc:sldMkLst>
          <pc:docMk/>
          <pc:sldMk cId="1145232072" sldId="1032"/>
        </pc:sldMkLst>
        <pc:spChg chg="del">
          <ac:chgData name="Teng Wang" userId="18a8d83a-d360-47a3-91f7-533eefe1d157" providerId="ADAL" clId="{0D6A0893-A4C3-4472-A40B-1F08EA46D4AE}" dt="2026-05-14T19:22:06.178" v="40179" actId="478"/>
          <ac:spMkLst>
            <pc:docMk/>
            <pc:sldMk cId="1145232072" sldId="1032"/>
            <ac:spMk id="5" creationId="{7787F614-77C5-1C61-D83D-725EE11883B3}"/>
          </ac:spMkLst>
        </pc:spChg>
        <pc:spChg chg="del">
          <ac:chgData name="Teng Wang" userId="18a8d83a-d360-47a3-91f7-533eefe1d157" providerId="ADAL" clId="{0D6A0893-A4C3-4472-A40B-1F08EA46D4AE}" dt="2026-05-14T19:28:02.249" v="40359" actId="478"/>
          <ac:spMkLst>
            <pc:docMk/>
            <pc:sldMk cId="1145232072" sldId="1032"/>
            <ac:spMk id="10" creationId="{38ECC2CB-C44D-80EA-42A5-4CAA0059A206}"/>
          </ac:spMkLst>
        </pc:spChg>
        <pc:spChg chg="mod">
          <ac:chgData name="Teng Wang" userId="18a8d83a-d360-47a3-91f7-533eefe1d157" providerId="ADAL" clId="{0D6A0893-A4C3-4472-A40B-1F08EA46D4AE}" dt="2026-05-14T19:29:24.757" v="40398" actId="20577"/>
          <ac:spMkLst>
            <pc:docMk/>
            <pc:sldMk cId="1145232072" sldId="1032"/>
            <ac:spMk id="16" creationId="{6449C58C-6965-8276-2900-55FA1A2783E6}"/>
          </ac:spMkLst>
        </pc:spChg>
        <pc:spChg chg="mod">
          <ac:chgData name="Teng Wang" userId="18a8d83a-d360-47a3-91f7-533eefe1d157" providerId="ADAL" clId="{0D6A0893-A4C3-4472-A40B-1F08EA46D4AE}" dt="2026-05-14T19:22:09.368" v="40181" actId="1076"/>
          <ac:spMkLst>
            <pc:docMk/>
            <pc:sldMk cId="1145232072" sldId="1032"/>
            <ac:spMk id="17" creationId="{34633B7C-BDBD-2B84-4204-0170BED547D6}"/>
          </ac:spMkLst>
        </pc:spChg>
        <pc:graphicFrameChg chg="del">
          <ac:chgData name="Teng Wang" userId="18a8d83a-d360-47a3-91f7-533eefe1d157" providerId="ADAL" clId="{0D6A0893-A4C3-4472-A40B-1F08EA46D4AE}" dt="2026-05-14T19:28:03.336" v="40360" actId="478"/>
          <ac:graphicFrameMkLst>
            <pc:docMk/>
            <pc:sldMk cId="1145232072" sldId="1032"/>
            <ac:graphicFrameMk id="8" creationId="{7D33500A-0C6E-0F73-D662-2EBE3AE2D0EF}"/>
          </ac:graphicFrameMkLst>
        </pc:graphicFrameChg>
        <pc:picChg chg="del">
          <ac:chgData name="Teng Wang" userId="18a8d83a-d360-47a3-91f7-533eefe1d157" providerId="ADAL" clId="{0D6A0893-A4C3-4472-A40B-1F08EA46D4AE}" dt="2026-05-14T19:22:04.316" v="40178" actId="478"/>
          <ac:picMkLst>
            <pc:docMk/>
            <pc:sldMk cId="1145232072" sldId="1032"/>
            <ac:picMk id="9" creationId="{DC5A60F8-A13F-D7E6-38F5-1B0F7FAD65F3}"/>
          </ac:picMkLst>
        </pc:picChg>
        <pc:picChg chg="del">
          <ac:chgData name="Teng Wang" userId="18a8d83a-d360-47a3-91f7-533eefe1d157" providerId="ADAL" clId="{0D6A0893-A4C3-4472-A40B-1F08EA46D4AE}" dt="2026-05-14T19:22:03.969" v="40177" actId="478"/>
          <ac:picMkLst>
            <pc:docMk/>
            <pc:sldMk cId="1145232072" sldId="1032"/>
            <ac:picMk id="11" creationId="{D923F882-D1FB-5BDC-645F-A74D58D0DA47}"/>
          </ac:picMkLst>
        </pc:picChg>
        <pc:cxnChg chg="del mod">
          <ac:chgData name="Teng Wang" userId="18a8d83a-d360-47a3-91f7-533eefe1d157" providerId="ADAL" clId="{0D6A0893-A4C3-4472-A40B-1F08EA46D4AE}" dt="2026-05-14T19:22:06.877" v="40180" actId="478"/>
          <ac:cxnSpMkLst>
            <pc:docMk/>
            <pc:sldMk cId="1145232072" sldId="1032"/>
            <ac:cxnSpMk id="7" creationId="{15100B27-B6EC-8164-69E6-09F8B9E79304}"/>
          </ac:cxnSpMkLst>
        </pc:cxnChg>
      </pc:sldChg>
      <pc:sldChg chg="add del">
        <pc:chgData name="Teng Wang" userId="18a8d83a-d360-47a3-91f7-533eefe1d157" providerId="ADAL" clId="{0D6A0893-A4C3-4472-A40B-1F08EA46D4AE}" dt="2026-05-14T19:21:45.762" v="40175"/>
        <pc:sldMkLst>
          <pc:docMk/>
          <pc:sldMk cId="1488339838" sldId="1032"/>
        </pc:sldMkLst>
      </pc:sldChg>
      <pc:sldChg chg="add del ord">
        <pc:chgData name="Teng Wang" userId="18a8d83a-d360-47a3-91f7-533eefe1d157" providerId="ADAL" clId="{0D6A0893-A4C3-4472-A40B-1F08EA46D4AE}" dt="2026-05-14T23:45:10.730" v="41788" actId="47"/>
        <pc:sldMkLst>
          <pc:docMk/>
          <pc:sldMk cId="4017177795" sldId="1033"/>
        </pc:sldMkLst>
      </pc:sldChg>
      <pc:sldChg chg="addSp delSp modSp new add del mod ord">
        <pc:chgData name="Teng Wang" userId="18a8d83a-d360-47a3-91f7-533eefe1d157" providerId="ADAL" clId="{0D6A0893-A4C3-4472-A40B-1F08EA46D4AE}" dt="2026-05-15T00:05:01.668" v="42311" actId="20577"/>
        <pc:sldMkLst>
          <pc:docMk/>
          <pc:sldMk cId="472096362" sldId="1034"/>
        </pc:sldMkLst>
        <pc:spChg chg="del">
          <ac:chgData name="Teng Wang" userId="18a8d83a-d360-47a3-91f7-533eefe1d157" providerId="ADAL" clId="{0D6A0893-A4C3-4472-A40B-1F08EA46D4AE}" dt="2026-05-14T20:00:20.960" v="40637" actId="478"/>
          <ac:spMkLst>
            <pc:docMk/>
            <pc:sldMk cId="472096362" sldId="1034"/>
            <ac:spMk id="2" creationId="{59869738-36F3-560E-8E8B-7226328F0BE8}"/>
          </ac:spMkLst>
        </pc:spChg>
        <pc:spChg chg="del">
          <ac:chgData name="Teng Wang" userId="18a8d83a-d360-47a3-91f7-533eefe1d157" providerId="ADAL" clId="{0D6A0893-A4C3-4472-A40B-1F08EA46D4AE}" dt="2026-05-14T20:00:20.960" v="40637" actId="478"/>
          <ac:spMkLst>
            <pc:docMk/>
            <pc:sldMk cId="472096362" sldId="1034"/>
            <ac:spMk id="3" creationId="{B03BD010-B401-0BCA-2089-4AE470C48ADD}"/>
          </ac:spMkLst>
        </pc:spChg>
        <pc:spChg chg="del">
          <ac:chgData name="Teng Wang" userId="18a8d83a-d360-47a3-91f7-533eefe1d157" providerId="ADAL" clId="{0D6A0893-A4C3-4472-A40B-1F08EA46D4AE}" dt="2026-05-14T20:00:20.960" v="40637" actId="478"/>
          <ac:spMkLst>
            <pc:docMk/>
            <pc:sldMk cId="472096362" sldId="1034"/>
            <ac:spMk id="4" creationId="{1D85799C-79EF-A6D1-5C25-44448FF99930}"/>
          </ac:spMkLst>
        </pc:spChg>
        <pc:spChg chg="add mod">
          <ac:chgData name="Teng Wang" userId="18a8d83a-d360-47a3-91f7-533eefe1d157" providerId="ADAL" clId="{0D6A0893-A4C3-4472-A40B-1F08EA46D4AE}" dt="2026-05-14T22:09:39.200" v="41037" actId="1076"/>
          <ac:spMkLst>
            <pc:docMk/>
            <pc:sldMk cId="472096362" sldId="1034"/>
            <ac:spMk id="8" creationId="{EA26AD04-BE1C-9833-E1B0-71166C4B8A14}"/>
          </ac:spMkLst>
        </pc:spChg>
        <pc:spChg chg="add del mod">
          <ac:chgData name="Teng Wang" userId="18a8d83a-d360-47a3-91f7-533eefe1d157" providerId="ADAL" clId="{0D6A0893-A4C3-4472-A40B-1F08EA46D4AE}" dt="2026-05-14T22:47:12.868" v="41178" actId="478"/>
          <ac:spMkLst>
            <pc:docMk/>
            <pc:sldMk cId="472096362" sldId="1034"/>
            <ac:spMk id="9" creationId="{778263D5-CD0A-E091-478D-061713434A7D}"/>
          </ac:spMkLst>
        </pc:spChg>
        <pc:spChg chg="add mod">
          <ac:chgData name="Teng Wang" userId="18a8d83a-d360-47a3-91f7-533eefe1d157" providerId="ADAL" clId="{0D6A0893-A4C3-4472-A40B-1F08EA46D4AE}" dt="2026-05-14T22:10:54.992" v="41072" actId="20577"/>
          <ac:spMkLst>
            <pc:docMk/>
            <pc:sldMk cId="472096362" sldId="1034"/>
            <ac:spMk id="10" creationId="{91BB2363-34EC-BD12-C825-62D1AC02AA34}"/>
          </ac:spMkLst>
        </pc:spChg>
        <pc:spChg chg="add mod">
          <ac:chgData name="Teng Wang" userId="18a8d83a-d360-47a3-91f7-533eefe1d157" providerId="ADAL" clId="{0D6A0893-A4C3-4472-A40B-1F08EA46D4AE}" dt="2026-05-14T22:46:39.768" v="41164" actId="1076"/>
          <ac:spMkLst>
            <pc:docMk/>
            <pc:sldMk cId="472096362" sldId="1034"/>
            <ac:spMk id="14" creationId="{C25A8285-B361-B0BE-D3F7-9555A5D540DD}"/>
          </ac:spMkLst>
        </pc:spChg>
        <pc:spChg chg="add mod">
          <ac:chgData name="Teng Wang" userId="18a8d83a-d360-47a3-91f7-533eefe1d157" providerId="ADAL" clId="{0D6A0893-A4C3-4472-A40B-1F08EA46D4AE}" dt="2026-05-14T22:46:55.544" v="41172" actId="14100"/>
          <ac:spMkLst>
            <pc:docMk/>
            <pc:sldMk cId="472096362" sldId="1034"/>
            <ac:spMk id="15" creationId="{696A7A4F-658F-4DF1-C0DC-118BDCFD995B}"/>
          </ac:spMkLst>
        </pc:spChg>
        <pc:spChg chg="add mod">
          <ac:chgData name="Teng Wang" userId="18a8d83a-d360-47a3-91f7-533eefe1d157" providerId="ADAL" clId="{0D6A0893-A4C3-4472-A40B-1F08EA46D4AE}" dt="2026-05-14T22:47:01.365" v="41174" actId="1076"/>
          <ac:spMkLst>
            <pc:docMk/>
            <pc:sldMk cId="472096362" sldId="1034"/>
            <ac:spMk id="16" creationId="{77D50EAF-51FD-FED9-7C68-27DF7A758DC8}"/>
          </ac:spMkLst>
        </pc:spChg>
        <pc:spChg chg="add mod">
          <ac:chgData name="Teng Wang" userId="18a8d83a-d360-47a3-91f7-533eefe1d157" providerId="ADAL" clId="{0D6A0893-A4C3-4472-A40B-1F08EA46D4AE}" dt="2026-05-14T22:47:10.401" v="41177" actId="1076"/>
          <ac:spMkLst>
            <pc:docMk/>
            <pc:sldMk cId="472096362" sldId="1034"/>
            <ac:spMk id="17" creationId="{F7BF6118-43B7-FA0C-DD54-A2931D71E4CA}"/>
          </ac:spMkLst>
        </pc:spChg>
        <pc:spChg chg="add mod">
          <ac:chgData name="Teng Wang" userId="18a8d83a-d360-47a3-91f7-533eefe1d157" providerId="ADAL" clId="{0D6A0893-A4C3-4472-A40B-1F08EA46D4AE}" dt="2026-05-15T00:05:01.668" v="42311" actId="20577"/>
          <ac:spMkLst>
            <pc:docMk/>
            <pc:sldMk cId="472096362" sldId="1034"/>
            <ac:spMk id="19" creationId="{0EEB9FDF-5680-6B47-07D4-3668D89F120F}"/>
          </ac:spMkLst>
        </pc:spChg>
        <pc:spChg chg="mod">
          <ac:chgData name="Teng Wang" userId="18a8d83a-d360-47a3-91f7-533eefe1d157" providerId="ADAL" clId="{0D6A0893-A4C3-4472-A40B-1F08EA46D4AE}" dt="2026-05-14T22:51:17.706" v="41436" actId="14100"/>
          <ac:spMkLst>
            <pc:docMk/>
            <pc:sldMk cId="472096362" sldId="1034"/>
            <ac:spMk id="21" creationId="{88F71C17-9313-B1CE-CCD1-17C0F4F4B9DE}"/>
          </ac:spMkLst>
        </pc:spChg>
        <pc:spChg chg="mod">
          <ac:chgData name="Teng Wang" userId="18a8d83a-d360-47a3-91f7-533eefe1d157" providerId="ADAL" clId="{0D6A0893-A4C3-4472-A40B-1F08EA46D4AE}" dt="2026-05-14T22:51:09.599" v="41434" actId="20577"/>
          <ac:spMkLst>
            <pc:docMk/>
            <pc:sldMk cId="472096362" sldId="1034"/>
            <ac:spMk id="22" creationId="{6EB7981D-8653-E48E-6E8C-439CA53595CE}"/>
          </ac:spMkLst>
        </pc:spChg>
        <pc:grpChg chg="add mod">
          <ac:chgData name="Teng Wang" userId="18a8d83a-d360-47a3-91f7-533eefe1d157" providerId="ADAL" clId="{0D6A0893-A4C3-4472-A40B-1F08EA46D4AE}" dt="2026-05-14T22:51:10.913" v="41435" actId="14100"/>
          <ac:grpSpMkLst>
            <pc:docMk/>
            <pc:sldMk cId="472096362" sldId="1034"/>
            <ac:grpSpMk id="20" creationId="{E2D2529B-C8AB-A384-958A-3ED4CBB2F3C3}"/>
          </ac:grpSpMkLst>
        </pc:grpChg>
        <pc:graphicFrameChg chg="add del mod modGraphic">
          <ac:chgData name="Teng Wang" userId="18a8d83a-d360-47a3-91f7-533eefe1d157" providerId="ADAL" clId="{0D6A0893-A4C3-4472-A40B-1F08EA46D4AE}" dt="2026-05-14T22:42:48.511" v="41104" actId="478"/>
          <ac:graphicFrameMkLst>
            <pc:docMk/>
            <pc:sldMk cId="472096362" sldId="1034"/>
            <ac:graphicFrameMk id="6" creationId="{EA02738A-3565-58ED-E3C4-6C2347538F61}"/>
          </ac:graphicFrameMkLst>
        </pc:graphicFrameChg>
        <pc:graphicFrameChg chg="add mod modGraphic">
          <ac:chgData name="Teng Wang" userId="18a8d83a-d360-47a3-91f7-533eefe1d157" providerId="ADAL" clId="{0D6A0893-A4C3-4472-A40B-1F08EA46D4AE}" dt="2026-05-14T22:45:04.363" v="41162" actId="20577"/>
          <ac:graphicFrameMkLst>
            <pc:docMk/>
            <pc:sldMk cId="472096362" sldId="1034"/>
            <ac:graphicFrameMk id="13" creationId="{BD79FB87-AD33-15EF-781D-D1C14CA14DAB}"/>
          </ac:graphicFrameMkLst>
        </pc:graphicFrameChg>
        <pc:picChg chg="add mod">
          <ac:chgData name="Teng Wang" userId="18a8d83a-d360-47a3-91f7-533eefe1d157" providerId="ADAL" clId="{0D6A0893-A4C3-4472-A40B-1F08EA46D4AE}" dt="2026-05-14T22:46:46.966" v="41169" actId="1076"/>
          <ac:picMkLst>
            <pc:docMk/>
            <pc:sldMk cId="472096362" sldId="1034"/>
            <ac:picMk id="5" creationId="{A2407685-2407-44A8-E46C-31DA1A1F5CFA}"/>
          </ac:picMkLst>
        </pc:picChg>
        <pc:picChg chg="add del mod">
          <ac:chgData name="Teng Wang" userId="18a8d83a-d360-47a3-91f7-533eefe1d157" providerId="ADAL" clId="{0D6A0893-A4C3-4472-A40B-1F08EA46D4AE}" dt="2026-05-14T22:42:26.391" v="41100" actId="478"/>
          <ac:picMkLst>
            <pc:docMk/>
            <pc:sldMk cId="472096362" sldId="1034"/>
            <ac:picMk id="7" creationId="{3DCE328A-7584-2597-F939-176E39A0C922}"/>
          </ac:picMkLst>
        </pc:picChg>
        <pc:picChg chg="add mod">
          <ac:chgData name="Teng Wang" userId="18a8d83a-d360-47a3-91f7-533eefe1d157" providerId="ADAL" clId="{0D6A0893-A4C3-4472-A40B-1F08EA46D4AE}" dt="2026-05-14T22:50:19.038" v="41368" actId="1076"/>
          <ac:picMkLst>
            <pc:docMk/>
            <pc:sldMk cId="472096362" sldId="1034"/>
            <ac:picMk id="12" creationId="{794CBD0F-2191-E90D-651E-A335AD4D88AF}"/>
          </ac:picMkLst>
        </pc:picChg>
      </pc:sldChg>
      <pc:sldMasterChg chg="delSldLayout">
        <pc:chgData name="Teng Wang" userId="18a8d83a-d360-47a3-91f7-533eefe1d157" providerId="ADAL" clId="{0D6A0893-A4C3-4472-A40B-1F08EA46D4AE}" dt="2026-04-24T21:01:10.890" v="22245" actId="47"/>
        <pc:sldMasterMkLst>
          <pc:docMk/>
          <pc:sldMasterMk cId="1793164074" sldId="2147483662"/>
        </pc:sldMasterMkLst>
      </pc:sldMasterChg>
    </pc:docChg>
  </pc:docChgLst>
</pc:chgInfo>
</file>

<file path=ppt/comments/modernComment_3FD_21B31C23.xml><?xml version="1.0" encoding="utf-8"?>
<p188:cmLst xmlns:a="http://schemas.openxmlformats.org/drawingml/2006/main" xmlns:r="http://schemas.openxmlformats.org/officeDocument/2006/relationships" xmlns:p188="http://schemas.microsoft.com/office/powerpoint/2018/8/main">
  <p188:cm id="{3B664A80-487C-45F7-A363-0634C78EC804}" authorId="{8E149062-6141-64A5-525C-9C463F90AF57}" status="resolved" created="2026-05-13T12:28:51.676" complete="100000">
    <ac:txMkLst xmlns:ac="http://schemas.microsoft.com/office/drawing/2013/main/command">
      <pc:docMk xmlns:pc="http://schemas.microsoft.com/office/powerpoint/2013/main/command"/>
      <pc:sldMk xmlns:pc="http://schemas.microsoft.com/office/powerpoint/2013/main/command" cId="565386275" sldId="1021"/>
      <ac:spMk id="3" creationId="{05D33DC0-DDEA-11EC-6123-6D1D9C74C2A3}"/>
      <ac:txMk cp="0" len="298">
        <ac:context len="330" hash="699182862"/>
      </ac:txMk>
    </ac:txMkLst>
    <p188:pos x="2918460" y="220980"/>
    <p188:txBody>
      <a:bodyPr/>
      <a:lstStyle/>
      <a:p>
        <a:r>
          <a:rPr lang="en-US"/>
          <a:t>This is unspecific. They should read like section titles in a paper.</a:t>
        </a:r>
      </a:p>
    </p188:txBody>
    <p188:extLst>
      <p:ext xmlns:p="http://schemas.openxmlformats.org/presentationml/2006/main" uri="{57CB4572-C831-44C2-8A1C-0ADB6CCDFE69}">
        <p223:reactions xmlns:p223="http://schemas.microsoft.com/office/powerpoint/2022/03/main">
          <p223:rxn type="👍">
            <p223:instance time="2026-05-13T16:44:34.322" authorId="{0E319CAA-38C1-E47C-E3C6-1385BFF1B2FB}"/>
          </p223:rxn>
        </p223:reactions>
      </p:ext>
    </p188:extLst>
  </p188:cm>
</p188:cmLst>
</file>

<file path=ppt/comments/modernComment_207_79E72E17.xml><?xml version="1.0" encoding="utf-8"?>
<p188:cmLst xmlns:a="http://schemas.openxmlformats.org/drawingml/2006/main" xmlns:r="http://schemas.openxmlformats.org/officeDocument/2006/relationships" xmlns:p188="http://schemas.microsoft.com/office/powerpoint/2018/8/main">
  <p188:cm id="{37EBE23A-98A7-4B3B-9F23-61BD3D8432FF}" authorId="{8E149062-6141-64A5-525C-9C463F90AF57}" created="2026-05-13T12:31:33.964">
    <ac:txMkLst xmlns:ac="http://schemas.microsoft.com/office/drawing/2013/main/command">
      <pc:docMk xmlns:pc="http://schemas.microsoft.com/office/powerpoint/2013/main/command"/>
      <pc:sldMk xmlns:pc="http://schemas.microsoft.com/office/powerpoint/2013/main/command" cId="2045193751" sldId="519"/>
      <ac:graphicFrameMk id="14" creationId="{B15E3C67-6557-1129-8477-E27056CD92A6}"/>
      <ac:tblMk/>
      <ac:tcMk rowId="2057055018" colId="3273106537"/>
      <ac:txMk cp="30">
        <ac:context len="31" hash="2430966318"/>
      </ac:txMk>
    </ac:txMkLst>
    <p188:pos x="3817620" y="4556759"/>
    <p188:txBody>
      <a:bodyPr/>
      <a:lstStyle/>
      <a:p>
        <a:r>
          <a:rPr lang="en-US"/>
          <a:t>What does selected mean?</a:t>
        </a:r>
      </a:p>
    </p188:txBody>
  </p188:cm>
</p188:cmLst>
</file>

<file path=ppt/comments/modernComment_210_F75CA07C.xml><?xml version="1.0" encoding="utf-8"?>
<p188:cmLst xmlns:a="http://schemas.openxmlformats.org/drawingml/2006/main" xmlns:r="http://schemas.openxmlformats.org/officeDocument/2006/relationships" xmlns:p188="http://schemas.microsoft.com/office/powerpoint/2018/8/main">
  <p188:cm id="{E70FED7D-5C1B-418B-8F9E-E995702F1861}" authorId="{8E149062-6141-64A5-525C-9C463F90AF57}" created="2026-05-13T12:32:05.459">
    <ac:deMkLst xmlns:ac="http://schemas.microsoft.com/office/drawing/2013/main/command">
      <pc:docMk xmlns:pc="http://schemas.microsoft.com/office/powerpoint/2013/main/command"/>
      <pc:sldMk xmlns:pc="http://schemas.microsoft.com/office/powerpoint/2013/main/command" cId="4150042748" sldId="528"/>
      <ac:picMk id="7" creationId="{7D8B1BFA-3C31-1056-2A0D-D754C1BF8DB1}"/>
    </ac:deMkLst>
    <p188:txBody>
      <a:bodyPr/>
      <a:lstStyle/>
      <a:p>
        <a:r>
          <a:rPr lang="en-US"/>
          <a:t>Figure is not legible. As a rule of thumb, figure should be readable 1 meter away from your computer monitor.</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08223A78-625A-434B-8348-E42139EC5955}" type="datetimeFigureOut">
              <a:rPr lang="en-US" smtClean="0"/>
              <a:t>5/14/2026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391D3BA1-BEDB-4FA8-B6EC-CD582FA95C7C}" type="slidenum">
              <a:rPr lang="en-US" smtClean="0"/>
              <a:t>‹#›</a:t>
            </a:fld>
            <a:endParaRPr lang="en-US"/>
          </a:p>
        </p:txBody>
      </p:sp>
    </p:spTree>
    <p:extLst>
      <p:ext uri="{BB962C8B-B14F-4D97-AF65-F5344CB8AC3E}">
        <p14:creationId xmlns:p14="http://schemas.microsoft.com/office/powerpoint/2010/main" val="297571502"/>
      </p:ext>
    </p:extLst>
  </p:cSld>
  <p:clrMap bg1="lt1" tx1="dk1" bg2="lt2" tx2="dk2" accent1="accent1" accent2="accent2" accent3="accent3" accent4="accent4" accent5="accent5" accent6="accent6" hlink="hlink" folHlink="folHlink"/>
  <p:notesStyle>
    <a:lvl1pPr marL="0" algn="l" defTabSz="912051" rtl="0" eaLnBrk="1" latinLnBrk="0" hangingPunct="1">
      <a:defRPr sz="1200" kern="1200">
        <a:solidFill>
          <a:schemeClr val="tx1"/>
        </a:solidFill>
        <a:latin typeface="+mn-lt"/>
        <a:ea typeface="+mn-ea"/>
        <a:cs typeface="+mn-cs"/>
      </a:defRPr>
    </a:lvl1pPr>
    <a:lvl2pPr marL="456029" algn="l" defTabSz="912051" rtl="0" eaLnBrk="1" latinLnBrk="0" hangingPunct="1">
      <a:defRPr sz="1200" kern="1200">
        <a:solidFill>
          <a:schemeClr val="tx1"/>
        </a:solidFill>
        <a:latin typeface="+mn-lt"/>
        <a:ea typeface="+mn-ea"/>
        <a:cs typeface="+mn-cs"/>
      </a:defRPr>
    </a:lvl2pPr>
    <a:lvl3pPr marL="912051" algn="l" defTabSz="912051" rtl="0" eaLnBrk="1" latinLnBrk="0" hangingPunct="1">
      <a:defRPr sz="1200" kern="1200">
        <a:solidFill>
          <a:schemeClr val="tx1"/>
        </a:solidFill>
        <a:latin typeface="+mn-lt"/>
        <a:ea typeface="+mn-ea"/>
        <a:cs typeface="+mn-cs"/>
      </a:defRPr>
    </a:lvl3pPr>
    <a:lvl4pPr marL="1368077" algn="l" defTabSz="912051" rtl="0" eaLnBrk="1" latinLnBrk="0" hangingPunct="1">
      <a:defRPr sz="1200" kern="1200">
        <a:solidFill>
          <a:schemeClr val="tx1"/>
        </a:solidFill>
        <a:latin typeface="+mn-lt"/>
        <a:ea typeface="+mn-ea"/>
        <a:cs typeface="+mn-cs"/>
      </a:defRPr>
    </a:lvl4pPr>
    <a:lvl5pPr marL="1824101" algn="l" defTabSz="912051" rtl="0" eaLnBrk="1" latinLnBrk="0" hangingPunct="1">
      <a:defRPr sz="1200" kern="1200">
        <a:solidFill>
          <a:schemeClr val="tx1"/>
        </a:solidFill>
        <a:latin typeface="+mn-lt"/>
        <a:ea typeface="+mn-ea"/>
        <a:cs typeface="+mn-cs"/>
      </a:defRPr>
    </a:lvl5pPr>
    <a:lvl6pPr marL="2280126" algn="l" defTabSz="912051" rtl="0" eaLnBrk="1" latinLnBrk="0" hangingPunct="1">
      <a:defRPr sz="1200" kern="1200">
        <a:solidFill>
          <a:schemeClr val="tx1"/>
        </a:solidFill>
        <a:latin typeface="+mn-lt"/>
        <a:ea typeface="+mn-ea"/>
        <a:cs typeface="+mn-cs"/>
      </a:defRPr>
    </a:lvl6pPr>
    <a:lvl7pPr marL="2736151" algn="l" defTabSz="912051" rtl="0" eaLnBrk="1" latinLnBrk="0" hangingPunct="1">
      <a:defRPr sz="1200" kern="1200">
        <a:solidFill>
          <a:schemeClr val="tx1"/>
        </a:solidFill>
        <a:latin typeface="+mn-lt"/>
        <a:ea typeface="+mn-ea"/>
        <a:cs typeface="+mn-cs"/>
      </a:defRPr>
    </a:lvl7pPr>
    <a:lvl8pPr marL="3192178" algn="l" defTabSz="912051" rtl="0" eaLnBrk="1" latinLnBrk="0" hangingPunct="1">
      <a:defRPr sz="1200" kern="1200">
        <a:solidFill>
          <a:schemeClr val="tx1"/>
        </a:solidFill>
        <a:latin typeface="+mn-lt"/>
        <a:ea typeface="+mn-ea"/>
        <a:cs typeface="+mn-cs"/>
      </a:defRPr>
    </a:lvl8pPr>
    <a:lvl9pPr marL="3648201" algn="l" defTabSz="912051"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16AC8-FE39-F88F-F799-CA4F7D69EA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466B0-0CC0-48E8-CA55-15207B11AB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580A18-F319-190D-3DD9-6A7C8C8BBF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D01C82-CDC2-A118-B607-88AB5CA19674}"/>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23210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9A815-BD55-CE13-393F-3F377CB79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0DDC6-8129-473D-66A9-BCEE5E8FA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42AD43-D839-B047-4535-5EF8B349A3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42DDD4-DB7B-B306-4255-0738C739009D}"/>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3645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82703-C228-0B06-8667-1E92EE9FA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B468E-3402-0313-AE4C-0DAEA7952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807CA-72BC-013F-0B7A-C24F1F8551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734F83-7ACB-969F-5483-F0B385FF310F}"/>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3668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0FC4E-DF70-1B55-09CA-1BA0A920F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FA998-AEA5-25A8-575B-54299F267E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8E9A7-71B8-2082-FC0D-B4D6108860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7F77B9-E971-FD11-E678-29CCFFA70DB2}"/>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21429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E5FF2-C1EA-FFC1-8EC2-6A05B8D2F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81048-E2DC-ADB0-28BC-CEFDE48370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63272-96AD-8B1F-6EEC-9FD95DCFDB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0C364C-95D7-6F19-31DE-B3A90DC3E6FA}"/>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6</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69783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937E2-076B-4501-FE2F-B6557B3369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24013-85B8-2314-0AE9-FEAC0BD19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9D616F-69BA-2C2C-4140-06D98C27CF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5A3DD3-858A-02EB-A726-EFD0B583782C}"/>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7</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9176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8924E-935F-539E-7124-A2BE3E5F8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469D8-F4E5-E164-F209-AE943F72E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DCEB01-F882-122C-5DDE-9496427051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850DD2-718A-BCAF-4DAE-804B23DFE94C}"/>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8</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80584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883B5-A3C9-EE4E-BAFD-ADBC4DF79A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53B82-7F73-9B87-CC39-D6EC67E98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95260-0534-513F-BA63-7937C46C50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EE2B2A-0DC0-AB2F-60D9-85707B179B37}"/>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9</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899298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6B907-3091-E269-E82F-FF10C18FB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6535B-56EB-086A-4484-669D00AC7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68A069-ED84-8D3A-F2BA-6F8CF602DF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37E4B4-529D-A291-B8E4-28E869BBBC64}"/>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10</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0665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67284-577C-91D9-C3DB-21511DF9F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3AD3B-D949-3F4E-AD24-B86912718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867D3-FD10-0266-9730-CB11E73745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EB1E66-C76E-00C2-3C4B-85F49224D49A}"/>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11</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60615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FCF71-AF7B-F226-1C4C-11013A2C2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59D10-0D28-693A-017E-6A51F67E06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68EBA3-1EA3-5386-BC8F-4665F2E536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0C0D8A-20AD-DE7B-459C-E733CE1303BA}"/>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12</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63812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92A67-527D-67A2-FD9A-23E635275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082D81-0244-1661-BC74-1C20D4606E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3FA93-6F9A-2AE4-032C-B112956C6E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BAA69E-A692-FCBA-09EA-1E19C60677D2}"/>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77978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E4175-9831-AF34-3070-32560AF30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F9AE93-1E3E-A1CC-04D3-5A850BDB7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CBA38-1E02-9C84-5749-FED5EE349B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475AFB-0977-BE03-D491-C1DD9759B6F5}"/>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05533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624F2-09FD-D389-7BAB-F8CDEB4D7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07419-30D8-3BC1-857D-4BB7631DC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834BF1-3132-80A2-875D-48EAAC5FB3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8A6BC6-7EB4-11AD-1EE1-03E75A66A79F}"/>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39764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67B56-12AD-C58C-EE17-B131AAA27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50B85-669D-4AE2-DF80-A51CE31D5C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6C8D0-E981-5E28-6CEB-1705DD6B7C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86DDA3-CE22-816D-BE3B-EE0BAA99F3D4}"/>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16</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821368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804A7-1244-F95B-0143-7D2E620BB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14DC2-B542-91AC-7CC3-8842580EF9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56A92-B930-DAE6-34A2-1E6B10FC28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900B98-25E3-708D-3676-AC12967BF624}"/>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18</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9125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7A71F-B327-B2C5-2E87-82FFB155D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41F65-786F-2C95-A01A-DB458A4E02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6D792-440D-90EB-1B74-0DF51532D6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DF1FE5-E0A2-3F3E-6B69-92867C5C5FD7}"/>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19</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68231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42F50-11AB-6D70-E22F-59A0C2F81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5F7775-E4F7-8590-F1C1-D455F1860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97A064-905F-0168-0FF2-328EDD81EC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98D518-EBC6-9B6A-69EF-4EE100640058}"/>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20</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74213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9D31C-1C9D-5660-5E3A-1965B6380A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A4843-8754-1456-388C-71F8E5FC0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A50C17-8663-BF29-CA7C-7AFD36D16A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4647FC-6937-8F28-0CFA-D39E5B6E3D4C}"/>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21</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436783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5CAD9-F855-3E4C-9ED4-9FDED366C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93860-558F-6D22-2A85-B0BBDEF9C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1675C-74DA-72A9-255E-B57A88F335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704A18-CCA7-18E7-01DA-DD5750459E3F}"/>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22</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96463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06574-495D-D0B8-547E-0B22F5A29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8B206-66AB-27DF-E5C1-EAD6FA9B0E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55CD7C-2976-155A-CFB5-B65ADA3D18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6B64CD-56B6-A4E4-D853-A24CD1FAAD8F}"/>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3641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38B34-361B-6A4D-7C8F-D21813D422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36AE8-8799-B022-17E6-89EC70880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C9451-59DF-F5A0-B399-779B9729CF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BA529F-3657-A387-8BE2-889612920997}"/>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267181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AE300-499E-D16B-66C1-AD3593076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676AC-39AC-55D1-C652-1A11C20EB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72E0A8-09C9-5D68-2D1E-B8C3DDF4AA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FA125C-1E6A-E7AE-278B-FD7A91B2B14B}"/>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102520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D4080-664D-ED0E-2D86-90E2217DC4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EF6C2-693C-3217-B3B4-2984685903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C31D3-2D0C-8784-726D-A5E11CF85D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F3C2B4-2683-B1FF-2572-61FBD267827C}"/>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26</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563196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2A46D-CFA3-9C95-FFAE-4DBE656CE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893B7-1D10-B273-A2B0-0E17F72D6F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6113A8-1896-5A2E-1608-6B7C5B5D1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5A6808-83F4-8A5D-50B1-7CCD2FFA1025}"/>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27</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44542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E0311-3D0A-4858-1EF2-D3AFE62AC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AB1DA-6C89-07B2-3279-089D2B202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CFB3BC-6A97-0B29-3247-AD735CEEE8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7060F3-7866-D54D-38F7-8E1F77E4CAAF}"/>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28</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173465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FAAD1-B700-0AC1-DF2D-BCE2B49F8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03043-149A-C9A3-B95D-C3F53ECE60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FAC9F0-38E1-4D4A-0012-2265B7A37A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9E2869-7956-3A44-D0F6-0B1DD4111A80}"/>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29</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06481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3BAC7-20D2-BE47-7BAF-6E31ADDA1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582AF1-FA54-342E-010F-B215B2886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D0AE1-A5A4-4185-3328-1F82FDF173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78252E-6C35-D903-6D42-52398FBD7CAC}"/>
              </a:ext>
            </a:extLst>
          </p:cNvPr>
          <p:cNvSpPr>
            <a:spLocks noGrp="1"/>
          </p:cNvSpPr>
          <p:nvPr>
            <p:ph type="sldNum" sz="quarter" idx="5"/>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391D3BA1-BEDB-4FA8-B6EC-CD582FA95C7C}"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30</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21390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22400" y="2819400"/>
            <a:ext cx="9347200" cy="1272204"/>
          </a:xfrm>
          <a:prstGeom prst="rect">
            <a:avLst/>
          </a:prstGeom>
        </p:spPr>
        <p:txBody>
          <a:bodyPr/>
          <a:lstStyle>
            <a:lvl1pPr algn="ctr">
              <a:defRPr b="0"/>
            </a:lvl1pPr>
          </a:lstStyle>
          <a:p>
            <a:r>
              <a:rPr lang="en-US" dirty="0"/>
              <a:t>Click to edit presentation title</a:t>
            </a:r>
          </a:p>
        </p:txBody>
      </p:sp>
      <p:sp>
        <p:nvSpPr>
          <p:cNvPr id="4" name="Title 1"/>
          <p:cNvSpPr txBox="1">
            <a:spLocks/>
          </p:cNvSpPr>
          <p:nvPr userDrawn="1"/>
        </p:nvSpPr>
        <p:spPr>
          <a:xfrm>
            <a:off x="1117600" y="4313278"/>
            <a:ext cx="9347200" cy="1385455"/>
          </a:xfrm>
          <a:prstGeom prst="rect">
            <a:avLst/>
          </a:prstGeom>
        </p:spPr>
        <p:txBody>
          <a:bodyPr/>
          <a:lstStyle>
            <a:lvl1pPr algn="l" defTabSz="912051" rtl="0" eaLnBrk="1" latinLnBrk="0" hangingPunct="1">
              <a:spcBef>
                <a:spcPct val="0"/>
              </a:spcBef>
              <a:buNone/>
              <a:defRPr sz="2800" b="1" kern="1200">
                <a:solidFill>
                  <a:schemeClr val="bg1"/>
                </a:solidFill>
                <a:latin typeface="+mn-lt"/>
                <a:ea typeface="+mj-ea"/>
                <a:cs typeface="+mj-cs"/>
              </a:defRPr>
            </a:lvl1pPr>
          </a:lstStyle>
          <a:p>
            <a:endParaRPr lang="en-US" sz="2000" b="0" dirty="0"/>
          </a:p>
        </p:txBody>
      </p:sp>
      <p:cxnSp>
        <p:nvCxnSpPr>
          <p:cNvPr id="6" name="Straight Connector 5"/>
          <p:cNvCxnSpPr/>
          <p:nvPr userDrawn="1"/>
        </p:nvCxnSpPr>
        <p:spPr>
          <a:xfrm>
            <a:off x="0" y="4244004"/>
            <a:ext cx="1219200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8507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04160" y="-1"/>
            <a:ext cx="6583680" cy="914400"/>
          </a:xfrm>
        </p:spPr>
        <p:txBody>
          <a:bodyPr>
            <a:normAutofit/>
          </a:bodyPr>
          <a:lstStyle>
            <a:lvl1pPr algn="ctr">
              <a:defRPr sz="3200"/>
            </a:lvl1pPr>
          </a:lstStyle>
          <a:p>
            <a:r>
              <a:rPr lang="en-US" dirty="0"/>
              <a:t>Click to edit Master title style</a:t>
            </a:r>
          </a:p>
        </p:txBody>
      </p:sp>
      <p:sp>
        <p:nvSpPr>
          <p:cNvPr id="3" name="Content Placeholder 2"/>
          <p:cNvSpPr>
            <a:spLocks noGrp="1"/>
          </p:cNvSpPr>
          <p:nvPr>
            <p:ph idx="1" hasCustomPrompt="1"/>
          </p:nvPr>
        </p:nvSpPr>
        <p:spPr>
          <a:xfrm>
            <a:off x="609600" y="1066800"/>
            <a:ext cx="5283200" cy="5257800"/>
          </a:xfrm>
        </p:spPr>
        <p:txBody>
          <a:bodyPr/>
          <a:lstStyle>
            <a:lvl1pPr>
              <a:defRPr sz="28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12"/>
          </p:nvPr>
        </p:nvSpPr>
        <p:spPr>
          <a:xfrm>
            <a:off x="11582400" y="6477000"/>
            <a:ext cx="508000" cy="304800"/>
          </a:xfrm>
          <a:prstGeom prst="rect">
            <a:avLst/>
          </a:prstGeom>
        </p:spPr>
        <p:txBody>
          <a:bodyPr lIns="91205" tIns="45604" rIns="91205" bIns="45604"/>
          <a:lstStyle>
            <a:lvl1pPr algn="r">
              <a:defRPr sz="1200"/>
            </a:lvl1pPr>
          </a:lstStyle>
          <a:p>
            <a:fld id="{9C1C2826-D48C-44C5-84F4-35AA91AE3AFB}" type="slidenum">
              <a:rPr lang="en-US" smtClean="0">
                <a:solidFill>
                  <a:srgbClr val="262626"/>
                </a:solidFill>
              </a:rPr>
              <a:pPr/>
              <a:t>‹#›</a:t>
            </a:fld>
            <a:endParaRPr lang="en-US" dirty="0">
              <a:solidFill>
                <a:srgbClr val="262626"/>
              </a:solidFill>
            </a:endParaRPr>
          </a:p>
        </p:txBody>
      </p:sp>
      <p:sp>
        <p:nvSpPr>
          <p:cNvPr id="7" name="Content Placeholder 2"/>
          <p:cNvSpPr>
            <a:spLocks noGrp="1"/>
          </p:cNvSpPr>
          <p:nvPr>
            <p:ph idx="13" hasCustomPrompt="1"/>
          </p:nvPr>
        </p:nvSpPr>
        <p:spPr>
          <a:xfrm>
            <a:off x="6096000" y="1066800"/>
            <a:ext cx="5384800" cy="5257800"/>
          </a:xfrm>
        </p:spPr>
        <p:txBody>
          <a:bodyPr/>
          <a:lstStyle>
            <a:lvl1pPr>
              <a:defRPr sz="28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212767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04160" y="-1"/>
            <a:ext cx="6583680" cy="914400"/>
          </a:xfrm>
        </p:spPr>
        <p:txBody>
          <a:bodyPr>
            <a:normAutofit/>
          </a:bodyPr>
          <a:lstStyle>
            <a:lvl1pPr algn="ctr">
              <a:defRPr sz="3200">
                <a:latin typeface="+mn-lt"/>
              </a:defRPr>
            </a:lvl1pPr>
          </a:lstStyle>
          <a:p>
            <a:r>
              <a:rPr lang="en-US" dirty="0"/>
              <a:t>Click to edit Master title style</a:t>
            </a:r>
          </a:p>
        </p:txBody>
      </p:sp>
      <p:sp>
        <p:nvSpPr>
          <p:cNvPr id="3" name="Content Placeholder 2"/>
          <p:cNvSpPr>
            <a:spLocks noGrp="1"/>
          </p:cNvSpPr>
          <p:nvPr>
            <p:ph idx="1" hasCustomPrompt="1"/>
          </p:nvPr>
        </p:nvSpPr>
        <p:spPr>
          <a:xfrm>
            <a:off x="609600" y="1066800"/>
            <a:ext cx="10871200" cy="52578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12"/>
          </p:nvPr>
        </p:nvSpPr>
        <p:spPr>
          <a:xfrm>
            <a:off x="11582400" y="6477000"/>
            <a:ext cx="508000" cy="304800"/>
          </a:xfrm>
          <a:prstGeom prst="rect">
            <a:avLst/>
          </a:prstGeom>
        </p:spPr>
        <p:txBody>
          <a:bodyPr lIns="91205" tIns="45604" rIns="91205" bIns="45604"/>
          <a:lstStyle>
            <a:lvl1pPr algn="r">
              <a:defRPr sz="1200"/>
            </a:lvl1pPr>
          </a:lstStyle>
          <a:p>
            <a:fld id="{9C1C2826-D48C-44C5-84F4-35AA91AE3AFB}" type="slidenum">
              <a:rPr lang="en-US" smtClean="0">
                <a:solidFill>
                  <a:srgbClr val="262626"/>
                </a:solidFill>
              </a:rPr>
              <a:pPr/>
              <a:t>‹#›</a:t>
            </a:fld>
            <a:endParaRPr lang="en-US" dirty="0">
              <a:solidFill>
                <a:srgbClr val="262626"/>
              </a:solidFill>
            </a:endParaRPr>
          </a:p>
        </p:txBody>
      </p:sp>
    </p:spTree>
    <p:extLst>
      <p:ext uri="{BB962C8B-B14F-4D97-AF65-F5344CB8AC3E}">
        <p14:creationId xmlns:p14="http://schemas.microsoft.com/office/powerpoint/2010/main" val="35989898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CDC451-2C48-6743-B5DC-CE685902A16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72871" y="685800"/>
            <a:ext cx="5046259" cy="1716240"/>
          </a:xfrm>
          <a:prstGeom prst="rect">
            <a:avLst/>
          </a:prstGeom>
        </p:spPr>
      </p:pic>
    </p:spTree>
    <p:extLst>
      <p:ext uri="{BB962C8B-B14F-4D97-AF65-F5344CB8AC3E}">
        <p14:creationId xmlns:p14="http://schemas.microsoft.com/office/powerpoint/2010/main" val="1793164074"/>
      </p:ext>
    </p:extLst>
  </p:cSld>
  <p:clrMap bg1="lt1" tx1="dk1" bg2="lt2" tx2="dk2" accent1="accent1" accent2="accent2" accent3="accent3" accent4="accent4" accent5="accent5" accent6="accent6" hlink="hlink" folHlink="folHlink"/>
  <p:sldLayoutIdLst>
    <p:sldLayoutId id="2147483663" r:id="rId1"/>
  </p:sldLayoutIdLst>
  <p:hf hdr="0" ftr="0"/>
  <p:txStyles>
    <p:titleStyle>
      <a:lvl1pPr algn="l" defTabSz="912051" rtl="0" eaLnBrk="1" latinLnBrk="0" hangingPunct="1">
        <a:spcBef>
          <a:spcPct val="0"/>
        </a:spcBef>
        <a:buNone/>
        <a:defRPr sz="2800" b="1" kern="1200">
          <a:solidFill>
            <a:schemeClr val="bg1"/>
          </a:solidFill>
          <a:latin typeface="+mn-lt"/>
          <a:ea typeface="+mj-ea"/>
          <a:cs typeface="+mj-cs"/>
        </a:defRPr>
      </a:lvl1pPr>
    </p:titleStyle>
    <p:bodyStyle>
      <a:lvl1pPr marL="342019" indent="-342019" algn="l" defTabSz="912051" rtl="0" eaLnBrk="1" latinLnBrk="0" hangingPunct="1">
        <a:spcBef>
          <a:spcPct val="20000"/>
        </a:spcBef>
        <a:buFont typeface="Arial" pitchFamily="34" charset="0"/>
        <a:buChar char="•"/>
        <a:defRPr sz="3200" kern="1200">
          <a:solidFill>
            <a:schemeClr val="tx1"/>
          </a:solidFill>
          <a:latin typeface="Calibri" panose="020F0502020204030204" pitchFamily="34" charset="0"/>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Calibri" panose="020F0502020204030204" pitchFamily="34" charset="0"/>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Calibri" panose="020F0502020204030204" pitchFamily="34" charset="0"/>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Calibri" panose="020F0502020204030204" pitchFamily="34" charset="0"/>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2051" rtl="0" eaLnBrk="1" latinLnBrk="0" hangingPunct="1">
        <a:defRPr sz="1800" kern="1200">
          <a:solidFill>
            <a:schemeClr val="tx1"/>
          </a:solidFill>
          <a:latin typeface="+mn-lt"/>
          <a:ea typeface="+mn-ea"/>
          <a:cs typeface="+mn-cs"/>
        </a:defRPr>
      </a:lvl1pPr>
      <a:lvl2pPr marL="456029" algn="l" defTabSz="912051" rtl="0" eaLnBrk="1" latinLnBrk="0" hangingPunct="1">
        <a:defRPr sz="1800" kern="1200">
          <a:solidFill>
            <a:schemeClr val="tx1"/>
          </a:solidFill>
          <a:latin typeface="+mn-lt"/>
          <a:ea typeface="+mn-ea"/>
          <a:cs typeface="+mn-cs"/>
        </a:defRPr>
      </a:lvl2pPr>
      <a:lvl3pPr marL="912051" algn="l" defTabSz="912051" rtl="0" eaLnBrk="1" latinLnBrk="0" hangingPunct="1">
        <a:defRPr sz="1800" kern="1200">
          <a:solidFill>
            <a:schemeClr val="tx1"/>
          </a:solidFill>
          <a:latin typeface="+mn-lt"/>
          <a:ea typeface="+mn-ea"/>
          <a:cs typeface="+mn-cs"/>
        </a:defRPr>
      </a:lvl3pPr>
      <a:lvl4pPr marL="1368077" algn="l" defTabSz="912051" rtl="0" eaLnBrk="1" latinLnBrk="0" hangingPunct="1">
        <a:defRPr sz="1800" kern="1200">
          <a:solidFill>
            <a:schemeClr val="tx1"/>
          </a:solidFill>
          <a:latin typeface="+mn-lt"/>
          <a:ea typeface="+mn-ea"/>
          <a:cs typeface="+mn-cs"/>
        </a:defRPr>
      </a:lvl4pPr>
      <a:lvl5pPr marL="1824101" algn="l" defTabSz="912051" rtl="0" eaLnBrk="1" latinLnBrk="0" hangingPunct="1">
        <a:defRPr sz="1800" kern="1200">
          <a:solidFill>
            <a:schemeClr val="tx1"/>
          </a:solidFill>
          <a:latin typeface="+mn-lt"/>
          <a:ea typeface="+mn-ea"/>
          <a:cs typeface="+mn-cs"/>
        </a:defRPr>
      </a:lvl5pPr>
      <a:lvl6pPr marL="2280126" algn="l" defTabSz="912051" rtl="0" eaLnBrk="1" latinLnBrk="0" hangingPunct="1">
        <a:defRPr sz="1800" kern="1200">
          <a:solidFill>
            <a:schemeClr val="tx1"/>
          </a:solidFill>
          <a:latin typeface="+mn-lt"/>
          <a:ea typeface="+mn-ea"/>
          <a:cs typeface="+mn-cs"/>
        </a:defRPr>
      </a:lvl6pPr>
      <a:lvl7pPr marL="2736151" algn="l" defTabSz="912051" rtl="0" eaLnBrk="1" latinLnBrk="0" hangingPunct="1">
        <a:defRPr sz="1800" kern="1200">
          <a:solidFill>
            <a:schemeClr val="tx1"/>
          </a:solidFill>
          <a:latin typeface="+mn-lt"/>
          <a:ea typeface="+mn-ea"/>
          <a:cs typeface="+mn-cs"/>
        </a:defRPr>
      </a:lvl7pPr>
      <a:lvl8pPr marL="3192178" algn="l" defTabSz="912051" rtl="0" eaLnBrk="1" latinLnBrk="0" hangingPunct="1">
        <a:defRPr sz="1800" kern="1200">
          <a:solidFill>
            <a:schemeClr val="tx1"/>
          </a:solidFill>
          <a:latin typeface="+mn-lt"/>
          <a:ea typeface="+mn-ea"/>
          <a:cs typeface="+mn-cs"/>
        </a:defRPr>
      </a:lvl8pPr>
      <a:lvl9pPr marL="3648201" algn="l" defTabSz="912051"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23"/>
            <a:ext cx="10972800" cy="4525963"/>
          </a:xfrm>
          <a:prstGeom prst="rect">
            <a:avLst/>
          </a:prstGeom>
        </p:spPr>
        <p:txBody>
          <a:bodyPr vert="horz" lIns="91205" tIns="45604" rIns="91205" bIns="45604" rtlCol="0">
            <a:normAutofit/>
          </a:bodyPr>
          <a:lstStyle/>
          <a:p>
            <a:pPr lvl="0"/>
            <a:r>
              <a:rPr lang="en-US" dirty="0"/>
              <a:t>Click to edit Master text styles</a:t>
            </a:r>
          </a:p>
          <a:p>
            <a:pPr lvl="1"/>
            <a:r>
              <a:rPr lang="en-US" dirty="0"/>
              <a:t>Second level</a:t>
            </a:r>
          </a:p>
          <a:p>
            <a:pPr lvl="2"/>
            <a:r>
              <a:rPr lang="en-US" dirty="0"/>
              <a:t>Third level</a:t>
            </a:r>
          </a:p>
        </p:txBody>
      </p:sp>
      <p:sp>
        <p:nvSpPr>
          <p:cNvPr id="2" name="Title Placeholder 1"/>
          <p:cNvSpPr>
            <a:spLocks noGrp="1"/>
          </p:cNvSpPr>
          <p:nvPr>
            <p:ph type="title"/>
          </p:nvPr>
        </p:nvSpPr>
        <p:spPr>
          <a:xfrm>
            <a:off x="3441192" y="1"/>
            <a:ext cx="7430009" cy="835677"/>
          </a:xfrm>
          <a:prstGeom prst="rect">
            <a:avLst/>
          </a:prstGeom>
        </p:spPr>
        <p:txBody>
          <a:bodyPr vert="horz" lIns="91205" tIns="45604" rIns="91205" bIns="45604" rtlCol="0" anchor="ctr">
            <a:normAutofit/>
          </a:bodyPr>
          <a:lstStyle/>
          <a:p>
            <a:endParaRPr lang="en-US" dirty="0"/>
          </a:p>
        </p:txBody>
      </p:sp>
      <p:sp>
        <p:nvSpPr>
          <p:cNvPr id="4" name="Rounded Rectangle 3"/>
          <p:cNvSpPr/>
          <p:nvPr/>
        </p:nvSpPr>
        <p:spPr>
          <a:xfrm>
            <a:off x="0" y="-1"/>
            <a:ext cx="12192000" cy="877887"/>
          </a:xfrm>
          <a:prstGeom prst="roundRect">
            <a:avLst>
              <a:gd name="adj" fmla="val 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354" tIns="45678" rIns="91354" bIns="45678" rtlCol="0" anchor="ctr"/>
          <a:lstStyle/>
          <a:p>
            <a:pPr algn="ctr"/>
            <a:endParaRPr lang="en-US" sz="1800">
              <a:solidFill>
                <a:srgbClr val="FFFFFF"/>
              </a:solidFill>
            </a:endParaRPr>
          </a:p>
        </p:txBody>
      </p:sp>
      <p:sp>
        <p:nvSpPr>
          <p:cNvPr id="8" name="Slide Number Placeholder 5"/>
          <p:cNvSpPr>
            <a:spLocks noGrp="1"/>
          </p:cNvSpPr>
          <p:nvPr>
            <p:ph type="sldNum" sz="quarter" idx="4"/>
          </p:nvPr>
        </p:nvSpPr>
        <p:spPr>
          <a:xfrm>
            <a:off x="11582400" y="6477000"/>
            <a:ext cx="508000" cy="304800"/>
          </a:xfrm>
          <a:prstGeom prst="rect">
            <a:avLst/>
          </a:prstGeom>
        </p:spPr>
        <p:txBody>
          <a:bodyPr lIns="91205" tIns="45604" rIns="91205" bIns="45604"/>
          <a:lstStyle>
            <a:lvl1pPr algn="r">
              <a:defRPr sz="1200"/>
            </a:lvl1pPr>
          </a:lstStyle>
          <a:p>
            <a:fld id="{9C1C2826-D48C-44C5-84F4-35AA91AE3AFB}" type="slidenum">
              <a:rPr lang="en-US" smtClean="0">
                <a:solidFill>
                  <a:srgbClr val="262626"/>
                </a:solidFill>
              </a:rPr>
              <a:pPr/>
              <a:t>‹#›</a:t>
            </a:fld>
            <a:endParaRPr lang="en-US" dirty="0">
              <a:solidFill>
                <a:srgbClr val="262626"/>
              </a:solidFill>
            </a:endParaRPr>
          </a:p>
        </p:txBody>
      </p:sp>
      <p:pic>
        <p:nvPicPr>
          <p:cNvPr id="11" name="Picture 10">
            <a:extLst>
              <a:ext uri="{FF2B5EF4-FFF2-40B4-BE49-F238E27FC236}">
                <a16:creationId xmlns:a16="http://schemas.microsoft.com/office/drawing/2014/main" id="{33F69954-84C5-A043-8DEA-7574D706358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63200" y="0"/>
            <a:ext cx="1828800" cy="880533"/>
          </a:xfrm>
          <a:prstGeom prst="rect">
            <a:avLst/>
          </a:prstGeom>
        </p:spPr>
      </p:pic>
      <p:pic>
        <p:nvPicPr>
          <p:cNvPr id="13" name="Picture 12">
            <a:extLst>
              <a:ext uri="{FF2B5EF4-FFF2-40B4-BE49-F238E27FC236}">
                <a16:creationId xmlns:a16="http://schemas.microsoft.com/office/drawing/2014/main" id="{C2B7FCAC-BE1D-0243-B01B-A42B701F4393}"/>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8600" y="96854"/>
            <a:ext cx="2011680" cy="684175"/>
          </a:xfrm>
          <a:prstGeom prst="rect">
            <a:avLst/>
          </a:prstGeom>
        </p:spPr>
      </p:pic>
    </p:spTree>
    <p:extLst>
      <p:ext uri="{BB962C8B-B14F-4D97-AF65-F5344CB8AC3E}">
        <p14:creationId xmlns:p14="http://schemas.microsoft.com/office/powerpoint/2010/main" val="1176621167"/>
      </p:ext>
    </p:extLst>
  </p:cSld>
  <p:clrMap bg1="lt1" tx1="dk1" bg2="lt2" tx2="dk2" accent1="accent1" accent2="accent2" accent3="accent3" accent4="accent4" accent5="accent5" accent6="accent6" hlink="hlink" folHlink="folHlink"/>
  <p:sldLayoutIdLst>
    <p:sldLayoutId id="2147483665" r:id="rId1"/>
    <p:sldLayoutId id="2147483666" r:id="rId2"/>
  </p:sldLayoutIdLst>
  <p:hf hdr="0" ftr="0"/>
  <p:txStyles>
    <p:titleStyle>
      <a:lvl1pPr algn="l" defTabSz="912051" rtl="0" eaLnBrk="1" latinLnBrk="0" hangingPunct="1">
        <a:spcBef>
          <a:spcPct val="0"/>
        </a:spcBef>
        <a:buNone/>
        <a:defRPr sz="2800" b="1" kern="1200">
          <a:solidFill>
            <a:schemeClr val="bg1"/>
          </a:solidFill>
          <a:latin typeface="+mn-lt"/>
          <a:ea typeface="+mj-ea"/>
          <a:cs typeface="+mj-cs"/>
        </a:defRPr>
      </a:lvl1pPr>
    </p:titleStyle>
    <p:body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2051" rtl="0" eaLnBrk="1" latinLnBrk="0" hangingPunct="1">
        <a:defRPr sz="1800" kern="1200">
          <a:solidFill>
            <a:schemeClr val="tx1"/>
          </a:solidFill>
          <a:latin typeface="+mn-lt"/>
          <a:ea typeface="+mn-ea"/>
          <a:cs typeface="+mn-cs"/>
        </a:defRPr>
      </a:lvl1pPr>
      <a:lvl2pPr marL="456029" algn="l" defTabSz="912051" rtl="0" eaLnBrk="1" latinLnBrk="0" hangingPunct="1">
        <a:defRPr sz="1800" kern="1200">
          <a:solidFill>
            <a:schemeClr val="tx1"/>
          </a:solidFill>
          <a:latin typeface="+mn-lt"/>
          <a:ea typeface="+mn-ea"/>
          <a:cs typeface="+mn-cs"/>
        </a:defRPr>
      </a:lvl2pPr>
      <a:lvl3pPr marL="912051" algn="l" defTabSz="912051" rtl="0" eaLnBrk="1" latinLnBrk="0" hangingPunct="1">
        <a:defRPr sz="1800" kern="1200">
          <a:solidFill>
            <a:schemeClr val="tx1"/>
          </a:solidFill>
          <a:latin typeface="+mn-lt"/>
          <a:ea typeface="+mn-ea"/>
          <a:cs typeface="+mn-cs"/>
        </a:defRPr>
      </a:lvl3pPr>
      <a:lvl4pPr marL="1368077" algn="l" defTabSz="912051" rtl="0" eaLnBrk="1" latinLnBrk="0" hangingPunct="1">
        <a:defRPr sz="1800" kern="1200">
          <a:solidFill>
            <a:schemeClr val="tx1"/>
          </a:solidFill>
          <a:latin typeface="+mn-lt"/>
          <a:ea typeface="+mn-ea"/>
          <a:cs typeface="+mn-cs"/>
        </a:defRPr>
      </a:lvl4pPr>
      <a:lvl5pPr marL="1824101" algn="l" defTabSz="912051" rtl="0" eaLnBrk="1" latinLnBrk="0" hangingPunct="1">
        <a:defRPr sz="1800" kern="1200">
          <a:solidFill>
            <a:schemeClr val="tx1"/>
          </a:solidFill>
          <a:latin typeface="+mn-lt"/>
          <a:ea typeface="+mn-ea"/>
          <a:cs typeface="+mn-cs"/>
        </a:defRPr>
      </a:lvl5pPr>
      <a:lvl6pPr marL="2280126" algn="l" defTabSz="912051" rtl="0" eaLnBrk="1" latinLnBrk="0" hangingPunct="1">
        <a:defRPr sz="1800" kern="1200">
          <a:solidFill>
            <a:schemeClr val="tx1"/>
          </a:solidFill>
          <a:latin typeface="+mn-lt"/>
          <a:ea typeface="+mn-ea"/>
          <a:cs typeface="+mn-cs"/>
        </a:defRPr>
      </a:lvl6pPr>
      <a:lvl7pPr marL="2736151" algn="l" defTabSz="912051" rtl="0" eaLnBrk="1" latinLnBrk="0" hangingPunct="1">
        <a:defRPr sz="1800" kern="1200">
          <a:solidFill>
            <a:schemeClr val="tx1"/>
          </a:solidFill>
          <a:latin typeface="+mn-lt"/>
          <a:ea typeface="+mn-ea"/>
          <a:cs typeface="+mn-cs"/>
        </a:defRPr>
      </a:lvl7pPr>
      <a:lvl8pPr marL="3192178" algn="l" defTabSz="912051" rtl="0" eaLnBrk="1" latinLnBrk="0" hangingPunct="1">
        <a:defRPr sz="1800" kern="1200">
          <a:solidFill>
            <a:schemeClr val="tx1"/>
          </a:solidFill>
          <a:latin typeface="+mn-lt"/>
          <a:ea typeface="+mn-ea"/>
          <a:cs typeface="+mn-cs"/>
        </a:defRPr>
      </a:lvl8pPr>
      <a:lvl9pPr marL="3648201" algn="l" defTabSz="91205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3FD_21B31C23.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jpe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microsoft.com/office/2018/10/relationships/comments" Target="../comments/modernComment_207_79E72E17.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microsoft.com/office/2018/10/relationships/comments" Target="../comments/modernComment_210_F75CA07C.xm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7.jpg"/><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8.jpe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8.xml"/><Relationship Id="rId16"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1.png"/><Relationship Id="rId9" Type="http://schemas.openxmlformats.org/officeDocument/2006/relationships/image" Target="../media/image23.png"/><Relationship Id="rId14"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6.jpeg"/></Relationships>
</file>

<file path=ppt/slides/_rels/slide1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image" Target="../media/image48.jpeg"/></Relationships>
</file>

<file path=ppt/slides/_rels/slide1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45.jpeg"/></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7.jpeg"/><Relationship Id="rId1" Type="http://schemas.openxmlformats.org/officeDocument/2006/relationships/slideLayout" Target="../slideLayouts/slideLayout3.xml"/><Relationship Id="rId4" Type="http://schemas.openxmlformats.org/officeDocument/2006/relationships/image" Target="../media/image60.png"/></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66.png"/><Relationship Id="rId4" Type="http://schemas.openxmlformats.org/officeDocument/2006/relationships/image" Target="../media/image6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www.sciencedirect.com/science/article/pii/S0378779620305496"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63.png"/><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www.sciencedirect.com/science/article/pii/S0378779620305496" TargetMode="External"/><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72.png"/><Relationship Id="rId5" Type="http://schemas.openxmlformats.org/officeDocument/2006/relationships/image" Target="../media/image64.png"/><Relationship Id="rId4" Type="http://schemas.openxmlformats.org/officeDocument/2006/relationships/image" Target="../media/image7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E9C00-CF9E-8304-75DC-4E07DDCE915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DA97D39-A53F-02E2-D0CF-B06CE778F1E9}"/>
              </a:ext>
            </a:extLst>
          </p:cNvPr>
          <p:cNvSpPr/>
          <p:nvPr/>
        </p:nvSpPr>
        <p:spPr>
          <a:xfrm>
            <a:off x="9323596" y="5512888"/>
            <a:ext cx="1241008" cy="13070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05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Title 2">
            <a:extLst>
              <a:ext uri="{FF2B5EF4-FFF2-40B4-BE49-F238E27FC236}">
                <a16:creationId xmlns:a16="http://schemas.microsoft.com/office/drawing/2014/main" id="{81B1CE47-B8BF-8A1C-7305-A639D91062EA}"/>
              </a:ext>
            </a:extLst>
          </p:cNvPr>
          <p:cNvSpPr>
            <a:spLocks noGrp="1"/>
          </p:cNvSpPr>
          <p:nvPr>
            <p:ph type="title"/>
          </p:nvPr>
        </p:nvSpPr>
        <p:spPr>
          <a:xfrm>
            <a:off x="2095500" y="2731588"/>
            <a:ext cx="8001000" cy="1307012"/>
          </a:xfrm>
        </p:spPr>
        <p:txBody>
          <a:bodyPr/>
          <a:lstStyle/>
          <a:p>
            <a:r>
              <a:rPr lang="en-US" altLang="zh-CN" sz="3200" dirty="0"/>
              <a:t>Dynamic FIDVR Response in Transmission-Distribution Co-Simulation</a:t>
            </a:r>
            <a:br>
              <a:rPr lang="en-US" altLang="zh-CN" sz="3200" dirty="0"/>
            </a:br>
            <a:r>
              <a:rPr lang="en-US" altLang="zh-CN" sz="3200" dirty="0"/>
              <a:t> </a:t>
            </a:r>
            <a:endParaRPr lang="zh-CN" altLang="en-US" sz="3200" dirty="0"/>
          </a:p>
        </p:txBody>
      </p:sp>
      <p:sp>
        <p:nvSpPr>
          <p:cNvPr id="2" name="Slide Number Placeholder 1">
            <a:extLst>
              <a:ext uri="{FF2B5EF4-FFF2-40B4-BE49-F238E27FC236}">
                <a16:creationId xmlns:a16="http://schemas.microsoft.com/office/drawing/2014/main" id="{33A10D2E-8287-6654-D6D8-73F90ACE5F80}"/>
              </a:ext>
            </a:extLst>
          </p:cNvPr>
          <p:cNvSpPr>
            <a:spLocks noGrp="1"/>
          </p:cNvSpPr>
          <p:nvPr>
            <p:ph type="sldNum" sz="quarter" idx="4294967295"/>
          </p:nvPr>
        </p:nvSpPr>
        <p:spPr>
          <a:xfrm>
            <a:off x="10287000" y="6477000"/>
            <a:ext cx="381000" cy="304800"/>
          </a:xfrm>
          <a:prstGeom prst="rect">
            <a:avLst/>
          </a:prstGeom>
        </p:spPr>
        <p:txBody>
          <a:bodyPr/>
          <a:lstStyle/>
          <a:p>
            <a:pPr marL="0" marR="0" lvl="0" indent="0" algn="l"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800" b="0" i="0" u="none" strike="noStrike" kern="1200" cap="none" spc="0" normalizeH="0" baseline="0" noProof="0" smtClean="0">
                <a:ln>
                  <a:noFill/>
                </a:ln>
                <a:solidFill>
                  <a:srgbClr val="262626"/>
                </a:solidFill>
                <a:effectLst/>
                <a:uLnTx/>
                <a:uFillTx/>
                <a:latin typeface="Arial"/>
                <a:ea typeface="+mn-ea"/>
                <a:cs typeface="+mn-cs"/>
              </a:rPr>
              <a:pPr marL="0" marR="0" lvl="0" indent="0" algn="l" defTabSz="912051"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p:sp>
        <p:nvSpPr>
          <p:cNvPr id="4" name="Title 2">
            <a:extLst>
              <a:ext uri="{FF2B5EF4-FFF2-40B4-BE49-F238E27FC236}">
                <a16:creationId xmlns:a16="http://schemas.microsoft.com/office/drawing/2014/main" id="{80A8A458-5EE8-6E09-A34B-FC4313E338BB}"/>
              </a:ext>
            </a:extLst>
          </p:cNvPr>
          <p:cNvSpPr txBox="1">
            <a:spLocks/>
          </p:cNvSpPr>
          <p:nvPr/>
        </p:nvSpPr>
        <p:spPr>
          <a:xfrm>
            <a:off x="2590800" y="4572000"/>
            <a:ext cx="7010400" cy="2286000"/>
          </a:xfrm>
          <a:prstGeom prst="rect">
            <a:avLst/>
          </a:prstGeom>
        </p:spPr>
        <p:txBody>
          <a:bodyPr/>
          <a:lstStyle>
            <a:lvl1pPr algn="l" defTabSz="912051" rtl="0" eaLnBrk="1" latinLnBrk="0" hangingPunct="1">
              <a:spcBef>
                <a:spcPct val="0"/>
              </a:spcBef>
              <a:buNone/>
              <a:defRPr sz="2800" b="0" kern="1200">
                <a:solidFill>
                  <a:schemeClr val="bg1"/>
                </a:solidFill>
                <a:latin typeface="+mn-lt"/>
                <a:ea typeface="+mj-ea"/>
                <a:cs typeface="+mj-cs"/>
              </a:defRPr>
            </a:lvl1pPr>
          </a:lstStyle>
          <a:p>
            <a:pPr marL="0" marR="0" lvl="0" indent="0" algn="ctr" defTabSz="912051" rtl="0" eaLnBrk="1" fontAlgn="auto" latinLnBrk="0" hangingPunct="1">
              <a:lnSpc>
                <a:spcPct val="100000"/>
              </a:lnSpc>
              <a:spcBef>
                <a:spcPct val="0"/>
              </a:spcBef>
              <a:spcAft>
                <a:spcPts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Arial"/>
              <a:ea typeface="+mj-ea"/>
              <a:cs typeface="+mj-cs"/>
            </a:endParaRPr>
          </a:p>
        </p:txBody>
      </p:sp>
      <p:sp>
        <p:nvSpPr>
          <p:cNvPr id="6" name="Subtitle 2">
            <a:extLst>
              <a:ext uri="{FF2B5EF4-FFF2-40B4-BE49-F238E27FC236}">
                <a16:creationId xmlns:a16="http://schemas.microsoft.com/office/drawing/2014/main" id="{50F50588-2209-F7ED-03BB-3DE11501D4B4}"/>
              </a:ext>
            </a:extLst>
          </p:cNvPr>
          <p:cNvSpPr txBox="1">
            <a:spLocks/>
          </p:cNvSpPr>
          <p:nvPr/>
        </p:nvSpPr>
        <p:spPr bwMode="auto">
          <a:xfrm>
            <a:off x="2313709" y="4876800"/>
            <a:ext cx="7564582" cy="1905000"/>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charset="0"/>
              <a:buNone/>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Teng WANG</a:t>
            </a:r>
          </a:p>
          <a:p>
            <a:pPr marL="0" marR="0" lvl="0" indent="0" algn="ctr" defTabSz="914400" rtl="0" eaLnBrk="1" fontAlgn="auto" latinLnBrk="0" hangingPunct="1">
              <a:lnSpc>
                <a:spcPct val="90000"/>
              </a:lnSpc>
              <a:spcBef>
                <a:spcPts val="1000"/>
              </a:spcBef>
              <a:spcAft>
                <a:spcPts val="0"/>
              </a:spcAft>
              <a:buClrTx/>
              <a:buSzTx/>
              <a:buFont typeface="Arial" charset="0"/>
              <a:buNone/>
              <a:tabLst/>
              <a:defRPr/>
            </a:pPr>
            <a:r>
              <a:rPr lang="en-US" sz="1800" dirty="0">
                <a:solidFill>
                  <a:srgbClr val="FFFFFF"/>
                </a:solidFill>
                <a:latin typeface="Arial"/>
              </a:rPr>
              <a:t>May 15, 2026</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894406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63B5A61-BD57-B06A-CCD3-D266A288F26B}"/>
              </a:ext>
            </a:extLst>
          </p:cNvPr>
          <p:cNvSpPr>
            <a:spLocks noGrp="1"/>
          </p:cNvSpPr>
          <p:nvPr>
            <p:ph type="title"/>
          </p:nvPr>
        </p:nvSpPr>
        <p:spPr/>
        <p:txBody>
          <a:bodyPr/>
          <a:lstStyle/>
          <a:p>
            <a:r>
              <a:rPr lang="en-US" altLang="ko-KR" dirty="0"/>
              <a:t>Outline</a:t>
            </a:r>
            <a:endParaRPr lang="ko-KR" altLang="en-US" dirty="0"/>
          </a:p>
        </p:txBody>
      </p:sp>
      <p:sp>
        <p:nvSpPr>
          <p:cNvPr id="3" name="내용 개체 틀 2">
            <a:extLst>
              <a:ext uri="{FF2B5EF4-FFF2-40B4-BE49-F238E27FC236}">
                <a16:creationId xmlns:a16="http://schemas.microsoft.com/office/drawing/2014/main" id="{05D33DC0-DDEA-11EC-6123-6D1D9C74C2A3}"/>
              </a:ext>
            </a:extLst>
          </p:cNvPr>
          <p:cNvSpPr>
            <a:spLocks noGrp="1"/>
          </p:cNvSpPr>
          <p:nvPr>
            <p:ph idx="1"/>
          </p:nvPr>
        </p:nvSpPr>
        <p:spPr>
          <a:xfrm>
            <a:off x="609600" y="1600200"/>
            <a:ext cx="10871200" cy="3505200"/>
          </a:xfrm>
        </p:spPr>
        <p:txBody>
          <a:bodyPr>
            <a:normAutofit/>
          </a:bodyPr>
          <a:lstStyle/>
          <a:p>
            <a:pPr marL="457200" indent="-457200">
              <a:lnSpc>
                <a:spcPct val="110000"/>
              </a:lnSpc>
              <a:buFont typeface="+mj-lt"/>
              <a:buAutoNum type="arabicPeriod"/>
            </a:pPr>
            <a:r>
              <a:rPr lang="en-US" altLang="ko-KR" sz="1800" dirty="0"/>
              <a:t>Introduction: </a:t>
            </a:r>
            <a:r>
              <a:rPr lang="en-US" sz="1800" dirty="0"/>
              <a:t>Motivation for T&amp;D co-simulation and FIDVR background</a:t>
            </a:r>
          </a:p>
          <a:p>
            <a:pPr marL="457200" indent="-457200">
              <a:lnSpc>
                <a:spcPct val="110000"/>
              </a:lnSpc>
              <a:buFont typeface="+mj-lt"/>
              <a:buAutoNum type="arabicPeriod"/>
            </a:pPr>
            <a:endParaRPr lang="en-US" altLang="ko-KR" sz="1800" dirty="0"/>
          </a:p>
          <a:p>
            <a:pPr marL="457200" indent="-457200">
              <a:lnSpc>
                <a:spcPct val="110000"/>
              </a:lnSpc>
              <a:buFont typeface="+mj-lt"/>
              <a:buAutoNum type="arabicPeriod"/>
            </a:pPr>
            <a:r>
              <a:rPr lang="en-US" altLang="ko-KR" sz="1800" dirty="0"/>
              <a:t>Literature review: </a:t>
            </a:r>
            <a:r>
              <a:rPr lang="en-US" sz="1800" dirty="0"/>
              <a:t>Existing FIDVR models and co-simulation frameworks</a:t>
            </a:r>
          </a:p>
          <a:p>
            <a:pPr marL="457200" indent="-457200">
              <a:lnSpc>
                <a:spcPct val="110000"/>
              </a:lnSpc>
              <a:buFont typeface="+mj-lt"/>
              <a:buAutoNum type="arabicPeriod"/>
            </a:pPr>
            <a:endParaRPr lang="en-US" altLang="ko-KR" sz="1800" dirty="0"/>
          </a:p>
          <a:p>
            <a:pPr marL="457200" indent="-457200">
              <a:lnSpc>
                <a:spcPct val="110000"/>
              </a:lnSpc>
              <a:buFont typeface="+mj-lt"/>
              <a:buAutoNum type="arabicPeriod"/>
            </a:pPr>
            <a:r>
              <a:rPr lang="en-US" altLang="ko-KR" sz="1800" dirty="0"/>
              <a:t>Methodology: </a:t>
            </a:r>
            <a:r>
              <a:rPr lang="en-US" sz="1800" dirty="0"/>
              <a:t>HELICS-based co-simulation and WECC Motor D implementation</a:t>
            </a:r>
          </a:p>
          <a:p>
            <a:pPr marL="457200" indent="-457200">
              <a:lnSpc>
                <a:spcPct val="110000"/>
              </a:lnSpc>
              <a:buFont typeface="+mj-lt"/>
              <a:buAutoNum type="arabicPeriod"/>
            </a:pPr>
            <a:endParaRPr lang="en-US" altLang="ko-KR" sz="1800" dirty="0"/>
          </a:p>
          <a:p>
            <a:pPr marL="457200" indent="-457200">
              <a:lnSpc>
                <a:spcPct val="110000"/>
              </a:lnSpc>
              <a:buFont typeface="+mj-lt"/>
              <a:buAutoNum type="arabicPeriod"/>
            </a:pPr>
            <a:r>
              <a:rPr lang="en-US" altLang="ko-KR" sz="1800" dirty="0"/>
              <a:t>Case studies: </a:t>
            </a:r>
            <a:r>
              <a:rPr lang="en-US" sz="1800" dirty="0"/>
              <a:t>Validation and FIDVR response under varying fault scenarios</a:t>
            </a:r>
          </a:p>
          <a:p>
            <a:pPr marL="457200" indent="-457200">
              <a:lnSpc>
                <a:spcPct val="110000"/>
              </a:lnSpc>
              <a:buFont typeface="+mj-lt"/>
              <a:buAutoNum type="arabicPeriod"/>
            </a:pPr>
            <a:endParaRPr lang="en-US" altLang="ko-KR" sz="1800" dirty="0"/>
          </a:p>
          <a:p>
            <a:pPr marL="457200" indent="-457200">
              <a:lnSpc>
                <a:spcPct val="110000"/>
              </a:lnSpc>
              <a:buFont typeface="+mj-lt"/>
              <a:buAutoNum type="arabicPeriod"/>
            </a:pPr>
            <a:r>
              <a:rPr lang="en-US" altLang="ko-KR" sz="1800" dirty="0"/>
              <a:t>Conclusion: </a:t>
            </a:r>
            <a:r>
              <a:rPr lang="en-US" sz="1800" dirty="0"/>
              <a:t>Key findings and future work</a:t>
            </a:r>
            <a:endParaRPr lang="en-US" altLang="ko-KR" sz="1800" dirty="0"/>
          </a:p>
          <a:p>
            <a:endParaRPr lang="en-US" altLang="ko-KR" sz="2400" dirty="0"/>
          </a:p>
        </p:txBody>
      </p:sp>
      <p:sp>
        <p:nvSpPr>
          <p:cNvPr id="4" name="슬라이드 번호 개체 틀 3">
            <a:extLst>
              <a:ext uri="{FF2B5EF4-FFF2-40B4-BE49-F238E27FC236}">
                <a16:creationId xmlns:a16="http://schemas.microsoft.com/office/drawing/2014/main" id="{4959D732-C139-3AC4-AD97-E548F138CB8F}"/>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Tree>
    <p:extLst>
      <p:ext uri="{BB962C8B-B14F-4D97-AF65-F5344CB8AC3E}">
        <p14:creationId xmlns:p14="http://schemas.microsoft.com/office/powerpoint/2010/main" val="565386275"/>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E6CB8-4DF5-B789-8022-CA2E8E7D1D31}"/>
            </a:ext>
          </a:extLst>
        </p:cNvPr>
        <p:cNvGrpSpPr/>
        <p:nvPr/>
      </p:nvGrpSpPr>
      <p:grpSpPr>
        <a:xfrm>
          <a:off x="0" y="0"/>
          <a:ext cx="0" cy="0"/>
          <a:chOff x="0" y="0"/>
          <a:chExt cx="0" cy="0"/>
        </a:xfrm>
      </p:grpSpPr>
      <p:grpSp>
        <p:nvGrpSpPr>
          <p:cNvPr id="61" name="Group 60">
            <a:extLst>
              <a:ext uri="{FF2B5EF4-FFF2-40B4-BE49-F238E27FC236}">
                <a16:creationId xmlns:a16="http://schemas.microsoft.com/office/drawing/2014/main" id="{33A145FB-6EEF-FC60-05C1-462A287B9646}"/>
              </a:ext>
            </a:extLst>
          </p:cNvPr>
          <p:cNvGrpSpPr/>
          <p:nvPr/>
        </p:nvGrpSpPr>
        <p:grpSpPr>
          <a:xfrm>
            <a:off x="7830899" y="1714332"/>
            <a:ext cx="3885712" cy="1767346"/>
            <a:chOff x="822959" y="1218859"/>
            <a:chExt cx="3912018" cy="1767346"/>
          </a:xfrm>
        </p:grpSpPr>
        <p:pic>
          <p:nvPicPr>
            <p:cNvPr id="2053" name="Picture 2052" descr="Online Power System Simulator Engineering (PSS/E) Training Course">
              <a:extLst>
                <a:ext uri="{FF2B5EF4-FFF2-40B4-BE49-F238E27FC236}">
                  <a16:creationId xmlns:a16="http://schemas.microsoft.com/office/drawing/2014/main" id="{F5411361-FD59-677A-D304-0EC8B4609200}"/>
                </a:ext>
              </a:extLst>
            </p:cNvPr>
            <p:cNvPicPr>
              <a:picLocks noChangeAspect="1"/>
            </p:cNvPicPr>
            <p:nvPr/>
          </p:nvPicPr>
          <p:blipFill>
            <a:blip r:embed="rId3"/>
            <a:stretch>
              <a:fillRect/>
            </a:stretch>
          </p:blipFill>
          <p:spPr>
            <a:xfrm>
              <a:off x="3539590" y="1218859"/>
              <a:ext cx="1195387" cy="751869"/>
            </a:xfrm>
            <a:prstGeom prst="rect">
              <a:avLst/>
            </a:prstGeom>
          </p:spPr>
        </p:pic>
        <p:pic>
          <p:nvPicPr>
            <p:cNvPr id="2054" name="Picture 2053">
              <a:extLst>
                <a:ext uri="{FF2B5EF4-FFF2-40B4-BE49-F238E27FC236}">
                  <a16:creationId xmlns:a16="http://schemas.microsoft.com/office/drawing/2014/main" id="{36B6DAD0-9331-1701-C20F-602E6C3847D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2830" y="1551117"/>
              <a:ext cx="1143340" cy="1143340"/>
            </a:xfrm>
            <a:prstGeom prst="rect">
              <a:avLst/>
            </a:prstGeom>
          </p:spPr>
        </p:pic>
        <p:pic>
          <p:nvPicPr>
            <p:cNvPr id="2058" name="Picture 2057">
              <a:extLst>
                <a:ext uri="{FF2B5EF4-FFF2-40B4-BE49-F238E27FC236}">
                  <a16:creationId xmlns:a16="http://schemas.microsoft.com/office/drawing/2014/main" id="{5A4B4F4C-8E76-60F7-0A56-34F6726BF7DB}"/>
                </a:ext>
              </a:extLst>
            </p:cNvPr>
            <p:cNvPicPr>
              <a:picLocks noChangeAspect="1"/>
            </p:cNvPicPr>
            <p:nvPr/>
          </p:nvPicPr>
          <p:blipFill>
            <a:blip r:embed="rId5"/>
            <a:stretch>
              <a:fillRect/>
            </a:stretch>
          </p:blipFill>
          <p:spPr>
            <a:xfrm>
              <a:off x="2709862" y="1411972"/>
              <a:ext cx="829728" cy="315190"/>
            </a:xfrm>
            <a:prstGeom prst="rect">
              <a:avLst/>
            </a:prstGeom>
          </p:spPr>
        </p:pic>
        <p:pic>
          <p:nvPicPr>
            <p:cNvPr id="2059" name="Picture 2058" descr="PowerWorld Corporation | Research Park">
              <a:extLst>
                <a:ext uri="{FF2B5EF4-FFF2-40B4-BE49-F238E27FC236}">
                  <a16:creationId xmlns:a16="http://schemas.microsoft.com/office/drawing/2014/main" id="{D11FFC51-E513-895F-976C-BE2C810F58E8}"/>
                </a:ext>
              </a:extLst>
            </p:cNvPr>
            <p:cNvPicPr>
              <a:picLocks noChangeAspect="1"/>
            </p:cNvPicPr>
            <p:nvPr/>
          </p:nvPicPr>
          <p:blipFill>
            <a:blip r:embed="rId6"/>
            <a:stretch>
              <a:fillRect/>
            </a:stretch>
          </p:blipFill>
          <p:spPr>
            <a:xfrm>
              <a:off x="2709862" y="1769701"/>
              <a:ext cx="1104900" cy="736600"/>
            </a:xfrm>
            <a:prstGeom prst="rect">
              <a:avLst/>
            </a:prstGeom>
          </p:spPr>
        </p:pic>
        <p:pic>
          <p:nvPicPr>
            <p:cNvPr id="2060" name="Picture 2059" descr="Planning &amp; Analysis | ETAP Grid ...">
              <a:extLst>
                <a:ext uri="{FF2B5EF4-FFF2-40B4-BE49-F238E27FC236}">
                  <a16:creationId xmlns:a16="http://schemas.microsoft.com/office/drawing/2014/main" id="{6DBB65FC-A3AD-99E5-DD5F-E9B094F0C6AB}"/>
                </a:ext>
              </a:extLst>
            </p:cNvPr>
            <p:cNvPicPr>
              <a:picLocks noChangeAspect="1"/>
            </p:cNvPicPr>
            <p:nvPr/>
          </p:nvPicPr>
          <p:blipFill>
            <a:blip r:embed="rId7"/>
            <a:stretch>
              <a:fillRect/>
            </a:stretch>
          </p:blipFill>
          <p:spPr>
            <a:xfrm>
              <a:off x="2709862" y="2575914"/>
              <a:ext cx="1957387" cy="382212"/>
            </a:xfrm>
            <a:prstGeom prst="rect">
              <a:avLst/>
            </a:prstGeom>
          </p:spPr>
        </p:pic>
        <p:pic>
          <p:nvPicPr>
            <p:cNvPr id="2061" name="Picture 2060" descr="DIgSILENT GmbH – Power System Solutions ...">
              <a:extLst>
                <a:ext uri="{FF2B5EF4-FFF2-40B4-BE49-F238E27FC236}">
                  <a16:creationId xmlns:a16="http://schemas.microsoft.com/office/drawing/2014/main" id="{519FB51B-CDD8-2C76-FFE0-5D51784B4A7D}"/>
                </a:ext>
              </a:extLst>
            </p:cNvPr>
            <p:cNvPicPr>
              <a:picLocks noChangeAspect="1"/>
            </p:cNvPicPr>
            <p:nvPr/>
          </p:nvPicPr>
          <p:blipFill>
            <a:blip r:embed="rId8"/>
            <a:stretch>
              <a:fillRect/>
            </a:stretch>
          </p:blipFill>
          <p:spPr>
            <a:xfrm>
              <a:off x="3888582" y="1701306"/>
              <a:ext cx="842962" cy="842962"/>
            </a:xfrm>
            <a:prstGeom prst="rect">
              <a:avLst/>
            </a:prstGeom>
          </p:spPr>
        </p:pic>
        <p:sp>
          <p:nvSpPr>
            <p:cNvPr id="2057" name="Rectangle: Rounded Corners 2056">
              <a:extLst>
                <a:ext uri="{FF2B5EF4-FFF2-40B4-BE49-F238E27FC236}">
                  <a16:creationId xmlns:a16="http://schemas.microsoft.com/office/drawing/2014/main" id="{AB2F928C-4DB3-2FBE-7425-8AFADE61B6CF}"/>
                </a:ext>
              </a:extLst>
            </p:cNvPr>
            <p:cNvSpPr/>
            <p:nvPr/>
          </p:nvSpPr>
          <p:spPr>
            <a:xfrm>
              <a:off x="822959" y="1313680"/>
              <a:ext cx="3844290" cy="1672525"/>
            </a:xfrm>
            <a:prstGeom prst="roundRect">
              <a:avLst/>
            </a:prstGeom>
            <a:noFill/>
            <a:ln w="28575">
              <a:solidFill>
                <a:schemeClr val="accent2">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B76726BE-8F67-879D-8E61-DCDBCB07A442}"/>
              </a:ext>
            </a:extLst>
          </p:cNvPr>
          <p:cNvSpPr>
            <a:spLocks noGrp="1"/>
          </p:cNvSpPr>
          <p:nvPr>
            <p:ph type="title"/>
          </p:nvPr>
        </p:nvSpPr>
        <p:spPr/>
        <p:txBody>
          <a:bodyPr>
            <a:normAutofit/>
          </a:bodyPr>
          <a:lstStyle/>
          <a:p>
            <a:r>
              <a:rPr lang="en-US" dirty="0"/>
              <a:t>Introduction: motivation</a:t>
            </a:r>
          </a:p>
        </p:txBody>
      </p:sp>
      <p:sp>
        <p:nvSpPr>
          <p:cNvPr id="4" name="Slide Number Placeholder 3">
            <a:extLst>
              <a:ext uri="{FF2B5EF4-FFF2-40B4-BE49-F238E27FC236}">
                <a16:creationId xmlns:a16="http://schemas.microsoft.com/office/drawing/2014/main" id="{F05A5EBA-ABAA-28FB-E509-ABC00EA339AD}"/>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grpSp>
        <p:nvGrpSpPr>
          <p:cNvPr id="55" name="Group 54">
            <a:extLst>
              <a:ext uri="{FF2B5EF4-FFF2-40B4-BE49-F238E27FC236}">
                <a16:creationId xmlns:a16="http://schemas.microsoft.com/office/drawing/2014/main" id="{861B743D-1410-CDD4-F1B5-98C792566C8A}"/>
              </a:ext>
            </a:extLst>
          </p:cNvPr>
          <p:cNvGrpSpPr/>
          <p:nvPr/>
        </p:nvGrpSpPr>
        <p:grpSpPr>
          <a:xfrm>
            <a:off x="76200" y="1066800"/>
            <a:ext cx="7315200" cy="5257801"/>
            <a:chOff x="457200" y="914399"/>
            <a:chExt cx="7315200" cy="5257801"/>
          </a:xfrm>
        </p:grpSpPr>
        <p:sp>
          <p:nvSpPr>
            <p:cNvPr id="15" name="Content Placeholder 2">
              <a:extLst>
                <a:ext uri="{FF2B5EF4-FFF2-40B4-BE49-F238E27FC236}">
                  <a16:creationId xmlns:a16="http://schemas.microsoft.com/office/drawing/2014/main" id="{A2E022F3-20C8-CC97-00A5-6011B5A5F87D}"/>
                </a:ext>
              </a:extLst>
            </p:cNvPr>
            <p:cNvSpPr txBox="1">
              <a:spLocks/>
            </p:cNvSpPr>
            <p:nvPr/>
          </p:nvSpPr>
          <p:spPr>
            <a:xfrm>
              <a:off x="533400" y="3124200"/>
              <a:ext cx="2362200" cy="391953"/>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Clr>
                  <a:srgbClr val="262626"/>
                </a:buClr>
                <a:buSzPct val="100000"/>
                <a:buNone/>
              </a:pP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p:sp>
          <p:nvSpPr>
            <p:cNvPr id="28" name="Rectangle: Rounded Corners 27">
              <a:extLst>
                <a:ext uri="{FF2B5EF4-FFF2-40B4-BE49-F238E27FC236}">
                  <a16:creationId xmlns:a16="http://schemas.microsoft.com/office/drawing/2014/main" id="{3B8DAACB-D240-673F-2F32-9EB8ED6835DA}"/>
                </a:ext>
              </a:extLst>
            </p:cNvPr>
            <p:cNvSpPr/>
            <p:nvPr/>
          </p:nvSpPr>
          <p:spPr>
            <a:xfrm>
              <a:off x="457200" y="914399"/>
              <a:ext cx="7315200" cy="5257801"/>
            </a:xfrm>
            <a:prstGeom prst="roundRect">
              <a:avLst/>
            </a:prstGeom>
            <a:noFill/>
            <a:ln w="28575">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ontent Placeholder 2">
              <a:extLst>
                <a:ext uri="{FF2B5EF4-FFF2-40B4-BE49-F238E27FC236}">
                  <a16:creationId xmlns:a16="http://schemas.microsoft.com/office/drawing/2014/main" id="{99C98C89-F634-7CC3-54AF-B52057AE107F}"/>
                </a:ext>
              </a:extLst>
            </p:cNvPr>
            <p:cNvSpPr txBox="1">
              <a:spLocks/>
            </p:cNvSpPr>
            <p:nvPr/>
          </p:nvSpPr>
          <p:spPr>
            <a:xfrm>
              <a:off x="2044784" y="1017041"/>
              <a:ext cx="3911431" cy="418930"/>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62626"/>
                </a:buClr>
                <a:buSzPct val="100000"/>
                <a:buNone/>
              </a:pPr>
              <a:r>
                <a:rPr lang="en-US" sz="1800" dirty="0">
                  <a:solidFill>
                    <a:srgbClr val="262626"/>
                  </a:solidFill>
                </a:rPr>
                <a:t>Traditional power system simulation</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p:grpSp>
          <p:nvGrpSpPr>
            <p:cNvPr id="47" name="Group 46">
              <a:extLst>
                <a:ext uri="{FF2B5EF4-FFF2-40B4-BE49-F238E27FC236}">
                  <a16:creationId xmlns:a16="http://schemas.microsoft.com/office/drawing/2014/main" id="{0BE5D2E4-FE59-A337-80DC-3E1B17CE56A8}"/>
                </a:ext>
              </a:extLst>
            </p:cNvPr>
            <p:cNvGrpSpPr/>
            <p:nvPr/>
          </p:nvGrpSpPr>
          <p:grpSpPr>
            <a:xfrm>
              <a:off x="675481" y="4000672"/>
              <a:ext cx="6705600" cy="1790529"/>
              <a:chOff x="762000" y="3638977"/>
              <a:chExt cx="6705600" cy="1790529"/>
            </a:xfrm>
          </p:grpSpPr>
          <p:pic>
            <p:nvPicPr>
              <p:cNvPr id="19" name="Picture 18">
                <a:extLst>
                  <a:ext uri="{FF2B5EF4-FFF2-40B4-BE49-F238E27FC236}">
                    <a16:creationId xmlns:a16="http://schemas.microsoft.com/office/drawing/2014/main" id="{8E433359-F897-C86E-183D-55A9FBB0047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04730" y="4000671"/>
                <a:ext cx="1067140" cy="1067140"/>
              </a:xfrm>
              <a:prstGeom prst="rect">
                <a:avLst/>
              </a:prstGeom>
            </p:spPr>
          </p:pic>
          <p:sp>
            <p:nvSpPr>
              <p:cNvPr id="27" name="Content Placeholder 2">
                <a:extLst>
                  <a:ext uri="{FF2B5EF4-FFF2-40B4-BE49-F238E27FC236}">
                    <a16:creationId xmlns:a16="http://schemas.microsoft.com/office/drawing/2014/main" id="{58D2B295-798B-6CC1-B95B-82461DA3069F}"/>
                  </a:ext>
                </a:extLst>
              </p:cNvPr>
              <p:cNvSpPr txBox="1">
                <a:spLocks/>
              </p:cNvSpPr>
              <p:nvPr/>
            </p:nvSpPr>
            <p:spPr>
              <a:xfrm>
                <a:off x="2448718" y="4068858"/>
                <a:ext cx="2743201" cy="1143341"/>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62626"/>
                  </a:buClr>
                  <a:buSzPct val="100000"/>
                  <a:buNone/>
                </a:pPr>
                <a:r>
                  <a:rPr lang="en-US" sz="1800" dirty="0">
                    <a:solidFill>
                      <a:srgbClr val="262626"/>
                    </a:solidFill>
                  </a:rPr>
                  <a:t>Distribution system</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a:p>
                <a:pPr>
                  <a:buClr>
                    <a:srgbClr val="262626"/>
                  </a:buClr>
                  <a:buSzPct val="100000"/>
                </a:pPr>
                <a:r>
                  <a:rPr lang="en-US" sz="1800" dirty="0" err="1">
                    <a:solidFill>
                      <a:srgbClr val="262626"/>
                    </a:solidFill>
                    <a:latin typeface="Arial"/>
                  </a:rPr>
                  <a:t>Unb</a:t>
                </a:r>
                <a:r>
                  <a:rPr kumimoji="0" lang="en-US" sz="1800" b="0" i="0" u="none" strike="noStrike" kern="1200" cap="none" spc="0" normalizeH="0" baseline="0" noProof="0" dirty="0" err="1">
                    <a:ln>
                      <a:noFill/>
                    </a:ln>
                    <a:solidFill>
                      <a:srgbClr val="262626"/>
                    </a:solidFill>
                    <a:effectLst/>
                    <a:uLnTx/>
                    <a:uFillTx/>
                    <a:latin typeface="Arial"/>
                    <a:ea typeface="+mn-ea"/>
                    <a:cs typeface="+mn-cs"/>
                  </a:rPr>
                  <a:t>alanced</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a:p>
                <a:pPr>
                  <a:buClr>
                    <a:srgbClr val="262626"/>
                  </a:buClr>
                  <a:buSzPct val="100000"/>
                </a:pPr>
                <a:r>
                  <a:rPr lang="en-US" sz="1800" dirty="0">
                    <a:solidFill>
                      <a:srgbClr val="262626"/>
                    </a:solidFill>
                    <a:latin typeface="Arial"/>
                  </a:rPr>
                  <a:t>Near unity X/R ratios</a:t>
                </a:r>
              </a:p>
            </p:txBody>
          </p:sp>
          <p:sp>
            <p:nvSpPr>
              <p:cNvPr id="31" name="Rectangle: Rounded Corners 30">
                <a:extLst>
                  <a:ext uri="{FF2B5EF4-FFF2-40B4-BE49-F238E27FC236}">
                    <a16:creationId xmlns:a16="http://schemas.microsoft.com/office/drawing/2014/main" id="{9BD35282-5E2C-FC32-266E-BE07F2A8C598}"/>
                  </a:ext>
                </a:extLst>
              </p:cNvPr>
              <p:cNvSpPr/>
              <p:nvPr/>
            </p:nvSpPr>
            <p:spPr>
              <a:xfrm>
                <a:off x="762000" y="3638977"/>
                <a:ext cx="6705600" cy="1790529"/>
              </a:xfrm>
              <a:prstGeom prst="roundRect">
                <a:avLst/>
              </a:prstGeom>
              <a:noFill/>
              <a:ln w="28575">
                <a:solidFill>
                  <a:srgbClr val="FFC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844434DE-81B2-893B-2351-BA5820762399}"/>
                </a:ext>
              </a:extLst>
            </p:cNvPr>
            <p:cNvGrpSpPr/>
            <p:nvPr/>
          </p:nvGrpSpPr>
          <p:grpSpPr>
            <a:xfrm>
              <a:off x="762000" y="1561931"/>
              <a:ext cx="6705600" cy="1790870"/>
              <a:chOff x="762000" y="1218859"/>
              <a:chExt cx="6705600" cy="1790870"/>
            </a:xfrm>
          </p:grpSpPr>
          <p:pic>
            <p:nvPicPr>
              <p:cNvPr id="32" name="Picture 31" descr="Online Power System Simulator Engineering (PSS/E) Training Course">
                <a:extLst>
                  <a:ext uri="{FF2B5EF4-FFF2-40B4-BE49-F238E27FC236}">
                    <a16:creationId xmlns:a16="http://schemas.microsoft.com/office/drawing/2014/main" id="{E59AEB7E-D624-3636-A661-4C260A1A81A3}"/>
                  </a:ext>
                </a:extLst>
              </p:cNvPr>
              <p:cNvPicPr>
                <a:picLocks noChangeAspect="1"/>
              </p:cNvPicPr>
              <p:nvPr/>
            </p:nvPicPr>
            <p:blipFill>
              <a:blip r:embed="rId3"/>
              <a:stretch>
                <a:fillRect/>
              </a:stretch>
            </p:blipFill>
            <p:spPr>
              <a:xfrm>
                <a:off x="6163727" y="1218859"/>
                <a:ext cx="1195387" cy="751869"/>
              </a:xfrm>
              <a:prstGeom prst="rect">
                <a:avLst/>
              </a:prstGeom>
            </p:spPr>
          </p:pic>
          <p:pic>
            <p:nvPicPr>
              <p:cNvPr id="8" name="Picture 7">
                <a:extLst>
                  <a:ext uri="{FF2B5EF4-FFF2-40B4-BE49-F238E27FC236}">
                    <a16:creationId xmlns:a16="http://schemas.microsoft.com/office/drawing/2014/main" id="{284F7DE4-ADAE-D687-BF70-7032F181F23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42830" y="1551117"/>
                <a:ext cx="1143340" cy="1143340"/>
              </a:xfrm>
              <a:prstGeom prst="rect">
                <a:avLst/>
              </a:prstGeom>
            </p:spPr>
          </p:pic>
          <p:sp>
            <p:nvSpPr>
              <p:cNvPr id="16" name="Content Placeholder 2">
                <a:extLst>
                  <a:ext uri="{FF2B5EF4-FFF2-40B4-BE49-F238E27FC236}">
                    <a16:creationId xmlns:a16="http://schemas.microsoft.com/office/drawing/2014/main" id="{C53245CD-418C-11D3-2841-6091A256F732}"/>
                  </a:ext>
                </a:extLst>
              </p:cNvPr>
              <p:cNvSpPr txBox="1">
                <a:spLocks/>
              </p:cNvSpPr>
              <p:nvPr/>
            </p:nvSpPr>
            <p:spPr>
              <a:xfrm>
                <a:off x="2438400" y="1629991"/>
                <a:ext cx="2971800" cy="1143341"/>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62626"/>
                  </a:buClr>
                  <a:buSzPct val="100000"/>
                  <a:buNone/>
                </a:pPr>
                <a:r>
                  <a:rPr lang="en-US" sz="1800" dirty="0">
                    <a:solidFill>
                      <a:srgbClr val="262626"/>
                    </a:solidFill>
                  </a:rPr>
                  <a:t>Transmission system</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a:p>
                <a:pPr>
                  <a:buClr>
                    <a:srgbClr val="262626"/>
                  </a:buClr>
                  <a:buSzPct val="100000"/>
                </a:pPr>
                <a:r>
                  <a:rPr kumimoji="0" lang="en-US" sz="1800" b="0" i="0" u="none" strike="noStrike" kern="1200" cap="none" spc="0" normalizeH="0" baseline="0" noProof="0" dirty="0">
                    <a:ln>
                      <a:noFill/>
                    </a:ln>
                    <a:solidFill>
                      <a:srgbClr val="262626"/>
                    </a:solidFill>
                    <a:effectLst/>
                    <a:uLnTx/>
                    <a:uFillTx/>
                    <a:latin typeface="Arial"/>
                    <a:ea typeface="+mn-ea"/>
                    <a:cs typeface="+mn-cs"/>
                  </a:rPr>
                  <a:t>Balanced</a:t>
                </a:r>
              </a:p>
              <a:p>
                <a:pPr>
                  <a:buClr>
                    <a:srgbClr val="262626"/>
                  </a:buClr>
                  <a:buSzPct val="100000"/>
                </a:pPr>
                <a:r>
                  <a:rPr lang="en-US" sz="1800" dirty="0">
                    <a:solidFill>
                      <a:srgbClr val="262626"/>
                    </a:solidFill>
                    <a:latin typeface="Arial"/>
                  </a:rPr>
                  <a:t>Positive sequence</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p:sp>
            <p:nvSpPr>
              <p:cNvPr id="30" name="Rectangle: Rounded Corners 29">
                <a:extLst>
                  <a:ext uri="{FF2B5EF4-FFF2-40B4-BE49-F238E27FC236}">
                    <a16:creationId xmlns:a16="http://schemas.microsoft.com/office/drawing/2014/main" id="{B57BA208-1761-D6B5-7734-6D2E54FEE6F7}"/>
                  </a:ext>
                </a:extLst>
              </p:cNvPr>
              <p:cNvSpPr/>
              <p:nvPr/>
            </p:nvSpPr>
            <p:spPr>
              <a:xfrm>
                <a:off x="762000" y="1219200"/>
                <a:ext cx="6705600" cy="1790529"/>
              </a:xfrm>
              <a:prstGeom prst="roundRect">
                <a:avLst/>
              </a:prstGeom>
              <a:noFill/>
              <a:ln w="28575">
                <a:solidFill>
                  <a:srgbClr val="FFC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1E7D80E0-29D7-C5AD-5FEF-2D1748BF5084}"/>
                  </a:ext>
                </a:extLst>
              </p:cNvPr>
              <p:cNvSpPr/>
              <p:nvPr/>
            </p:nvSpPr>
            <p:spPr>
              <a:xfrm>
                <a:off x="822960" y="1313681"/>
                <a:ext cx="4282440" cy="1601226"/>
              </a:xfrm>
              <a:prstGeom prst="roundRect">
                <a:avLst/>
              </a:prstGeom>
              <a:noFill/>
              <a:ln w="28575">
                <a:solidFill>
                  <a:schemeClr val="accent2">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1" name="Picture 40">
                <a:extLst>
                  <a:ext uri="{FF2B5EF4-FFF2-40B4-BE49-F238E27FC236}">
                    <a16:creationId xmlns:a16="http://schemas.microsoft.com/office/drawing/2014/main" id="{434616F4-EEF6-3DF4-EA23-D673FAA1C78B}"/>
                  </a:ext>
                </a:extLst>
              </p:cNvPr>
              <p:cNvPicPr>
                <a:picLocks noChangeAspect="1"/>
              </p:cNvPicPr>
              <p:nvPr/>
            </p:nvPicPr>
            <p:blipFill>
              <a:blip r:embed="rId5"/>
              <a:stretch>
                <a:fillRect/>
              </a:stretch>
            </p:blipFill>
            <p:spPr>
              <a:xfrm>
                <a:off x="5333999" y="1411972"/>
                <a:ext cx="829728" cy="315190"/>
              </a:xfrm>
              <a:prstGeom prst="rect">
                <a:avLst/>
              </a:prstGeom>
            </p:spPr>
          </p:pic>
          <p:pic>
            <p:nvPicPr>
              <p:cNvPr id="42" name="Picture 41" descr="PowerWorld Corporation | Research Park">
                <a:extLst>
                  <a:ext uri="{FF2B5EF4-FFF2-40B4-BE49-F238E27FC236}">
                    <a16:creationId xmlns:a16="http://schemas.microsoft.com/office/drawing/2014/main" id="{C258CD0D-DD79-C346-6773-A87A21F2F02C}"/>
                  </a:ext>
                </a:extLst>
              </p:cNvPr>
              <p:cNvPicPr>
                <a:picLocks noChangeAspect="1"/>
              </p:cNvPicPr>
              <p:nvPr/>
            </p:nvPicPr>
            <p:blipFill>
              <a:blip r:embed="rId6"/>
              <a:stretch>
                <a:fillRect/>
              </a:stretch>
            </p:blipFill>
            <p:spPr>
              <a:xfrm>
                <a:off x="5333999" y="1769701"/>
                <a:ext cx="1104900" cy="736600"/>
              </a:xfrm>
              <a:prstGeom prst="rect">
                <a:avLst/>
              </a:prstGeom>
            </p:spPr>
          </p:pic>
          <p:pic>
            <p:nvPicPr>
              <p:cNvPr id="43" name="Picture 42" descr="Planning &amp; Analysis | ETAP Grid ...">
                <a:extLst>
                  <a:ext uri="{FF2B5EF4-FFF2-40B4-BE49-F238E27FC236}">
                    <a16:creationId xmlns:a16="http://schemas.microsoft.com/office/drawing/2014/main" id="{8B6567CF-C750-5A30-21D5-0EDBBD4C994B}"/>
                  </a:ext>
                </a:extLst>
              </p:cNvPr>
              <p:cNvPicPr>
                <a:picLocks noChangeAspect="1"/>
              </p:cNvPicPr>
              <p:nvPr/>
            </p:nvPicPr>
            <p:blipFill>
              <a:blip r:embed="rId7"/>
              <a:stretch>
                <a:fillRect/>
              </a:stretch>
            </p:blipFill>
            <p:spPr>
              <a:xfrm>
                <a:off x="5333999" y="2575914"/>
                <a:ext cx="1957387" cy="382212"/>
              </a:xfrm>
              <a:prstGeom prst="rect">
                <a:avLst/>
              </a:prstGeom>
            </p:spPr>
          </p:pic>
          <p:pic>
            <p:nvPicPr>
              <p:cNvPr id="44" name="Picture 43" descr="DIgSILENT GmbH – Power System Solutions ...">
                <a:extLst>
                  <a:ext uri="{FF2B5EF4-FFF2-40B4-BE49-F238E27FC236}">
                    <a16:creationId xmlns:a16="http://schemas.microsoft.com/office/drawing/2014/main" id="{60086A20-E152-D900-74AE-2BD2275D7587}"/>
                  </a:ext>
                </a:extLst>
              </p:cNvPr>
              <p:cNvPicPr>
                <a:picLocks noChangeAspect="1"/>
              </p:cNvPicPr>
              <p:nvPr/>
            </p:nvPicPr>
            <p:blipFill>
              <a:blip r:embed="rId8"/>
              <a:stretch>
                <a:fillRect/>
              </a:stretch>
            </p:blipFill>
            <p:spPr>
              <a:xfrm>
                <a:off x="6512719" y="1701306"/>
                <a:ext cx="842962" cy="842962"/>
              </a:xfrm>
              <a:prstGeom prst="rect">
                <a:avLst/>
              </a:prstGeom>
            </p:spPr>
          </p:pic>
        </p:grpSp>
        <p:sp>
          <p:nvSpPr>
            <p:cNvPr id="17" name="Arrow: Down 16">
              <a:extLst>
                <a:ext uri="{FF2B5EF4-FFF2-40B4-BE49-F238E27FC236}">
                  <a16:creationId xmlns:a16="http://schemas.microsoft.com/office/drawing/2014/main" id="{AE0190DB-3E53-06DB-465F-37AD3BA4DF82}"/>
                </a:ext>
              </a:extLst>
            </p:cNvPr>
            <p:cNvSpPr/>
            <p:nvPr/>
          </p:nvSpPr>
          <p:spPr>
            <a:xfrm rot="10800000">
              <a:off x="3685381" y="3362112"/>
              <a:ext cx="228600" cy="629248"/>
            </a:xfrm>
            <a:prstGeom prst="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48" name="Content Placeholder 2">
              <a:extLst>
                <a:ext uri="{FF2B5EF4-FFF2-40B4-BE49-F238E27FC236}">
                  <a16:creationId xmlns:a16="http://schemas.microsoft.com/office/drawing/2014/main" id="{0CA51B3B-4F1D-8292-B456-322B5F909033}"/>
                </a:ext>
              </a:extLst>
            </p:cNvPr>
            <p:cNvSpPr txBox="1">
              <a:spLocks/>
            </p:cNvSpPr>
            <p:nvPr/>
          </p:nvSpPr>
          <p:spPr>
            <a:xfrm>
              <a:off x="3990181" y="3501397"/>
              <a:ext cx="3200400" cy="390310"/>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62626"/>
                </a:buClr>
                <a:buSzPct val="100000"/>
                <a:buNone/>
              </a:pPr>
              <a:r>
                <a:rPr lang="en-US" sz="1800" dirty="0">
                  <a:solidFill>
                    <a:srgbClr val="262626"/>
                  </a:solidFill>
                  <a:latin typeface="Arial"/>
                </a:rPr>
                <a:t>Represent as equivalent load</a:t>
              </a:r>
            </a:p>
          </p:txBody>
        </p:sp>
        <p:sp>
          <p:nvSpPr>
            <p:cNvPr id="51" name="Rectangle: Rounded Corners 50">
              <a:extLst>
                <a:ext uri="{FF2B5EF4-FFF2-40B4-BE49-F238E27FC236}">
                  <a16:creationId xmlns:a16="http://schemas.microsoft.com/office/drawing/2014/main" id="{7CE44B53-154E-4366-AE60-70A9A9AC86DA}"/>
                </a:ext>
              </a:extLst>
            </p:cNvPr>
            <p:cNvSpPr/>
            <p:nvPr/>
          </p:nvSpPr>
          <p:spPr>
            <a:xfrm>
              <a:off x="762000" y="4114800"/>
              <a:ext cx="4343400" cy="1601226"/>
            </a:xfrm>
            <a:prstGeom prst="roundRect">
              <a:avLst/>
            </a:prstGeom>
            <a:noFill/>
            <a:ln w="28575">
              <a:solidFill>
                <a:schemeClr val="accent2">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2" name="Picture 51" descr="Introduction to OpenDSS">
              <a:extLst>
                <a:ext uri="{FF2B5EF4-FFF2-40B4-BE49-F238E27FC236}">
                  <a16:creationId xmlns:a16="http://schemas.microsoft.com/office/drawing/2014/main" id="{68C60CB0-BF3D-EC6C-0338-9181FCF3C146}"/>
                </a:ext>
              </a:extLst>
            </p:cNvPr>
            <p:cNvPicPr>
              <a:picLocks noChangeAspect="1"/>
            </p:cNvPicPr>
            <p:nvPr/>
          </p:nvPicPr>
          <p:blipFill>
            <a:blip r:embed="rId11"/>
            <a:stretch>
              <a:fillRect/>
            </a:stretch>
          </p:blipFill>
          <p:spPr>
            <a:xfrm>
              <a:off x="5268890" y="4058510"/>
              <a:ext cx="792979" cy="792979"/>
            </a:xfrm>
            <a:prstGeom prst="rect">
              <a:avLst/>
            </a:prstGeom>
          </p:spPr>
        </p:pic>
        <p:pic>
          <p:nvPicPr>
            <p:cNvPr id="53" name="Picture 52" descr="GridLAB-D Documentation">
              <a:extLst>
                <a:ext uri="{FF2B5EF4-FFF2-40B4-BE49-F238E27FC236}">
                  <a16:creationId xmlns:a16="http://schemas.microsoft.com/office/drawing/2014/main" id="{FCAD2C6B-DD89-9C71-B0A9-D78092364D7B}"/>
                </a:ext>
              </a:extLst>
            </p:cNvPr>
            <p:cNvPicPr>
              <a:picLocks noChangeAspect="1"/>
            </p:cNvPicPr>
            <p:nvPr/>
          </p:nvPicPr>
          <p:blipFill>
            <a:blip r:embed="rId12"/>
            <a:stretch>
              <a:fillRect/>
            </a:stretch>
          </p:blipFill>
          <p:spPr>
            <a:xfrm>
              <a:off x="5361611" y="5034912"/>
              <a:ext cx="1757362" cy="547465"/>
            </a:xfrm>
            <a:prstGeom prst="rect">
              <a:avLst/>
            </a:prstGeom>
          </p:spPr>
        </p:pic>
        <p:pic>
          <p:nvPicPr>
            <p:cNvPr id="54" name="Picture 53" descr="Opal-RT">
              <a:extLst>
                <a:ext uri="{FF2B5EF4-FFF2-40B4-BE49-F238E27FC236}">
                  <a16:creationId xmlns:a16="http://schemas.microsoft.com/office/drawing/2014/main" id="{E4F01D47-E8A6-F7A3-54E2-3F20378B6694}"/>
                </a:ext>
              </a:extLst>
            </p:cNvPr>
            <p:cNvPicPr>
              <a:picLocks noChangeAspect="1"/>
            </p:cNvPicPr>
            <p:nvPr/>
          </p:nvPicPr>
          <p:blipFill>
            <a:blip r:embed="rId13"/>
            <a:stretch>
              <a:fillRect/>
            </a:stretch>
          </p:blipFill>
          <p:spPr>
            <a:xfrm>
              <a:off x="6114645" y="4203405"/>
              <a:ext cx="1128229" cy="602702"/>
            </a:xfrm>
            <a:prstGeom prst="rect">
              <a:avLst/>
            </a:prstGeom>
          </p:spPr>
        </p:pic>
      </p:grpSp>
      <p:sp>
        <p:nvSpPr>
          <p:cNvPr id="57" name="Content Placeholder 2">
            <a:extLst>
              <a:ext uri="{FF2B5EF4-FFF2-40B4-BE49-F238E27FC236}">
                <a16:creationId xmlns:a16="http://schemas.microsoft.com/office/drawing/2014/main" id="{963F39B5-DA1F-B972-3592-08A8EFA6929F}"/>
              </a:ext>
            </a:extLst>
          </p:cNvPr>
          <p:cNvSpPr txBox="1">
            <a:spLocks/>
          </p:cNvSpPr>
          <p:nvPr/>
        </p:nvSpPr>
        <p:spPr>
          <a:xfrm>
            <a:off x="7543288" y="3276601"/>
            <a:ext cx="2346316" cy="391953"/>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Clr>
                <a:srgbClr val="262626"/>
              </a:buClr>
              <a:buSzPct val="100000"/>
              <a:buNone/>
            </a:pP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p:sp>
        <p:nvSpPr>
          <p:cNvPr id="58" name="Rectangle: Rounded Corners 57">
            <a:extLst>
              <a:ext uri="{FF2B5EF4-FFF2-40B4-BE49-F238E27FC236}">
                <a16:creationId xmlns:a16="http://schemas.microsoft.com/office/drawing/2014/main" id="{E0E989CD-F354-1ADF-9AAB-FB4F153899D0}"/>
              </a:ext>
            </a:extLst>
          </p:cNvPr>
          <p:cNvSpPr/>
          <p:nvPr/>
        </p:nvSpPr>
        <p:spPr>
          <a:xfrm>
            <a:off x="7467600" y="1066800"/>
            <a:ext cx="4648200" cy="5257801"/>
          </a:xfrm>
          <a:prstGeom prst="roundRect">
            <a:avLst/>
          </a:prstGeom>
          <a:noFill/>
          <a:ln w="28575">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Content Placeholder 2">
            <a:extLst>
              <a:ext uri="{FF2B5EF4-FFF2-40B4-BE49-F238E27FC236}">
                <a16:creationId xmlns:a16="http://schemas.microsoft.com/office/drawing/2014/main" id="{E1900B5F-15F2-77F8-EB80-8C69B0053E0A}"/>
              </a:ext>
            </a:extLst>
          </p:cNvPr>
          <p:cNvSpPr txBox="1">
            <a:spLocks/>
          </p:cNvSpPr>
          <p:nvPr/>
        </p:nvSpPr>
        <p:spPr>
          <a:xfrm>
            <a:off x="7846378" y="1227467"/>
            <a:ext cx="3885129" cy="418930"/>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62626"/>
              </a:buClr>
              <a:buSzPct val="100000"/>
              <a:buNone/>
            </a:pPr>
            <a:r>
              <a:rPr lang="en-US" sz="1800" dirty="0">
                <a:solidFill>
                  <a:srgbClr val="262626"/>
                </a:solidFill>
              </a:rPr>
              <a:t>Modern power system simulation</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p:grpSp>
        <p:nvGrpSpPr>
          <p:cNvPr id="60" name="Group 59">
            <a:extLst>
              <a:ext uri="{FF2B5EF4-FFF2-40B4-BE49-F238E27FC236}">
                <a16:creationId xmlns:a16="http://schemas.microsoft.com/office/drawing/2014/main" id="{8DA7128E-9650-8421-5AE8-2BB9EDFCD148}"/>
              </a:ext>
            </a:extLst>
          </p:cNvPr>
          <p:cNvGrpSpPr/>
          <p:nvPr/>
        </p:nvGrpSpPr>
        <p:grpSpPr>
          <a:xfrm>
            <a:off x="7684413" y="1588372"/>
            <a:ext cx="4123122" cy="4583827"/>
            <a:chOff x="762000" y="1074277"/>
            <a:chExt cx="4151035" cy="4355230"/>
          </a:xfrm>
        </p:grpSpPr>
        <p:pic>
          <p:nvPicPr>
            <p:cNvPr id="2062" name="Picture 2061">
              <a:extLst>
                <a:ext uri="{FF2B5EF4-FFF2-40B4-BE49-F238E27FC236}">
                  <a16:creationId xmlns:a16="http://schemas.microsoft.com/office/drawing/2014/main" id="{4CAA9D0B-A384-F5E7-8D38-DD1FDE543107}"/>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104730" y="4000671"/>
              <a:ext cx="1067140" cy="1067140"/>
            </a:xfrm>
            <a:prstGeom prst="rect">
              <a:avLst/>
            </a:prstGeom>
          </p:spPr>
        </p:pic>
        <p:sp>
          <p:nvSpPr>
            <p:cNvPr id="2064" name="Rectangle: Rounded Corners 2063">
              <a:extLst>
                <a:ext uri="{FF2B5EF4-FFF2-40B4-BE49-F238E27FC236}">
                  <a16:creationId xmlns:a16="http://schemas.microsoft.com/office/drawing/2014/main" id="{9382613F-E1A3-62B2-34E8-778D9D56B705}"/>
                </a:ext>
              </a:extLst>
            </p:cNvPr>
            <p:cNvSpPr/>
            <p:nvPr/>
          </p:nvSpPr>
          <p:spPr>
            <a:xfrm>
              <a:off x="762000" y="1074277"/>
              <a:ext cx="4151035" cy="4355230"/>
            </a:xfrm>
            <a:prstGeom prst="roundRect">
              <a:avLst/>
            </a:prstGeom>
            <a:noFill/>
            <a:ln w="28575">
              <a:solidFill>
                <a:srgbClr val="FFC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3" name="Content Placeholder 2">
            <a:extLst>
              <a:ext uri="{FF2B5EF4-FFF2-40B4-BE49-F238E27FC236}">
                <a16:creationId xmlns:a16="http://schemas.microsoft.com/office/drawing/2014/main" id="{D4D1570C-C67E-EF64-A5C2-590FA23B7ED5}"/>
              </a:ext>
            </a:extLst>
          </p:cNvPr>
          <p:cNvSpPr txBox="1">
            <a:spLocks/>
          </p:cNvSpPr>
          <p:nvPr/>
        </p:nvSpPr>
        <p:spPr>
          <a:xfrm>
            <a:off x="8628656" y="3634081"/>
            <a:ext cx="3334744" cy="390310"/>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62626"/>
              </a:buClr>
              <a:buSzPct val="100000"/>
              <a:buNone/>
            </a:pPr>
            <a:r>
              <a:rPr lang="en-US" sz="1800" dirty="0">
                <a:solidFill>
                  <a:srgbClr val="262626"/>
                </a:solidFill>
                <a:latin typeface="Arial"/>
              </a:rPr>
              <a:t>Increasing interaction</a:t>
            </a:r>
          </a:p>
        </p:txBody>
      </p:sp>
      <p:sp>
        <p:nvSpPr>
          <p:cNvPr id="2048" name="Rectangle: Rounded Corners 2047">
            <a:extLst>
              <a:ext uri="{FF2B5EF4-FFF2-40B4-BE49-F238E27FC236}">
                <a16:creationId xmlns:a16="http://schemas.microsoft.com/office/drawing/2014/main" id="{C49AEB94-4A28-EAD1-29A7-4C8B896CF7F6}"/>
              </a:ext>
            </a:extLst>
          </p:cNvPr>
          <p:cNvSpPr/>
          <p:nvPr/>
        </p:nvSpPr>
        <p:spPr>
          <a:xfrm>
            <a:off x="7770350" y="4267201"/>
            <a:ext cx="3583450" cy="1601226"/>
          </a:xfrm>
          <a:prstGeom prst="roundRect">
            <a:avLst/>
          </a:prstGeom>
          <a:noFill/>
          <a:ln w="28575">
            <a:solidFill>
              <a:schemeClr val="accent2">
                <a:lumMod val="60000"/>
                <a:lumOff val="40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49" name="Picture 2048" descr="Introduction to OpenDSS">
            <a:extLst>
              <a:ext uri="{FF2B5EF4-FFF2-40B4-BE49-F238E27FC236}">
                <a16:creationId xmlns:a16="http://schemas.microsoft.com/office/drawing/2014/main" id="{6E45B6A7-6EA2-B894-845F-533A11FF5672}"/>
              </a:ext>
            </a:extLst>
          </p:cNvPr>
          <p:cNvPicPr>
            <a:picLocks noChangeAspect="1"/>
          </p:cNvPicPr>
          <p:nvPr/>
        </p:nvPicPr>
        <p:blipFill>
          <a:blip r:embed="rId11"/>
          <a:stretch>
            <a:fillRect/>
          </a:stretch>
        </p:blipFill>
        <p:spPr>
          <a:xfrm>
            <a:off x="9099613" y="4343533"/>
            <a:ext cx="787647" cy="792979"/>
          </a:xfrm>
          <a:prstGeom prst="rect">
            <a:avLst/>
          </a:prstGeom>
        </p:spPr>
      </p:pic>
      <p:pic>
        <p:nvPicPr>
          <p:cNvPr id="2051" name="Picture 2050" descr="GridLAB-D Documentation">
            <a:extLst>
              <a:ext uri="{FF2B5EF4-FFF2-40B4-BE49-F238E27FC236}">
                <a16:creationId xmlns:a16="http://schemas.microsoft.com/office/drawing/2014/main" id="{CE06845E-415D-E9C4-203F-B760C5C9D143}"/>
              </a:ext>
            </a:extLst>
          </p:cNvPr>
          <p:cNvPicPr>
            <a:picLocks noChangeAspect="1"/>
          </p:cNvPicPr>
          <p:nvPr/>
        </p:nvPicPr>
        <p:blipFill>
          <a:blip r:embed="rId12"/>
          <a:stretch>
            <a:fillRect/>
          </a:stretch>
        </p:blipFill>
        <p:spPr>
          <a:xfrm>
            <a:off x="9188875" y="5236918"/>
            <a:ext cx="1745545" cy="547465"/>
          </a:xfrm>
          <a:prstGeom prst="rect">
            <a:avLst/>
          </a:prstGeom>
        </p:spPr>
      </p:pic>
      <p:pic>
        <p:nvPicPr>
          <p:cNvPr id="2052" name="Picture 2051" descr="Opal-RT">
            <a:extLst>
              <a:ext uri="{FF2B5EF4-FFF2-40B4-BE49-F238E27FC236}">
                <a16:creationId xmlns:a16="http://schemas.microsoft.com/office/drawing/2014/main" id="{F711EEB3-9AD6-1207-7618-7AEA32991DA6}"/>
              </a:ext>
            </a:extLst>
          </p:cNvPr>
          <p:cNvPicPr>
            <a:picLocks noChangeAspect="1"/>
          </p:cNvPicPr>
          <p:nvPr/>
        </p:nvPicPr>
        <p:blipFill>
          <a:blip r:embed="rId13"/>
          <a:stretch>
            <a:fillRect/>
          </a:stretch>
        </p:blipFill>
        <p:spPr>
          <a:xfrm>
            <a:off x="9939681" y="4488428"/>
            <a:ext cx="1120642" cy="602702"/>
          </a:xfrm>
          <a:prstGeom prst="rect">
            <a:avLst/>
          </a:prstGeom>
        </p:spPr>
      </p:pic>
      <p:sp>
        <p:nvSpPr>
          <p:cNvPr id="2065" name="Arrow: Up-Down 2064">
            <a:extLst>
              <a:ext uri="{FF2B5EF4-FFF2-40B4-BE49-F238E27FC236}">
                <a16:creationId xmlns:a16="http://schemas.microsoft.com/office/drawing/2014/main" id="{47D7C314-E30C-AA37-C0E2-A976F3EC5EA7}"/>
              </a:ext>
            </a:extLst>
          </p:cNvPr>
          <p:cNvSpPr/>
          <p:nvPr/>
        </p:nvSpPr>
        <p:spPr>
          <a:xfrm>
            <a:off x="8221907" y="3511990"/>
            <a:ext cx="228601" cy="687442"/>
          </a:xfrm>
          <a:prstGeom prst="upDown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Arrow: Down 2065">
            <a:extLst>
              <a:ext uri="{FF2B5EF4-FFF2-40B4-BE49-F238E27FC236}">
                <a16:creationId xmlns:a16="http://schemas.microsoft.com/office/drawing/2014/main" id="{B158DFC9-9F8A-FBE6-D6C2-1C896716868A}"/>
              </a:ext>
            </a:extLst>
          </p:cNvPr>
          <p:cNvSpPr/>
          <p:nvPr/>
        </p:nvSpPr>
        <p:spPr>
          <a:xfrm rot="16200000">
            <a:off x="7375557" y="3514513"/>
            <a:ext cx="228600" cy="629248"/>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dirty="0"/>
          </a:p>
        </p:txBody>
      </p:sp>
    </p:spTree>
    <p:extLst>
      <p:ext uri="{BB962C8B-B14F-4D97-AF65-F5344CB8AC3E}">
        <p14:creationId xmlns:p14="http://schemas.microsoft.com/office/powerpoint/2010/main" val="3689429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CB904-1C11-80F2-C6FA-8A5BEE977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803F9-C810-62B8-CB01-144B20FFE10E}"/>
              </a:ext>
            </a:extLst>
          </p:cNvPr>
          <p:cNvSpPr>
            <a:spLocks noGrp="1"/>
          </p:cNvSpPr>
          <p:nvPr>
            <p:ph type="title"/>
          </p:nvPr>
        </p:nvSpPr>
        <p:spPr/>
        <p:txBody>
          <a:bodyPr>
            <a:normAutofit/>
          </a:bodyPr>
          <a:lstStyle/>
          <a:p>
            <a:r>
              <a:rPr lang="en-US" dirty="0"/>
              <a:t>Introduction: background</a:t>
            </a:r>
          </a:p>
        </p:txBody>
      </p:sp>
      <p:sp>
        <p:nvSpPr>
          <p:cNvPr id="4" name="Slide Number Placeholder 3">
            <a:extLst>
              <a:ext uri="{FF2B5EF4-FFF2-40B4-BE49-F238E27FC236}">
                <a16:creationId xmlns:a16="http://schemas.microsoft.com/office/drawing/2014/main" id="{A783D20C-FCA5-E0FB-4FE7-BF42018B34F7}"/>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pic>
        <p:nvPicPr>
          <p:cNvPr id="6" name="Picture 5">
            <a:extLst>
              <a:ext uri="{FF2B5EF4-FFF2-40B4-BE49-F238E27FC236}">
                <a16:creationId xmlns:a16="http://schemas.microsoft.com/office/drawing/2014/main" id="{95A93358-B39A-FCED-1ADD-534914450D65}"/>
              </a:ext>
            </a:extLst>
          </p:cNvPr>
          <p:cNvPicPr>
            <a:picLocks noChangeAspect="1"/>
          </p:cNvPicPr>
          <p:nvPr/>
        </p:nvPicPr>
        <p:blipFill>
          <a:blip r:embed="rId3"/>
          <a:stretch>
            <a:fillRect/>
          </a:stretch>
        </p:blipFill>
        <p:spPr>
          <a:xfrm>
            <a:off x="-23146" y="1672785"/>
            <a:ext cx="5720070" cy="4114800"/>
          </a:xfrm>
          <a:prstGeom prst="rect">
            <a:avLst/>
          </a:prstGeom>
        </p:spPr>
      </p:pic>
      <p:sp>
        <p:nvSpPr>
          <p:cNvPr id="7" name="Rectangle: Rounded Corners 6">
            <a:extLst>
              <a:ext uri="{FF2B5EF4-FFF2-40B4-BE49-F238E27FC236}">
                <a16:creationId xmlns:a16="http://schemas.microsoft.com/office/drawing/2014/main" id="{60C93A51-B32F-070A-F84A-A0F16313965C}"/>
              </a:ext>
            </a:extLst>
          </p:cNvPr>
          <p:cNvSpPr/>
          <p:nvPr/>
        </p:nvSpPr>
        <p:spPr>
          <a:xfrm>
            <a:off x="7924800" y="990600"/>
            <a:ext cx="1817813" cy="40347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Fault clears</a:t>
            </a:r>
          </a:p>
        </p:txBody>
      </p:sp>
      <p:sp>
        <p:nvSpPr>
          <p:cNvPr id="8" name="Rectangle: Rounded Corners 7">
            <a:extLst>
              <a:ext uri="{FF2B5EF4-FFF2-40B4-BE49-F238E27FC236}">
                <a16:creationId xmlns:a16="http://schemas.microsoft.com/office/drawing/2014/main" id="{DA9FC1BA-8AFE-6834-52AC-729460A5FCC2}"/>
              </a:ext>
            </a:extLst>
          </p:cNvPr>
          <p:cNvSpPr/>
          <p:nvPr/>
        </p:nvSpPr>
        <p:spPr>
          <a:xfrm>
            <a:off x="7917002" y="1903795"/>
            <a:ext cx="1825611" cy="40347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Motor stall</a:t>
            </a:r>
          </a:p>
        </p:txBody>
      </p:sp>
      <p:sp>
        <p:nvSpPr>
          <p:cNvPr id="9" name="Rectangle: Rounded Corners 8">
            <a:extLst>
              <a:ext uri="{FF2B5EF4-FFF2-40B4-BE49-F238E27FC236}">
                <a16:creationId xmlns:a16="http://schemas.microsoft.com/office/drawing/2014/main" id="{133D817D-D223-AA3D-2ABA-3D6692ACD0BB}"/>
              </a:ext>
            </a:extLst>
          </p:cNvPr>
          <p:cNvSpPr/>
          <p:nvPr/>
        </p:nvSpPr>
        <p:spPr>
          <a:xfrm>
            <a:off x="7917002" y="2816990"/>
            <a:ext cx="1832168" cy="40347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Motor trips</a:t>
            </a:r>
          </a:p>
        </p:txBody>
      </p:sp>
      <p:sp>
        <p:nvSpPr>
          <p:cNvPr id="11" name="Rectangle: Rounded Corners 10">
            <a:extLst>
              <a:ext uri="{FF2B5EF4-FFF2-40B4-BE49-F238E27FC236}">
                <a16:creationId xmlns:a16="http://schemas.microsoft.com/office/drawing/2014/main" id="{3E4DFAAC-38E5-00D4-385D-444AA51715DF}"/>
              </a:ext>
            </a:extLst>
          </p:cNvPr>
          <p:cNvSpPr/>
          <p:nvPr/>
        </p:nvSpPr>
        <p:spPr>
          <a:xfrm>
            <a:off x="5638800" y="2647024"/>
            <a:ext cx="1883735" cy="74340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Thermal Protection</a:t>
            </a:r>
          </a:p>
        </p:txBody>
      </p:sp>
      <p:sp>
        <p:nvSpPr>
          <p:cNvPr id="14" name="Rectangle: Rounded Corners 13">
            <a:extLst>
              <a:ext uri="{FF2B5EF4-FFF2-40B4-BE49-F238E27FC236}">
                <a16:creationId xmlns:a16="http://schemas.microsoft.com/office/drawing/2014/main" id="{DEA61FDB-9BA5-ED6E-D030-41EE17224682}"/>
              </a:ext>
            </a:extLst>
          </p:cNvPr>
          <p:cNvSpPr/>
          <p:nvPr/>
        </p:nvSpPr>
        <p:spPr>
          <a:xfrm>
            <a:off x="7923559" y="3733800"/>
            <a:ext cx="1825611" cy="91439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Motor back/Capacitor off</a:t>
            </a:r>
          </a:p>
        </p:txBody>
      </p:sp>
      <p:sp>
        <p:nvSpPr>
          <p:cNvPr id="15" name="Rectangle: Rounded Corners 14">
            <a:extLst>
              <a:ext uri="{FF2B5EF4-FFF2-40B4-BE49-F238E27FC236}">
                <a16:creationId xmlns:a16="http://schemas.microsoft.com/office/drawing/2014/main" id="{E64768A7-E9D0-A85A-A6C1-4992B78BD869}"/>
              </a:ext>
            </a:extLst>
          </p:cNvPr>
          <p:cNvSpPr/>
          <p:nvPr/>
        </p:nvSpPr>
        <p:spPr>
          <a:xfrm>
            <a:off x="7923559" y="5160928"/>
            <a:ext cx="1832168" cy="40347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Capacitor on</a:t>
            </a:r>
          </a:p>
        </p:txBody>
      </p:sp>
      <p:sp>
        <p:nvSpPr>
          <p:cNvPr id="18" name="TextBox 17">
            <a:extLst>
              <a:ext uri="{FF2B5EF4-FFF2-40B4-BE49-F238E27FC236}">
                <a16:creationId xmlns:a16="http://schemas.microsoft.com/office/drawing/2014/main" id="{C91BFEC3-969D-D857-5092-A9040B3EC8AB}"/>
              </a:ext>
            </a:extLst>
          </p:cNvPr>
          <p:cNvSpPr txBox="1"/>
          <p:nvPr/>
        </p:nvSpPr>
        <p:spPr>
          <a:xfrm>
            <a:off x="8599002" y="5564405"/>
            <a:ext cx="492443" cy="461665"/>
          </a:xfrm>
          <a:prstGeom prst="rect">
            <a:avLst/>
          </a:prstGeom>
          <a:noFill/>
        </p:spPr>
        <p:txBody>
          <a:bodyPr wrap="none" rtlCol="0">
            <a:spAutoFit/>
          </a:bodyPr>
          <a:lstStyle/>
          <a:p>
            <a:r>
              <a:rPr lang="en-US" sz="2400" dirty="0"/>
              <a:t>…</a:t>
            </a:r>
          </a:p>
        </p:txBody>
      </p:sp>
      <p:cxnSp>
        <p:nvCxnSpPr>
          <p:cNvPr id="21" name="Straight Arrow Connector 20">
            <a:extLst>
              <a:ext uri="{FF2B5EF4-FFF2-40B4-BE49-F238E27FC236}">
                <a16:creationId xmlns:a16="http://schemas.microsoft.com/office/drawing/2014/main" id="{3DEA8306-D5DF-0969-B5DA-5D88C48E7ED7}"/>
              </a:ext>
            </a:extLst>
          </p:cNvPr>
          <p:cNvCxnSpPr>
            <a:cxnSpLocks/>
            <a:stCxn id="11" idx="3"/>
            <a:endCxn id="9" idx="1"/>
          </p:cNvCxnSpPr>
          <p:nvPr/>
        </p:nvCxnSpPr>
        <p:spPr>
          <a:xfrm>
            <a:off x="7522535" y="3018728"/>
            <a:ext cx="394467"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EFDA165F-A607-872F-D5DA-82F491F93077}"/>
              </a:ext>
            </a:extLst>
          </p:cNvPr>
          <p:cNvSpPr/>
          <p:nvPr/>
        </p:nvSpPr>
        <p:spPr>
          <a:xfrm>
            <a:off x="10108726" y="1903794"/>
            <a:ext cx="1825611" cy="40347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Draw high Q</a:t>
            </a:r>
          </a:p>
        </p:txBody>
      </p:sp>
      <p:sp>
        <p:nvSpPr>
          <p:cNvPr id="23" name="Rectangle: Rounded Corners 22">
            <a:extLst>
              <a:ext uri="{FF2B5EF4-FFF2-40B4-BE49-F238E27FC236}">
                <a16:creationId xmlns:a16="http://schemas.microsoft.com/office/drawing/2014/main" id="{6FFF73ED-B0FE-CDA7-A33F-E89072682A88}"/>
              </a:ext>
            </a:extLst>
          </p:cNvPr>
          <p:cNvSpPr/>
          <p:nvPr/>
        </p:nvSpPr>
        <p:spPr>
          <a:xfrm>
            <a:off x="10106954" y="2816990"/>
            <a:ext cx="1825611" cy="40347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V overshoot</a:t>
            </a:r>
          </a:p>
        </p:txBody>
      </p:sp>
      <p:sp>
        <p:nvSpPr>
          <p:cNvPr id="24" name="Rectangle: Rounded Corners 23">
            <a:extLst>
              <a:ext uri="{FF2B5EF4-FFF2-40B4-BE49-F238E27FC236}">
                <a16:creationId xmlns:a16="http://schemas.microsoft.com/office/drawing/2014/main" id="{801C6F1F-32A0-74E7-81A3-C1DCF36C818A}"/>
              </a:ext>
            </a:extLst>
          </p:cNvPr>
          <p:cNvSpPr/>
          <p:nvPr/>
        </p:nvSpPr>
        <p:spPr>
          <a:xfrm>
            <a:off x="10106954" y="3988658"/>
            <a:ext cx="1825611" cy="40347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V dips</a:t>
            </a:r>
          </a:p>
        </p:txBody>
      </p:sp>
      <p:cxnSp>
        <p:nvCxnSpPr>
          <p:cNvPr id="26" name="Straight Arrow Connector 25">
            <a:extLst>
              <a:ext uri="{FF2B5EF4-FFF2-40B4-BE49-F238E27FC236}">
                <a16:creationId xmlns:a16="http://schemas.microsoft.com/office/drawing/2014/main" id="{6DA61211-0C71-D38C-B867-5EFDD94CA3C5}"/>
              </a:ext>
            </a:extLst>
          </p:cNvPr>
          <p:cNvCxnSpPr>
            <a:stCxn id="7" idx="2"/>
            <a:endCxn id="8" idx="0"/>
          </p:cNvCxnSpPr>
          <p:nvPr/>
        </p:nvCxnSpPr>
        <p:spPr>
          <a:xfrm flipH="1">
            <a:off x="8829808" y="1394077"/>
            <a:ext cx="3899" cy="5097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7CCA9E1-44AA-3C44-FB4E-C03B9AC6763A}"/>
              </a:ext>
            </a:extLst>
          </p:cNvPr>
          <p:cNvCxnSpPr>
            <a:cxnSpLocks/>
            <a:stCxn id="8" idx="2"/>
            <a:endCxn id="9" idx="0"/>
          </p:cNvCxnSpPr>
          <p:nvPr/>
        </p:nvCxnSpPr>
        <p:spPr>
          <a:xfrm>
            <a:off x="8829808" y="2307272"/>
            <a:ext cx="3278" cy="5097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6486E5F-197A-C07E-FF04-974A0B81C6D8}"/>
              </a:ext>
            </a:extLst>
          </p:cNvPr>
          <p:cNvCxnSpPr>
            <a:cxnSpLocks/>
            <a:stCxn id="9" idx="2"/>
          </p:cNvCxnSpPr>
          <p:nvPr/>
        </p:nvCxnSpPr>
        <p:spPr>
          <a:xfrm>
            <a:off x="8833086" y="3220467"/>
            <a:ext cx="621" cy="50971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F4D5448-6161-EA2D-9D14-A608C8A42058}"/>
              </a:ext>
            </a:extLst>
          </p:cNvPr>
          <p:cNvCxnSpPr>
            <a:cxnSpLocks/>
            <a:stCxn id="14" idx="2"/>
            <a:endCxn id="15" idx="0"/>
          </p:cNvCxnSpPr>
          <p:nvPr/>
        </p:nvCxnSpPr>
        <p:spPr>
          <a:xfrm>
            <a:off x="8836365" y="4648199"/>
            <a:ext cx="3278" cy="5127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E52473E-DF4E-187B-9FA8-58219CD85FDD}"/>
              </a:ext>
            </a:extLst>
          </p:cNvPr>
          <p:cNvCxnSpPr>
            <a:stCxn id="8" idx="3"/>
            <a:endCxn id="22" idx="1"/>
          </p:cNvCxnSpPr>
          <p:nvPr/>
        </p:nvCxnSpPr>
        <p:spPr>
          <a:xfrm flipV="1">
            <a:off x="9742613" y="2105533"/>
            <a:ext cx="366113"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EF1F417-4529-DF2E-636E-06BE397EB017}"/>
              </a:ext>
            </a:extLst>
          </p:cNvPr>
          <p:cNvCxnSpPr>
            <a:stCxn id="9" idx="3"/>
            <a:endCxn id="23" idx="1"/>
          </p:cNvCxnSpPr>
          <p:nvPr/>
        </p:nvCxnSpPr>
        <p:spPr>
          <a:xfrm>
            <a:off x="9749170" y="3018729"/>
            <a:ext cx="35778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F85DC8B-622A-FAA0-E2C9-C884D0BD67EA}"/>
              </a:ext>
            </a:extLst>
          </p:cNvPr>
          <p:cNvCxnSpPr>
            <a:cxnSpLocks/>
            <a:stCxn id="14" idx="3"/>
            <a:endCxn id="24" idx="1"/>
          </p:cNvCxnSpPr>
          <p:nvPr/>
        </p:nvCxnSpPr>
        <p:spPr>
          <a:xfrm flipV="1">
            <a:off x="9749170" y="4190397"/>
            <a:ext cx="357784" cy="6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2" name="Content Placeholder 2">
            <a:extLst>
              <a:ext uri="{FF2B5EF4-FFF2-40B4-BE49-F238E27FC236}">
                <a16:creationId xmlns:a16="http://schemas.microsoft.com/office/drawing/2014/main" id="{0CF991A6-AF53-1D7C-85F8-12EF292358BD}"/>
              </a:ext>
            </a:extLst>
          </p:cNvPr>
          <p:cNvSpPr txBox="1">
            <a:spLocks/>
          </p:cNvSpPr>
          <p:nvPr/>
        </p:nvSpPr>
        <p:spPr>
          <a:xfrm>
            <a:off x="609600" y="1161032"/>
            <a:ext cx="3196436" cy="391953"/>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Clr>
                <a:srgbClr val="262626"/>
              </a:buClr>
              <a:buSzPct val="100000"/>
              <a:buNone/>
            </a:pPr>
            <a:r>
              <a:rPr lang="en-US" sz="1800" dirty="0">
                <a:solidFill>
                  <a:srgbClr val="262626"/>
                </a:solidFill>
              </a:rPr>
              <a:t>Explanatory</a:t>
            </a:r>
            <a:r>
              <a:rPr kumimoji="0" lang="en-US" sz="1800" b="0" i="0" u="none" strike="noStrike" kern="1200" cap="none" spc="0" normalizeH="0" baseline="0" noProof="0" dirty="0">
                <a:ln>
                  <a:noFill/>
                </a:ln>
                <a:solidFill>
                  <a:srgbClr val="262626"/>
                </a:solidFill>
                <a:effectLst/>
                <a:uLnTx/>
                <a:uFillTx/>
                <a:latin typeface="Arial"/>
                <a:ea typeface="+mn-ea"/>
                <a:cs typeface="+mn-cs"/>
              </a:rPr>
              <a:t> FIDVR response</a:t>
            </a:r>
          </a:p>
        </p:txBody>
      </p:sp>
      <p:sp>
        <p:nvSpPr>
          <p:cNvPr id="3" name="Rectangle: Rounded Corners 2">
            <a:extLst>
              <a:ext uri="{FF2B5EF4-FFF2-40B4-BE49-F238E27FC236}">
                <a16:creationId xmlns:a16="http://schemas.microsoft.com/office/drawing/2014/main" id="{C6C4651E-0BCA-2F73-13A1-D5FBC7913A2A}"/>
              </a:ext>
            </a:extLst>
          </p:cNvPr>
          <p:cNvSpPr/>
          <p:nvPr/>
        </p:nvSpPr>
        <p:spPr>
          <a:xfrm>
            <a:off x="5619750" y="809577"/>
            <a:ext cx="1817813" cy="74340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Transmission fault</a:t>
            </a:r>
          </a:p>
        </p:txBody>
      </p:sp>
      <p:cxnSp>
        <p:nvCxnSpPr>
          <p:cNvPr id="5" name="Straight Arrow Connector 4">
            <a:extLst>
              <a:ext uri="{FF2B5EF4-FFF2-40B4-BE49-F238E27FC236}">
                <a16:creationId xmlns:a16="http://schemas.microsoft.com/office/drawing/2014/main" id="{76454FE5-A0DE-4BC2-54E1-9DA299DD0A5C}"/>
              </a:ext>
            </a:extLst>
          </p:cNvPr>
          <p:cNvCxnSpPr>
            <a:cxnSpLocks/>
            <a:stCxn id="3" idx="3"/>
            <a:endCxn id="7" idx="1"/>
          </p:cNvCxnSpPr>
          <p:nvPr/>
        </p:nvCxnSpPr>
        <p:spPr>
          <a:xfrm>
            <a:off x="7437563" y="1181281"/>
            <a:ext cx="487237" cy="110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Lightning Bolt 16">
            <a:extLst>
              <a:ext uri="{FF2B5EF4-FFF2-40B4-BE49-F238E27FC236}">
                <a16:creationId xmlns:a16="http://schemas.microsoft.com/office/drawing/2014/main" id="{579C6881-C54A-9B08-D494-77FF42C7D894}"/>
              </a:ext>
            </a:extLst>
          </p:cNvPr>
          <p:cNvSpPr/>
          <p:nvPr/>
        </p:nvSpPr>
        <p:spPr>
          <a:xfrm flipH="1">
            <a:off x="6839880" y="1231256"/>
            <a:ext cx="381000" cy="777182"/>
          </a:xfrm>
          <a:prstGeom prst="lightningBolt">
            <a:avLst/>
          </a:prstGeom>
          <a:solidFill>
            <a:srgbClr val="FF0000"/>
          </a:solid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0059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A4DC7-AEA3-C971-1311-0579A47737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216E4-19F1-F7AE-17C1-914C12738EDF}"/>
              </a:ext>
            </a:extLst>
          </p:cNvPr>
          <p:cNvSpPr>
            <a:spLocks noGrp="1"/>
          </p:cNvSpPr>
          <p:nvPr>
            <p:ph type="title"/>
          </p:nvPr>
        </p:nvSpPr>
        <p:spPr/>
        <p:txBody>
          <a:bodyPr>
            <a:normAutofit/>
          </a:bodyPr>
          <a:lstStyle/>
          <a:p>
            <a:r>
              <a:rPr lang="en-US" dirty="0"/>
              <a:t>Literature Review</a:t>
            </a:r>
          </a:p>
        </p:txBody>
      </p:sp>
      <p:sp>
        <p:nvSpPr>
          <p:cNvPr id="4" name="Slide Number Placeholder 3">
            <a:extLst>
              <a:ext uri="{FF2B5EF4-FFF2-40B4-BE49-F238E27FC236}">
                <a16:creationId xmlns:a16="http://schemas.microsoft.com/office/drawing/2014/main" id="{9435A321-9C85-F1B5-FAF8-AD78D5C2D5CD}"/>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graphicFrame>
        <p:nvGraphicFramePr>
          <p:cNvPr id="3" name="표 5">
            <a:extLst>
              <a:ext uri="{FF2B5EF4-FFF2-40B4-BE49-F238E27FC236}">
                <a16:creationId xmlns:a16="http://schemas.microsoft.com/office/drawing/2014/main" id="{A0FE3053-7C79-ECEA-D521-11D1A7936598}"/>
              </a:ext>
            </a:extLst>
          </p:cNvPr>
          <p:cNvGraphicFramePr>
            <a:graphicFrameLocks noGrp="1"/>
          </p:cNvGraphicFramePr>
          <p:nvPr>
            <p:extLst>
              <p:ext uri="{D42A27DB-BD31-4B8C-83A1-F6EECF244321}">
                <p14:modId xmlns:p14="http://schemas.microsoft.com/office/powerpoint/2010/main" val="1653465443"/>
              </p:ext>
            </p:extLst>
          </p:nvPr>
        </p:nvGraphicFramePr>
        <p:xfrm>
          <a:off x="0" y="925887"/>
          <a:ext cx="12192000" cy="5877046"/>
        </p:xfrm>
        <a:graphic>
          <a:graphicData uri="http://schemas.openxmlformats.org/drawingml/2006/table">
            <a:tbl>
              <a:tblPr/>
              <a:tblGrid>
                <a:gridCol w="914400">
                  <a:extLst>
                    <a:ext uri="{9D8B030D-6E8A-4147-A177-3AD203B41FA5}">
                      <a16:colId xmlns:a16="http://schemas.microsoft.com/office/drawing/2014/main" val="1658804291"/>
                    </a:ext>
                  </a:extLst>
                </a:gridCol>
                <a:gridCol w="2052367">
                  <a:extLst>
                    <a:ext uri="{9D8B030D-6E8A-4147-A177-3AD203B41FA5}">
                      <a16:colId xmlns:a16="http://schemas.microsoft.com/office/drawing/2014/main" val="1336659110"/>
                    </a:ext>
                  </a:extLst>
                </a:gridCol>
                <a:gridCol w="2669879">
                  <a:extLst>
                    <a:ext uri="{9D8B030D-6E8A-4147-A177-3AD203B41FA5}">
                      <a16:colId xmlns:a16="http://schemas.microsoft.com/office/drawing/2014/main" val="2823995955"/>
                    </a:ext>
                  </a:extLst>
                </a:gridCol>
                <a:gridCol w="2821554">
                  <a:extLst>
                    <a:ext uri="{9D8B030D-6E8A-4147-A177-3AD203B41FA5}">
                      <a16:colId xmlns:a16="http://schemas.microsoft.com/office/drawing/2014/main" val="513242075"/>
                    </a:ext>
                  </a:extLst>
                </a:gridCol>
                <a:gridCol w="3733800">
                  <a:extLst>
                    <a:ext uri="{9D8B030D-6E8A-4147-A177-3AD203B41FA5}">
                      <a16:colId xmlns:a16="http://schemas.microsoft.com/office/drawing/2014/main" val="2222772263"/>
                    </a:ext>
                  </a:extLst>
                </a:gridCol>
              </a:tblGrid>
              <a:tr h="357714">
                <a:tc>
                  <a:txBody>
                    <a:bodyPr/>
                    <a:lstStyle/>
                    <a:p>
                      <a:pPr latinLnBrk="1"/>
                      <a:endParaRPr lang="ko-KR" altLang="en-US" sz="1800"/>
                    </a:p>
                  </a:txBody>
                  <a:tcPr>
                    <a:lnL w="12700" cap="flat" cmpd="sng" algn="ctr">
                      <a:solidFill>
                        <a:srgbClr val="000000"/>
                      </a:solidFill>
                      <a:prstDash val="solid"/>
                      <a:round/>
                      <a:headEnd type="none" w="med" len="med"/>
                      <a:tailEnd type="none" w="med" len="med"/>
                    </a:lnL>
                  </a:tcPr>
                </a:tc>
                <a:tc>
                  <a:txBody>
                    <a:bodyPr/>
                    <a:lstStyle/>
                    <a:p>
                      <a:pPr algn="ctr" fontAlgn="ctr">
                        <a:spcBef>
                          <a:spcPts val="0"/>
                        </a:spcBef>
                        <a:spcAft>
                          <a:spcPts val="0"/>
                        </a:spcAft>
                      </a:pPr>
                      <a:r>
                        <a:rPr lang="en-US" altLang="ko-KR" sz="1800" b="0" i="0" u="none" strike="noStrike" dirty="0">
                          <a:effectLst/>
                          <a:latin typeface="+mn-lt"/>
                          <a:ea typeface="DengXian" panose="02010600030101010101" pitchFamily="2" charset="-122"/>
                        </a:rPr>
                        <a:t>Approach</a:t>
                      </a:r>
                      <a:endParaRPr lang="en-US" altLang="ko-KR" sz="1800" b="0" i="0" u="none" strike="noStrike" dirty="0">
                        <a:effectLst/>
                        <a:latin typeface="+mn-lt"/>
                      </a:endParaRPr>
                    </a:p>
                  </a:txBody>
                  <a:tcPr marL="77767" marR="77767" marT="10801" marB="0" anchor="ctr">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effectLst/>
                          <a:latin typeface="+mn-lt"/>
                          <a:ea typeface="DengXian" panose="02010600030101010101" pitchFamily="2" charset="-122"/>
                        </a:rPr>
                        <a:t>Main contribution</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effectLst/>
                          <a:latin typeface="+mn-lt"/>
                          <a:ea typeface="DengXian" panose="02010600030101010101" pitchFamily="2" charset="-122"/>
                        </a:rPr>
                        <a:t>Network representation</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effectLst/>
                          <a:latin typeface="+mn-lt"/>
                          <a:ea typeface="DengXian" panose="02010600030101010101" pitchFamily="2" charset="-122"/>
                        </a:rPr>
                        <a:t>Remaining limitation</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7591322"/>
                  </a:ext>
                </a:extLst>
              </a:tr>
              <a:tr h="1452625">
                <a:tc>
                  <a:txBody>
                    <a:bodyPr/>
                    <a:lstStyle/>
                    <a:p>
                      <a:pPr algn="ctr" fontAlgn="ctr">
                        <a:spcBef>
                          <a:spcPts val="0"/>
                        </a:spcBef>
                        <a:spcAft>
                          <a:spcPts val="0"/>
                        </a:spcAft>
                      </a:pPr>
                      <a:r>
                        <a:rPr lang="en-US" sz="1800" b="0" i="0" u="none" strike="noStrike" dirty="0">
                          <a:solidFill>
                            <a:srgbClr val="000000"/>
                          </a:solidFill>
                          <a:effectLst/>
                          <a:latin typeface="+mn-lt"/>
                          <a:ea typeface="DengXian" panose="02010600030101010101" pitchFamily="2" charset="-122"/>
                        </a:rPr>
                        <a:t>[1]</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solidFill>
                            <a:srgbClr val="000000"/>
                          </a:solidFill>
                          <a:effectLst/>
                          <a:latin typeface="+mn-lt"/>
                          <a:ea typeface="DengXian" panose="02010600030101010101" pitchFamily="2" charset="-122"/>
                        </a:rPr>
                        <a:t> Field observation based FIDVR studies</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altLang="ko-KR" sz="1800" b="0" i="0" u="none" strike="noStrike" dirty="0">
                          <a:effectLst/>
                          <a:latin typeface="+mn-lt"/>
                        </a:rPr>
                        <a:t>Connect delayed voltage recovery to stalled A/C compressor motors</a:t>
                      </a: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solidFill>
                            <a:srgbClr val="000000"/>
                          </a:solidFill>
                          <a:effectLst/>
                          <a:latin typeface="+mn-lt"/>
                          <a:ea typeface="DengXian" panose="02010600030101010101" pitchFamily="2" charset="-122"/>
                        </a:rPr>
                        <a:t>115 kV and 66 kV sub-transmission systems.</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solidFill>
                            <a:srgbClr val="000000"/>
                          </a:solidFill>
                          <a:effectLst/>
                          <a:latin typeface="+mn-lt"/>
                          <a:ea typeface="DengXian" panose="02010600030101010101" pitchFamily="2" charset="-122"/>
                        </a:rPr>
                        <a:t>Limited feeder level and phase domain resolution.</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7846688"/>
                  </a:ext>
                </a:extLst>
              </a:tr>
              <a:tr h="1083704">
                <a:tc>
                  <a:txBody>
                    <a:bodyPr/>
                    <a:lstStyle/>
                    <a:p>
                      <a:pPr algn="ctr" fontAlgn="ctr">
                        <a:spcBef>
                          <a:spcPts val="0"/>
                        </a:spcBef>
                        <a:spcAft>
                          <a:spcPts val="0"/>
                        </a:spcAft>
                      </a:pPr>
                      <a:r>
                        <a:rPr lang="en-US" sz="1800" b="0" i="0" u="none" strike="noStrike" dirty="0">
                          <a:effectLst/>
                          <a:latin typeface="+mn-lt"/>
                          <a:ea typeface="DengXian" panose="02010600030101010101" pitchFamily="2" charset="-122"/>
                        </a:rPr>
                        <a:t>[2][3]</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effectLst/>
                          <a:latin typeface="+mn-lt"/>
                          <a:ea typeface="DengXian" panose="02010600030101010101" pitchFamily="2" charset="-122"/>
                        </a:rPr>
                        <a:t>WECC composite load models</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altLang="ko-KR" sz="1800" b="0" i="0" u="none" strike="noStrike" dirty="0">
                          <a:solidFill>
                            <a:srgbClr val="000000"/>
                          </a:solidFill>
                          <a:effectLst/>
                          <a:latin typeface="+mn-lt"/>
                          <a:ea typeface="DengXian" panose="02010600030101010101" pitchFamily="2" charset="-122"/>
                        </a:rPr>
                        <a:t>Calibrated aggregate FIDVR load models, and identified sensitive Motor D parameters.</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effectLst/>
                          <a:latin typeface="+mn-lt"/>
                          <a:ea typeface="DengXian" panose="02010600030101010101" pitchFamily="2" charset="-122"/>
                        </a:rPr>
                        <a:t>Southern California Edison Valley substation.</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effectLst/>
                          <a:latin typeface="+mn-lt"/>
                          <a:ea typeface="DengXian" panose="02010600030101010101" pitchFamily="2" charset="-122"/>
                        </a:rPr>
                        <a:t>Does not resolve feeder topology or phase imbalance</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0169628"/>
                  </a:ext>
                </a:extLst>
              </a:tr>
              <a:tr h="1711120">
                <a:tc>
                  <a:txBody>
                    <a:bodyPr/>
                    <a:lstStyle/>
                    <a:p>
                      <a:pPr algn="ctr" fontAlgn="ctr">
                        <a:spcBef>
                          <a:spcPts val="0"/>
                        </a:spcBef>
                        <a:spcAft>
                          <a:spcPts val="0"/>
                        </a:spcAft>
                      </a:pPr>
                      <a:r>
                        <a:rPr lang="en-US" sz="1800" b="0" i="0" u="none" strike="noStrike" dirty="0">
                          <a:effectLst/>
                          <a:latin typeface="+mn-lt"/>
                          <a:ea typeface="DengXian" panose="02010600030101010101" pitchFamily="2" charset="-122"/>
                        </a:rPr>
                        <a:t>[4][5]</a:t>
                      </a:r>
                      <a:endParaRPr lang="en-US" altLang="ko-KR" sz="18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altLang="ko-KR" sz="1800" b="0" i="0" u="none" strike="noStrike" dirty="0">
                          <a:effectLst/>
                          <a:latin typeface="+mn-lt"/>
                          <a:ea typeface="DengXian" panose="02010600030101010101" pitchFamily="2" charset="-122"/>
                        </a:rPr>
                        <a:t>Detailed motor / EMT model</a:t>
                      </a:r>
                      <a:endParaRPr lang="en-US" sz="1800" b="0" i="0" u="none" strike="noStrike" dirty="0">
                        <a:solidFill>
                          <a:srgbClr val="000000"/>
                        </a:solidFill>
                        <a:effectLst/>
                        <a:latin typeface="+mn-lt"/>
                        <a:ea typeface="DengXian" panose="02010600030101010101" pitchFamily="2" charset="-122"/>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solidFill>
                            <a:srgbClr val="000000"/>
                          </a:solidFill>
                          <a:effectLst/>
                          <a:latin typeface="+mn-lt"/>
                          <a:ea typeface="DengXian" panose="02010600030101010101" pitchFamily="2" charset="-122"/>
                        </a:rPr>
                        <a:t>Capture motor stalling physics, and unbalanced fault effects in detail.</a:t>
                      </a:r>
                      <a:endParaRPr lang="en-US" altLang="ko-KR" sz="1800" b="0" i="0" u="none" strike="noStrike" dirty="0">
                        <a:effectLst/>
                        <a:latin typeface="+mn-lt"/>
                      </a:endParaRP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effectLst/>
                          <a:latin typeface="+mn-lt"/>
                          <a:ea typeface="DengXian" panose="02010600030101010101" pitchFamily="2" charset="-122"/>
                        </a:rPr>
                        <a:t>Can estimate model parameters that correspond to the V-I curve and V-P curve in the manufacturer's datasheet.</a:t>
                      </a:r>
                      <a:endParaRPr lang="en-US" altLang="ko-KR" sz="1800" b="0" i="0" u="none" strike="noStrike" dirty="0">
                        <a:effectLst/>
                        <a:latin typeface="+mn-lt"/>
                      </a:endParaRP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800" b="0" i="0" u="none" strike="noStrike" dirty="0">
                          <a:effectLst/>
                          <a:latin typeface="+mn-lt"/>
                          <a:ea typeface="DengXian" panose="02010600030101010101" pitchFamily="2" charset="-122"/>
                        </a:rPr>
                        <a:t>High model detail limits scalability.</a:t>
                      </a:r>
                      <a:endParaRPr lang="en-US" altLang="ko-KR" sz="1800" b="0" i="0" u="none" strike="noStrike" dirty="0">
                        <a:effectLst/>
                        <a:latin typeface="+mn-lt"/>
                      </a:endParaRP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8543504"/>
                  </a:ext>
                </a:extLst>
              </a:tr>
              <a:tr h="1174550">
                <a:tc>
                  <a:txBody>
                    <a:bodyPr/>
                    <a:lstStyle/>
                    <a:p>
                      <a:pPr algn="ctr"/>
                      <a:r>
                        <a:rPr lang="en-US" altLang="ko-KR" sz="1800" b="0" i="0" u="none" strike="noStrike" kern="1200" dirty="0">
                          <a:solidFill>
                            <a:srgbClr val="000000"/>
                          </a:solidFill>
                          <a:effectLst/>
                          <a:latin typeface="+mn-lt"/>
                          <a:ea typeface="DengXian" panose="02010600030101010101" pitchFamily="2" charset="-122"/>
                          <a:cs typeface="+mn-cs"/>
                        </a:rPr>
                        <a:t>[6]</a:t>
                      </a:r>
                      <a:endParaRPr lang="en-US" sz="1800" dirty="0"/>
                    </a:p>
                  </a:txBody>
                  <a:tcPr marL="77767" marR="77767" marT="10801"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altLang="ko-KR" sz="1800" b="0" i="0" u="none" strike="noStrike" kern="1200" dirty="0">
                          <a:solidFill>
                            <a:srgbClr val="000000"/>
                          </a:solidFill>
                          <a:effectLst/>
                          <a:latin typeface="+mn-lt"/>
                          <a:ea typeface="DengXian" panose="02010600030101010101" pitchFamily="2" charset="-122"/>
                          <a:cs typeface="+mn-cs"/>
                        </a:rPr>
                        <a:t>DER / feeder coupled studies</a:t>
                      </a:r>
                      <a:endParaRPr lang="en-US" sz="1800" dirty="0"/>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2051" rtl="0" eaLnBrk="1" fontAlgn="ctr" latinLnBrk="0" hangingPunct="1">
                        <a:spcBef>
                          <a:spcPts val="0"/>
                        </a:spcBef>
                        <a:spcAft>
                          <a:spcPts val="0"/>
                        </a:spcAft>
                      </a:pPr>
                      <a:r>
                        <a:rPr lang="en-US" altLang="ko-KR" sz="1800" b="0" i="0" u="none" strike="noStrike" kern="1200" dirty="0">
                          <a:solidFill>
                            <a:srgbClr val="000000"/>
                          </a:solidFill>
                          <a:effectLst/>
                          <a:latin typeface="+mn-lt"/>
                          <a:ea typeface="DengXian" panose="02010600030101010101" pitchFamily="2" charset="-122"/>
                          <a:cs typeface="+mn-cs"/>
                        </a:rPr>
                        <a:t>Showed that feeder level dynamics can affect bulk system response.</a:t>
                      </a: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2051" rtl="0" eaLnBrk="1" fontAlgn="ctr" latinLnBrk="0" hangingPunct="1">
                        <a:spcBef>
                          <a:spcPts val="0"/>
                        </a:spcBef>
                        <a:spcAft>
                          <a:spcPts val="0"/>
                        </a:spcAft>
                      </a:pPr>
                      <a:r>
                        <a:rPr lang="en-US" altLang="ko-KR" sz="1800" b="0" i="0" u="none" strike="noStrike" kern="1200" dirty="0">
                          <a:solidFill>
                            <a:schemeClr val="tx1"/>
                          </a:solidFill>
                          <a:effectLst/>
                          <a:latin typeface="+mn-lt"/>
                          <a:ea typeface="DengXian" panose="02010600030101010101" pitchFamily="2" charset="-122"/>
                          <a:cs typeface="+mn-cs"/>
                        </a:rPr>
                        <a:t>WECC transmission case with distribution feeders and IEEE 1547 ride-through logic.</a:t>
                      </a: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2051" rtl="0" eaLnBrk="1" fontAlgn="ctr" latinLnBrk="0" hangingPunct="1">
                        <a:spcBef>
                          <a:spcPts val="0"/>
                        </a:spcBef>
                        <a:spcAft>
                          <a:spcPts val="0"/>
                        </a:spcAft>
                      </a:pPr>
                      <a:r>
                        <a:rPr lang="en-US" altLang="ko-KR" sz="1800" b="0" i="0" u="none" strike="noStrike" kern="1200" dirty="0">
                          <a:solidFill>
                            <a:schemeClr val="tx1"/>
                          </a:solidFill>
                          <a:effectLst/>
                          <a:latin typeface="+mn-lt"/>
                          <a:ea typeface="DengXian" panose="02010600030101010101" pitchFamily="2" charset="-122"/>
                          <a:cs typeface="+mn-cs"/>
                        </a:rPr>
                        <a:t>Focuses more on DER/PV ride-through than compressor motor FIDVR.</a:t>
                      </a: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3274183"/>
                  </a:ext>
                </a:extLst>
              </a:tr>
            </a:tbl>
          </a:graphicData>
        </a:graphic>
      </p:graphicFrame>
    </p:spTree>
    <p:extLst>
      <p:ext uri="{BB962C8B-B14F-4D97-AF65-F5344CB8AC3E}">
        <p14:creationId xmlns:p14="http://schemas.microsoft.com/office/powerpoint/2010/main" val="1208612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B9039-F8F0-0416-951E-7EE5C9B9F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4D2522-29DD-C77A-5254-A804B6A75969}"/>
              </a:ext>
            </a:extLst>
          </p:cNvPr>
          <p:cNvSpPr>
            <a:spLocks noGrp="1"/>
          </p:cNvSpPr>
          <p:nvPr>
            <p:ph type="title"/>
          </p:nvPr>
        </p:nvSpPr>
        <p:spPr/>
        <p:txBody>
          <a:bodyPr>
            <a:normAutofit/>
          </a:bodyPr>
          <a:lstStyle/>
          <a:p>
            <a:r>
              <a:rPr lang="en-US" dirty="0"/>
              <a:t>Literature Review</a:t>
            </a:r>
          </a:p>
        </p:txBody>
      </p:sp>
      <p:sp>
        <p:nvSpPr>
          <p:cNvPr id="4" name="Slide Number Placeholder 3">
            <a:extLst>
              <a:ext uri="{FF2B5EF4-FFF2-40B4-BE49-F238E27FC236}">
                <a16:creationId xmlns:a16="http://schemas.microsoft.com/office/drawing/2014/main" id="{91ECDE17-F5EE-1A0E-27E6-E8C04CF16A94}"/>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graphicFrame>
        <p:nvGraphicFramePr>
          <p:cNvPr id="3" name="표 5">
            <a:extLst>
              <a:ext uri="{FF2B5EF4-FFF2-40B4-BE49-F238E27FC236}">
                <a16:creationId xmlns:a16="http://schemas.microsoft.com/office/drawing/2014/main" id="{29D479C6-30D1-14F2-0787-0A4464BC9E50}"/>
              </a:ext>
            </a:extLst>
          </p:cNvPr>
          <p:cNvGraphicFramePr>
            <a:graphicFrameLocks noGrp="1"/>
          </p:cNvGraphicFramePr>
          <p:nvPr>
            <p:extLst>
              <p:ext uri="{D42A27DB-BD31-4B8C-83A1-F6EECF244321}">
                <p14:modId xmlns:p14="http://schemas.microsoft.com/office/powerpoint/2010/main" val="990609185"/>
              </p:ext>
            </p:extLst>
          </p:nvPr>
        </p:nvGraphicFramePr>
        <p:xfrm>
          <a:off x="76200" y="925886"/>
          <a:ext cx="11963400" cy="5551112"/>
        </p:xfrm>
        <a:graphic>
          <a:graphicData uri="http://schemas.openxmlformats.org/drawingml/2006/table">
            <a:tbl>
              <a:tblPr/>
              <a:tblGrid>
                <a:gridCol w="2177173">
                  <a:extLst>
                    <a:ext uri="{9D8B030D-6E8A-4147-A177-3AD203B41FA5}">
                      <a16:colId xmlns:a16="http://schemas.microsoft.com/office/drawing/2014/main" val="1336659110"/>
                    </a:ext>
                  </a:extLst>
                </a:gridCol>
                <a:gridCol w="2832237">
                  <a:extLst>
                    <a:ext uri="{9D8B030D-6E8A-4147-A177-3AD203B41FA5}">
                      <a16:colId xmlns:a16="http://schemas.microsoft.com/office/drawing/2014/main" val="2823995955"/>
                    </a:ext>
                  </a:extLst>
                </a:gridCol>
                <a:gridCol w="2993135">
                  <a:extLst>
                    <a:ext uri="{9D8B030D-6E8A-4147-A177-3AD203B41FA5}">
                      <a16:colId xmlns:a16="http://schemas.microsoft.com/office/drawing/2014/main" val="513242075"/>
                    </a:ext>
                  </a:extLst>
                </a:gridCol>
                <a:gridCol w="3960855">
                  <a:extLst>
                    <a:ext uri="{9D8B030D-6E8A-4147-A177-3AD203B41FA5}">
                      <a16:colId xmlns:a16="http://schemas.microsoft.com/office/drawing/2014/main" val="2222772263"/>
                    </a:ext>
                  </a:extLst>
                </a:gridCol>
              </a:tblGrid>
              <a:tr h="561029">
                <a:tc>
                  <a:txBody>
                    <a:bodyPr/>
                    <a:lstStyle/>
                    <a:p>
                      <a:pPr algn="ctr">
                        <a:buNone/>
                      </a:pPr>
                      <a:r>
                        <a:rPr lang="en-US" dirty="0"/>
                        <a:t>Existing approach</a:t>
                      </a:r>
                    </a:p>
                  </a:txBody>
                  <a:tcPr anchor="ctr">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Strength</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a:t>Limitation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a:t>Gap addressed by this work</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7591322"/>
                  </a:ext>
                </a:extLst>
              </a:tr>
              <a:tr h="1402573">
                <a:tc>
                  <a:txBody>
                    <a:bodyPr/>
                    <a:lstStyle/>
                    <a:p>
                      <a:pPr algn="ctr">
                        <a:buNone/>
                      </a:pPr>
                      <a:r>
                        <a:rPr lang="en-US" b="0" dirty="0"/>
                        <a:t>Transmission level aggregate load model</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Efficient for large system dynamic simulation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a:t>Cannot show voltage diversity inside the feeder</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Add feeder level voltage resolution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7846688"/>
                  </a:ext>
                </a:extLst>
              </a:tr>
              <a:tr h="1203136">
                <a:tc>
                  <a:txBody>
                    <a:bodyPr/>
                    <a:lstStyle/>
                    <a:p>
                      <a:pPr algn="ctr">
                        <a:buNone/>
                      </a:pPr>
                      <a:r>
                        <a:rPr lang="en-US" b="0" dirty="0"/>
                        <a:t>Distribution dynamic study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Captures feeder behavior</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Missing transmission side disturbance interaction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Couple feeder response with transmission dynamics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7182401"/>
                  </a:ext>
                </a:extLst>
              </a:tr>
              <a:tr h="981801">
                <a:tc>
                  <a:txBody>
                    <a:bodyPr/>
                    <a:lstStyle/>
                    <a:p>
                      <a:pPr algn="ctr">
                        <a:buNone/>
                      </a:pPr>
                      <a:r>
                        <a:rPr lang="en-US" b="0" dirty="0"/>
                        <a:t>Detailed EMT motor model</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Captures motor stalling physics accurately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Too detailed for scalable T&amp;D system studies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Use simplified Motor D model suitable for dynamic co-simulation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4771829"/>
                  </a:ext>
                </a:extLst>
              </a:tr>
              <a:tr h="1402573">
                <a:tc>
                  <a:txBody>
                    <a:bodyPr/>
                    <a:lstStyle/>
                    <a:p>
                      <a:pPr algn="ctr">
                        <a:buNone/>
                      </a:pPr>
                      <a:r>
                        <a:rPr lang="en-US" b="0" dirty="0"/>
                        <a:t>Existing T&amp;D co-simulation studies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Show the value of transmission distribution coupling</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Often focus on DER/PV or general dynamics rather than FIDVR motor behavior</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buNone/>
                      </a:pPr>
                      <a:r>
                        <a:rPr lang="en-US" dirty="0"/>
                        <a:t>Build a FIDVR oriented ANDES-</a:t>
                      </a:r>
                      <a:r>
                        <a:rPr lang="en-US" dirty="0" err="1"/>
                        <a:t>OpenDSS</a:t>
                      </a:r>
                      <a:r>
                        <a:rPr lang="en-US" dirty="0"/>
                        <a:t>-HELICS study</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8543504"/>
                  </a:ext>
                </a:extLst>
              </a:tr>
            </a:tbl>
          </a:graphicData>
        </a:graphic>
      </p:graphicFrame>
    </p:spTree>
    <p:extLst>
      <p:ext uri="{BB962C8B-B14F-4D97-AF65-F5344CB8AC3E}">
        <p14:creationId xmlns:p14="http://schemas.microsoft.com/office/powerpoint/2010/main" val="2600947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F6907-F283-B967-1978-4181B984C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D6273-7580-0314-2A43-35A2A5995DF8}"/>
              </a:ext>
            </a:extLst>
          </p:cNvPr>
          <p:cNvSpPr>
            <a:spLocks noGrp="1"/>
          </p:cNvSpPr>
          <p:nvPr>
            <p:ph type="title"/>
          </p:nvPr>
        </p:nvSpPr>
        <p:spPr/>
        <p:txBody>
          <a:bodyPr>
            <a:normAutofit fontScale="90000"/>
          </a:bodyPr>
          <a:lstStyle/>
          <a:p>
            <a:r>
              <a:rPr lang="en-US" dirty="0"/>
              <a:t>Literature Review: Co-simulation Framework</a:t>
            </a:r>
          </a:p>
        </p:txBody>
      </p:sp>
      <p:sp>
        <p:nvSpPr>
          <p:cNvPr id="4" name="Slide Number Placeholder 3">
            <a:extLst>
              <a:ext uri="{FF2B5EF4-FFF2-40B4-BE49-F238E27FC236}">
                <a16:creationId xmlns:a16="http://schemas.microsoft.com/office/drawing/2014/main" id="{EDF90B2A-5241-DEC5-96E8-72C1ECD0DCEF}"/>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graphicFrame>
        <p:nvGraphicFramePr>
          <p:cNvPr id="14" name="Table 13">
            <a:extLst>
              <a:ext uri="{FF2B5EF4-FFF2-40B4-BE49-F238E27FC236}">
                <a16:creationId xmlns:a16="http://schemas.microsoft.com/office/drawing/2014/main" id="{B15E3C67-6557-1129-8477-E27056CD92A6}"/>
              </a:ext>
            </a:extLst>
          </p:cNvPr>
          <p:cNvGraphicFramePr>
            <a:graphicFrameLocks noGrp="1"/>
          </p:cNvGraphicFramePr>
          <p:nvPr>
            <p:extLst>
              <p:ext uri="{D42A27DB-BD31-4B8C-83A1-F6EECF244321}">
                <p14:modId xmlns:p14="http://schemas.microsoft.com/office/powerpoint/2010/main" val="2471166695"/>
              </p:ext>
            </p:extLst>
          </p:nvPr>
        </p:nvGraphicFramePr>
        <p:xfrm>
          <a:off x="76200" y="1028701"/>
          <a:ext cx="12014200" cy="5341860"/>
        </p:xfrm>
        <a:graphic>
          <a:graphicData uri="http://schemas.openxmlformats.org/drawingml/2006/table">
            <a:tbl>
              <a:tblPr/>
              <a:tblGrid>
                <a:gridCol w="938007">
                  <a:extLst>
                    <a:ext uri="{9D8B030D-6E8A-4147-A177-3AD203B41FA5}">
                      <a16:colId xmlns:a16="http://schemas.microsoft.com/office/drawing/2014/main" val="3711998683"/>
                    </a:ext>
                  </a:extLst>
                </a:gridCol>
                <a:gridCol w="2427601">
                  <a:extLst>
                    <a:ext uri="{9D8B030D-6E8A-4147-A177-3AD203B41FA5}">
                      <a16:colId xmlns:a16="http://schemas.microsoft.com/office/drawing/2014/main" val="3273106537"/>
                    </a:ext>
                  </a:extLst>
                </a:gridCol>
                <a:gridCol w="3187592">
                  <a:extLst>
                    <a:ext uri="{9D8B030D-6E8A-4147-A177-3AD203B41FA5}">
                      <a16:colId xmlns:a16="http://schemas.microsoft.com/office/drawing/2014/main" val="2770112818"/>
                    </a:ext>
                  </a:extLst>
                </a:gridCol>
                <a:gridCol w="3094876">
                  <a:extLst>
                    <a:ext uri="{9D8B030D-6E8A-4147-A177-3AD203B41FA5}">
                      <a16:colId xmlns:a16="http://schemas.microsoft.com/office/drawing/2014/main" val="2077132475"/>
                    </a:ext>
                  </a:extLst>
                </a:gridCol>
                <a:gridCol w="2366124">
                  <a:extLst>
                    <a:ext uri="{9D8B030D-6E8A-4147-A177-3AD203B41FA5}">
                      <a16:colId xmlns:a16="http://schemas.microsoft.com/office/drawing/2014/main" val="536170873"/>
                    </a:ext>
                  </a:extLst>
                </a:gridCol>
              </a:tblGrid>
              <a:tr h="347018">
                <a:tc>
                  <a:txBody>
                    <a:bodyPr/>
                    <a:lstStyle/>
                    <a:p>
                      <a:pPr algn="ctr">
                        <a:buNone/>
                      </a:pPr>
                      <a:endParaRPr lang="en-US" sz="1800" dirty="0"/>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Category</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Representative tools</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System network</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Note</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6091051"/>
                  </a:ext>
                </a:extLst>
              </a:tr>
              <a:tr h="883112">
                <a:tc>
                  <a:txBody>
                    <a:bodyPr/>
                    <a:lstStyle/>
                    <a:p>
                      <a:pPr algn="ctr">
                        <a:buNone/>
                      </a:pPr>
                      <a:r>
                        <a:rPr lang="en-US" sz="1800" dirty="0"/>
                        <a:t>[7-10]</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Static T&amp;D co-simulation</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MATLAB, FESTIV/</a:t>
                      </a:r>
                      <a:r>
                        <a:rPr lang="en-US" sz="1800" dirty="0" err="1"/>
                        <a:t>Matpower</a:t>
                      </a:r>
                      <a:r>
                        <a:rPr lang="en-US" sz="1800" dirty="0"/>
                        <a:t> + </a:t>
                      </a:r>
                      <a:r>
                        <a:rPr lang="en-US" sz="1800" dirty="0" err="1"/>
                        <a:t>OpenDSS</a:t>
                      </a:r>
                      <a:r>
                        <a:rPr lang="en-US" sz="1800" dirty="0"/>
                        <a:t>, MATLAB, </a:t>
                      </a:r>
                      <a:r>
                        <a:rPr lang="en-US" sz="1800" dirty="0" err="1"/>
                        <a:t>GridLAB</a:t>
                      </a:r>
                      <a:r>
                        <a:rPr lang="en-US" sz="1800" dirty="0"/>
                        <a:t>-D</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IEEE 9/14/39-bus transmission systems with small or utility feeders</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Useful for steady-state coupling, but limited dynamic detail</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8568746"/>
                  </a:ext>
                </a:extLst>
              </a:tr>
              <a:tr h="1419205">
                <a:tc>
                  <a:txBody>
                    <a:bodyPr/>
                    <a:lstStyle/>
                    <a:p>
                      <a:pPr marL="0" marR="0" lvl="0" indent="0" algn="ctr" defTabSz="912051" rtl="0" eaLnBrk="1" fontAlgn="auto" latinLnBrk="0" hangingPunct="1">
                        <a:lnSpc>
                          <a:spcPct val="100000"/>
                        </a:lnSpc>
                        <a:spcBef>
                          <a:spcPts val="0"/>
                        </a:spcBef>
                        <a:spcAft>
                          <a:spcPts val="0"/>
                        </a:spcAft>
                        <a:buClrTx/>
                        <a:buSzTx/>
                        <a:buFontTx/>
                        <a:buNone/>
                        <a:tabLst/>
                        <a:defRPr/>
                      </a:pPr>
                      <a:r>
                        <a:rPr lang="en-US" sz="1800" dirty="0"/>
                        <a:t>[11-15]</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Dynamic T&amp;D co-simulation</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PSCAD/EMTDC, </a:t>
                      </a:r>
                      <a:r>
                        <a:rPr lang="en-US" sz="1800" dirty="0" err="1"/>
                        <a:t>InterPSS</a:t>
                      </a:r>
                      <a:r>
                        <a:rPr lang="en-US" sz="1800" dirty="0"/>
                        <a:t>, PSAT, PSLF, three-phase dynamic models + </a:t>
                      </a:r>
                      <a:r>
                        <a:rPr lang="en-US" sz="1800" dirty="0" err="1"/>
                        <a:t>OpenDSS</a:t>
                      </a:r>
                      <a:r>
                        <a:rPr lang="en-US" sz="1800" dirty="0"/>
                        <a:t>, </a:t>
                      </a:r>
                      <a:r>
                        <a:rPr lang="en-US" sz="1800" dirty="0" err="1"/>
                        <a:t>GridLAB</a:t>
                      </a:r>
                      <a:r>
                        <a:rPr lang="en-US" sz="1800" dirty="0"/>
                        <a:t>-D, EMT/</a:t>
                      </a:r>
                      <a:r>
                        <a:rPr lang="en-US" sz="1800" dirty="0" err="1"/>
                        <a:t>OpenDSS</a:t>
                      </a:r>
                      <a:r>
                        <a:rPr lang="en-US" sz="1800" dirty="0"/>
                        <a:t>, three-phase models</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IEEE 9/39-bus or WECC systems coupled with feeders from 8 buses to thousands of nodes</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Capture dynamics, but many studies use small systems or equivalent feeders</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3527956"/>
                  </a:ext>
                </a:extLst>
              </a:tr>
              <a:tr h="1151158">
                <a:tc>
                  <a:txBody>
                    <a:bodyPr/>
                    <a:lstStyle/>
                    <a:p>
                      <a:pPr marL="0" marR="0" lvl="0" indent="0" algn="ctr" defTabSz="912051" rtl="0" eaLnBrk="1" fontAlgn="auto" latinLnBrk="0" hangingPunct="1">
                        <a:lnSpc>
                          <a:spcPct val="100000"/>
                        </a:lnSpc>
                        <a:spcBef>
                          <a:spcPts val="0"/>
                        </a:spcBef>
                        <a:spcAft>
                          <a:spcPts val="0"/>
                        </a:spcAft>
                        <a:buClrTx/>
                        <a:buSzTx/>
                        <a:buFontTx/>
                        <a:buNone/>
                        <a:tabLst/>
                        <a:defRPr/>
                      </a:pPr>
                      <a:r>
                        <a:rPr lang="en-US" sz="1800" dirty="0"/>
                        <a:t>[16-17]</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t>Distribution dynamic</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err="1"/>
                        <a:t>GridLAB</a:t>
                      </a:r>
                      <a:r>
                        <a:rPr lang="en-US" sz="1800" dirty="0"/>
                        <a:t>-D, EMT/</a:t>
                      </a:r>
                      <a:r>
                        <a:rPr lang="en-US" sz="1800" dirty="0" err="1"/>
                        <a:t>OpenDSS</a:t>
                      </a:r>
                      <a:endParaRPr lang="en-US" sz="1800" dirty="0"/>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nl-NL" sz="1800" dirty="0"/>
                        <a:t>IEEE 123-node/IEEE 8500-node feeders</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nl-NL" sz="1800" dirty="0"/>
                        <a:t>Detailed feeder dynamic but no transmission interaction</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3426876"/>
                  </a:ext>
                </a:extLst>
              </a:tr>
              <a:tr h="1419205">
                <a:tc>
                  <a:txBody>
                    <a:bodyPr/>
                    <a:lstStyle/>
                    <a:p>
                      <a:pPr marL="0" marR="0" lvl="0" indent="0" algn="ctr" defTabSz="912051" rtl="0" eaLnBrk="1" fontAlgn="auto" latinLnBrk="0" hangingPunct="1">
                        <a:lnSpc>
                          <a:spcPct val="100000"/>
                        </a:lnSpc>
                        <a:spcBef>
                          <a:spcPts val="0"/>
                        </a:spcBef>
                        <a:spcAft>
                          <a:spcPts val="0"/>
                        </a:spcAft>
                        <a:buClrTx/>
                        <a:buSzTx/>
                        <a:buFontTx/>
                        <a:buNone/>
                        <a:tabLst/>
                        <a:defRPr/>
                      </a:pPr>
                      <a:r>
                        <a:rPr lang="en-US" sz="1800" dirty="0"/>
                        <a:t>[18]</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347"/>
                    </a:solidFill>
                  </a:tcPr>
                </a:tc>
                <a:tc>
                  <a:txBody>
                    <a:bodyPr/>
                    <a:lstStyle/>
                    <a:p>
                      <a:pPr algn="ctr">
                        <a:buNone/>
                      </a:pPr>
                      <a:r>
                        <a:rPr lang="en-US" sz="1800" dirty="0"/>
                        <a:t>Framework adopted in this work</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347"/>
                    </a:solidFill>
                  </a:tcPr>
                </a:tc>
                <a:tc>
                  <a:txBody>
                    <a:bodyPr/>
                    <a:lstStyle/>
                    <a:p>
                      <a:pPr algn="ctr">
                        <a:buNone/>
                      </a:pPr>
                      <a:r>
                        <a:rPr lang="en-US" sz="1800" dirty="0"/>
                        <a:t>ANDES + </a:t>
                      </a:r>
                      <a:r>
                        <a:rPr lang="en-US" sz="1800" dirty="0" err="1"/>
                        <a:t>OpenDSS</a:t>
                      </a:r>
                      <a:r>
                        <a:rPr lang="en-US" sz="1800" dirty="0"/>
                        <a:t> + HELICS</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347"/>
                    </a:solidFill>
                  </a:tcPr>
                </a:tc>
                <a:tc>
                  <a:txBody>
                    <a:bodyPr/>
                    <a:lstStyle/>
                    <a:p>
                      <a:pPr algn="ctr">
                        <a:buNone/>
                      </a:pPr>
                      <a:r>
                        <a:rPr lang="en-US" sz="1800" dirty="0">
                          <a:solidFill>
                            <a:srgbClr val="C00000"/>
                          </a:solidFill>
                        </a:rPr>
                        <a:t>ACTIVSg2000</a:t>
                      </a:r>
                      <a:r>
                        <a:rPr lang="en-US" sz="1800" dirty="0"/>
                        <a:t> transmission system coupled with large scale distribution networks with over </a:t>
                      </a:r>
                      <a:r>
                        <a:rPr lang="en-US" sz="1800" dirty="0">
                          <a:solidFill>
                            <a:srgbClr val="C00000"/>
                          </a:solidFill>
                        </a:rPr>
                        <a:t>one million nodes</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347"/>
                    </a:solidFill>
                  </a:tcPr>
                </a:tc>
                <a:tc>
                  <a:txBody>
                    <a:bodyPr/>
                    <a:lstStyle/>
                    <a:p>
                      <a:pPr algn="ctr">
                        <a:buNone/>
                      </a:pPr>
                      <a:r>
                        <a:rPr lang="en-US" sz="1800" dirty="0">
                          <a:solidFill>
                            <a:srgbClr val="C00000"/>
                          </a:solidFill>
                        </a:rPr>
                        <a:t>Open-source, scalable, and suitable for feeder level dynamic co-simulation</a:t>
                      </a:r>
                    </a:p>
                  </a:txBody>
                  <a:tcPr marL="80821" marR="80821" marT="40410" marB="404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347"/>
                    </a:solidFill>
                  </a:tcPr>
                </a:tc>
                <a:extLst>
                  <a:ext uri="{0D108BD9-81ED-4DB2-BD59-A6C34878D82A}">
                    <a16:rowId xmlns:a16="http://schemas.microsoft.com/office/drawing/2014/main" val="2057055018"/>
                  </a:ext>
                </a:extLst>
              </a:tr>
            </a:tbl>
          </a:graphicData>
        </a:graphic>
      </p:graphicFrame>
      <p:sp>
        <p:nvSpPr>
          <p:cNvPr id="16" name="TextBox 15">
            <a:extLst>
              <a:ext uri="{FF2B5EF4-FFF2-40B4-BE49-F238E27FC236}">
                <a16:creationId xmlns:a16="http://schemas.microsoft.com/office/drawing/2014/main" id="{D556763B-22CC-02F2-7D30-21C1F04CCEC8}"/>
              </a:ext>
            </a:extLst>
          </p:cNvPr>
          <p:cNvSpPr txBox="1"/>
          <p:nvPr/>
        </p:nvSpPr>
        <p:spPr>
          <a:xfrm>
            <a:off x="101600" y="6324600"/>
            <a:ext cx="12014200" cy="523220"/>
          </a:xfrm>
          <a:prstGeom prst="rect">
            <a:avLst/>
          </a:prstGeom>
          <a:noFill/>
        </p:spPr>
        <p:txBody>
          <a:bodyPr wrap="square">
            <a:spAutoFit/>
          </a:bodyPr>
          <a:lstStyle/>
          <a:p>
            <a:r>
              <a:rPr lang="en-US" sz="1400" dirty="0"/>
              <a:t>W. Wang, X. Fang, H. Cui, F. Li, Y. Liu and T. J. Overbye, "Transmission-and-Distribution Dynamic Co-Simulation Framework for Distributed Energy Resource Frequency Response," in IEEE Transactions on Smart Grid, vol. 13, no. 1, pp. 482-495, Jan. 2022, </a:t>
            </a:r>
            <a:r>
              <a:rPr lang="en-US" sz="1400" dirty="0" err="1"/>
              <a:t>doi</a:t>
            </a:r>
            <a:r>
              <a:rPr lang="en-US" sz="1400" dirty="0"/>
              <a:t>: 10.1109/TSG.2021.3118292.</a:t>
            </a:r>
          </a:p>
        </p:txBody>
      </p:sp>
      <p:cxnSp>
        <p:nvCxnSpPr>
          <p:cNvPr id="23" name="Straight Connector 22">
            <a:extLst>
              <a:ext uri="{FF2B5EF4-FFF2-40B4-BE49-F238E27FC236}">
                <a16:creationId xmlns:a16="http://schemas.microsoft.com/office/drawing/2014/main" id="{B8A56AEA-90A2-6367-4D34-96B2357E7AB0}"/>
              </a:ext>
            </a:extLst>
          </p:cNvPr>
          <p:cNvCxnSpPr>
            <a:cxnSpLocks/>
          </p:cNvCxnSpPr>
          <p:nvPr/>
        </p:nvCxnSpPr>
        <p:spPr>
          <a:xfrm>
            <a:off x="76200" y="1028701"/>
            <a:ext cx="914400" cy="34289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45193751"/>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70435-087B-E673-69A5-670D73286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30DAC-5866-099A-C0B4-233280778FCB}"/>
              </a:ext>
            </a:extLst>
          </p:cNvPr>
          <p:cNvSpPr>
            <a:spLocks noGrp="1"/>
          </p:cNvSpPr>
          <p:nvPr>
            <p:ph type="title"/>
          </p:nvPr>
        </p:nvSpPr>
        <p:spPr/>
        <p:txBody>
          <a:bodyPr>
            <a:normAutofit/>
          </a:bodyPr>
          <a:lstStyle/>
          <a:p>
            <a:r>
              <a:rPr lang="en-US" dirty="0"/>
              <a:t>Methodology: HELICS</a:t>
            </a:r>
          </a:p>
        </p:txBody>
      </p:sp>
      <p:sp>
        <p:nvSpPr>
          <p:cNvPr id="4" name="Slide Number Placeholder 3">
            <a:extLst>
              <a:ext uri="{FF2B5EF4-FFF2-40B4-BE49-F238E27FC236}">
                <a16:creationId xmlns:a16="http://schemas.microsoft.com/office/drawing/2014/main" id="{03E0D5B6-A437-6116-27D6-941565782B3D}"/>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
        <p:nvSpPr>
          <p:cNvPr id="8" name="TextBox 7">
            <a:extLst>
              <a:ext uri="{FF2B5EF4-FFF2-40B4-BE49-F238E27FC236}">
                <a16:creationId xmlns:a16="http://schemas.microsoft.com/office/drawing/2014/main" id="{999ECAD2-DCE1-C20B-385C-A38B0D1608D9}"/>
              </a:ext>
            </a:extLst>
          </p:cNvPr>
          <p:cNvSpPr txBox="1"/>
          <p:nvPr/>
        </p:nvSpPr>
        <p:spPr>
          <a:xfrm>
            <a:off x="304800" y="4267200"/>
            <a:ext cx="6172200" cy="2031325"/>
          </a:xfrm>
          <a:prstGeom prst="rect">
            <a:avLst/>
          </a:prstGeom>
          <a:noFill/>
        </p:spPr>
        <p:txBody>
          <a:bodyPr wrap="square">
            <a:spAutoFit/>
          </a:bodyPr>
          <a:lstStyle/>
          <a:p>
            <a:r>
              <a:rPr lang="en-US" dirty="0"/>
              <a:t>HELICS coordinates iterative exchange of boundary voltage and power between transmission and distribution simulators.</a:t>
            </a:r>
          </a:p>
          <a:p>
            <a:endParaRPr lang="en-US" dirty="0">
              <a:solidFill>
                <a:srgbClr val="000000"/>
              </a:solidFill>
            </a:endParaRPr>
          </a:p>
          <a:p>
            <a:r>
              <a:rPr lang="en-US" dirty="0">
                <a:solidFill>
                  <a:srgbClr val="000000"/>
                </a:solidFill>
              </a:rPr>
              <a:t>The outer loop advances the global simulation time, whereas the inner loop exchanges boundary variables among federates at a fixed time instant</a:t>
            </a:r>
          </a:p>
        </p:txBody>
      </p:sp>
      <p:pic>
        <p:nvPicPr>
          <p:cNvPr id="7" name="Picture 6">
            <a:extLst>
              <a:ext uri="{FF2B5EF4-FFF2-40B4-BE49-F238E27FC236}">
                <a16:creationId xmlns:a16="http://schemas.microsoft.com/office/drawing/2014/main" id="{6713ADD7-0D8B-2C19-2572-81F8AF014E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33" y="1117424"/>
            <a:ext cx="6522414" cy="2753617"/>
          </a:xfrm>
          <a:prstGeom prst="rect">
            <a:avLst/>
          </a:prstGeom>
        </p:spPr>
      </p:pic>
      <p:pic>
        <p:nvPicPr>
          <p:cNvPr id="10" name="Picture 9">
            <a:extLst>
              <a:ext uri="{FF2B5EF4-FFF2-40B4-BE49-F238E27FC236}">
                <a16:creationId xmlns:a16="http://schemas.microsoft.com/office/drawing/2014/main" id="{68B3101B-A517-6303-5DC4-0CDEDF7BB7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2747" y="1371600"/>
            <a:ext cx="5545992" cy="4800600"/>
          </a:xfrm>
          <a:prstGeom prst="rect">
            <a:avLst/>
          </a:prstGeom>
        </p:spPr>
      </p:pic>
    </p:spTree>
    <p:extLst>
      <p:ext uri="{BB962C8B-B14F-4D97-AF65-F5344CB8AC3E}">
        <p14:creationId xmlns:p14="http://schemas.microsoft.com/office/powerpoint/2010/main" val="4150042748"/>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6F702-B011-9B21-71BA-74BA00852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54710-E1FF-FA83-5BA1-9ED187A6C1F6}"/>
              </a:ext>
            </a:extLst>
          </p:cNvPr>
          <p:cNvSpPr>
            <a:spLocks noGrp="1"/>
          </p:cNvSpPr>
          <p:nvPr>
            <p:ph type="title"/>
          </p:nvPr>
        </p:nvSpPr>
        <p:spPr/>
        <p:txBody>
          <a:bodyPr>
            <a:normAutofit/>
          </a:bodyPr>
          <a:lstStyle/>
          <a:p>
            <a:r>
              <a:rPr lang="en-US" dirty="0"/>
              <a:t>Methodology: Co-simulation</a:t>
            </a:r>
          </a:p>
        </p:txBody>
      </p:sp>
      <p:sp>
        <p:nvSpPr>
          <p:cNvPr id="4" name="Slide Number Placeholder 3">
            <a:extLst>
              <a:ext uri="{FF2B5EF4-FFF2-40B4-BE49-F238E27FC236}">
                <a16:creationId xmlns:a16="http://schemas.microsoft.com/office/drawing/2014/main" id="{52A1519D-C812-A46D-448B-DE5542723F19}"/>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
        <p:nvSpPr>
          <p:cNvPr id="27" name="Arrow: Curved Left 26">
            <a:extLst>
              <a:ext uri="{FF2B5EF4-FFF2-40B4-BE49-F238E27FC236}">
                <a16:creationId xmlns:a16="http://schemas.microsoft.com/office/drawing/2014/main" id="{6234DCF2-E464-B6F0-3F42-48FAD0047B0E}"/>
              </a:ext>
            </a:extLst>
          </p:cNvPr>
          <p:cNvSpPr/>
          <p:nvPr/>
        </p:nvSpPr>
        <p:spPr>
          <a:xfrm>
            <a:off x="11384749" y="3414719"/>
            <a:ext cx="547694" cy="1170524"/>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81" name="Group 80">
            <a:extLst>
              <a:ext uri="{FF2B5EF4-FFF2-40B4-BE49-F238E27FC236}">
                <a16:creationId xmlns:a16="http://schemas.microsoft.com/office/drawing/2014/main" id="{197721CC-E102-D644-82CC-B54B767EF801}"/>
              </a:ext>
            </a:extLst>
          </p:cNvPr>
          <p:cNvGrpSpPr/>
          <p:nvPr/>
        </p:nvGrpSpPr>
        <p:grpSpPr>
          <a:xfrm>
            <a:off x="202642" y="1208549"/>
            <a:ext cx="11602128" cy="2434086"/>
            <a:chOff x="285072" y="838200"/>
            <a:chExt cx="11602128" cy="2434086"/>
          </a:xfrm>
        </p:grpSpPr>
        <p:pic>
          <p:nvPicPr>
            <p:cNvPr id="46" name="Picture 45" descr="helics: HELICS">
              <a:extLst>
                <a:ext uri="{FF2B5EF4-FFF2-40B4-BE49-F238E27FC236}">
                  <a16:creationId xmlns:a16="http://schemas.microsoft.com/office/drawing/2014/main" id="{D7119E56-B4AA-A010-47DB-68D5E4774E51}"/>
                </a:ext>
              </a:extLst>
            </p:cNvPr>
            <p:cNvPicPr>
              <a:picLocks noChangeAspect="1"/>
            </p:cNvPicPr>
            <p:nvPr/>
          </p:nvPicPr>
          <p:blipFill>
            <a:blip r:embed="rId3"/>
            <a:stretch>
              <a:fillRect/>
            </a:stretch>
          </p:blipFill>
          <p:spPr>
            <a:xfrm>
              <a:off x="5103017" y="1433062"/>
              <a:ext cx="2364583" cy="768189"/>
            </a:xfrm>
            <a:prstGeom prst="rect">
              <a:avLst/>
            </a:prstGeom>
          </p:spPr>
        </p:pic>
        <p:pic>
          <p:nvPicPr>
            <p:cNvPr id="37" name="Picture 36" descr="Introduction to OpenDSS">
              <a:extLst>
                <a:ext uri="{FF2B5EF4-FFF2-40B4-BE49-F238E27FC236}">
                  <a16:creationId xmlns:a16="http://schemas.microsoft.com/office/drawing/2014/main" id="{791C9112-649C-47CB-3BA0-F417383CEAA3}"/>
                </a:ext>
              </a:extLst>
            </p:cNvPr>
            <p:cNvPicPr>
              <a:picLocks noChangeAspect="1"/>
            </p:cNvPicPr>
            <p:nvPr/>
          </p:nvPicPr>
          <p:blipFill>
            <a:blip r:embed="rId4"/>
            <a:stretch>
              <a:fillRect/>
            </a:stretch>
          </p:blipFill>
          <p:spPr>
            <a:xfrm>
              <a:off x="9525000" y="1292035"/>
              <a:ext cx="921129" cy="921129"/>
            </a:xfrm>
            <a:prstGeom prst="rect">
              <a:avLst/>
            </a:prstGeom>
          </p:spPr>
        </p:pic>
        <p:grpSp>
          <p:nvGrpSpPr>
            <p:cNvPr id="25" name="Group 24">
              <a:extLst>
                <a:ext uri="{FF2B5EF4-FFF2-40B4-BE49-F238E27FC236}">
                  <a16:creationId xmlns:a16="http://schemas.microsoft.com/office/drawing/2014/main" id="{10B7CA56-86C6-670C-B9F5-BCF19CE41860}"/>
                </a:ext>
              </a:extLst>
            </p:cNvPr>
            <p:cNvGrpSpPr/>
            <p:nvPr/>
          </p:nvGrpSpPr>
          <p:grpSpPr>
            <a:xfrm>
              <a:off x="285072" y="838200"/>
              <a:ext cx="4058328" cy="2348000"/>
              <a:chOff x="285072" y="838200"/>
              <a:chExt cx="4058328" cy="2348000"/>
            </a:xfrm>
          </p:grpSpPr>
          <p:pic>
            <p:nvPicPr>
              <p:cNvPr id="8" name="Picture 7">
                <a:extLst>
                  <a:ext uri="{FF2B5EF4-FFF2-40B4-BE49-F238E27FC236}">
                    <a16:creationId xmlns:a16="http://schemas.microsoft.com/office/drawing/2014/main" id="{8ACF8AA0-4351-E24A-4044-084F640ABCDA}"/>
                  </a:ext>
                </a:extLst>
              </p:cNvPr>
              <p:cNvPicPr>
                <a:picLocks noChangeAspect="1"/>
              </p:cNvPicPr>
              <p:nvPr/>
            </p:nvPicPr>
            <p:blipFill>
              <a:blip r:embed="rId5"/>
              <a:stretch>
                <a:fillRect/>
              </a:stretch>
            </p:blipFill>
            <p:spPr>
              <a:xfrm>
                <a:off x="1366837" y="1359023"/>
                <a:ext cx="2084316" cy="774577"/>
              </a:xfrm>
              <a:prstGeom prst="rect">
                <a:avLst/>
              </a:prstGeom>
            </p:spPr>
          </p:pic>
          <p:sp>
            <p:nvSpPr>
              <p:cNvPr id="10" name="Content Placeholder 2">
                <a:extLst>
                  <a:ext uri="{FF2B5EF4-FFF2-40B4-BE49-F238E27FC236}">
                    <a16:creationId xmlns:a16="http://schemas.microsoft.com/office/drawing/2014/main" id="{3EB1476D-4C0B-2CA3-9484-B9011B36B52C}"/>
                  </a:ext>
                </a:extLst>
              </p:cNvPr>
              <p:cNvSpPr txBox="1">
                <a:spLocks/>
              </p:cNvSpPr>
              <p:nvPr/>
            </p:nvSpPr>
            <p:spPr>
              <a:xfrm>
                <a:off x="285072" y="2087562"/>
                <a:ext cx="4058328" cy="1029482"/>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62626"/>
                  </a:buClr>
                  <a:buSzPct val="100000"/>
                  <a:buNone/>
                </a:pPr>
                <a:r>
                  <a:rPr kumimoji="0" lang="en-US" sz="1800" b="0" i="0" u="none" strike="noStrike" kern="1200" cap="none" spc="0" normalizeH="0" baseline="0" noProof="0" dirty="0">
                    <a:ln>
                      <a:noFill/>
                    </a:ln>
                    <a:solidFill>
                      <a:srgbClr val="262626"/>
                    </a:solidFill>
                    <a:effectLst/>
                    <a:uLnTx/>
                    <a:uFillTx/>
                    <a:latin typeface="Arial"/>
                    <a:ea typeface="+mn-ea"/>
                    <a:cs typeface="+mn-cs"/>
                  </a:rPr>
                  <a:t>Pos</a:t>
                </a:r>
                <a:r>
                  <a:rPr lang="en-US" sz="1800" dirty="0" err="1">
                    <a:solidFill>
                      <a:srgbClr val="262626"/>
                    </a:solidFill>
                    <a:latin typeface="Arial"/>
                  </a:rPr>
                  <a:t>itive</a:t>
                </a:r>
                <a:r>
                  <a:rPr lang="en-US" sz="1800" dirty="0">
                    <a:solidFill>
                      <a:srgbClr val="262626"/>
                    </a:solidFill>
                    <a:latin typeface="Arial"/>
                  </a:rPr>
                  <a:t> sequence dynamic simulation</a:t>
                </a:r>
              </a:p>
              <a:p>
                <a:pPr marL="0" indent="0">
                  <a:buClr>
                    <a:srgbClr val="262626"/>
                  </a:buClr>
                  <a:buSzPct val="100000"/>
                  <a:buNone/>
                </a:pPr>
                <a:r>
                  <a:rPr kumimoji="0" lang="en-US" sz="1800" b="0" i="0" u="none" strike="noStrike" kern="1200" cap="none" spc="0" normalizeH="0" baseline="0" noProof="0" dirty="0">
                    <a:ln>
                      <a:noFill/>
                    </a:ln>
                    <a:solidFill>
                      <a:srgbClr val="262626"/>
                    </a:solidFill>
                    <a:effectLst/>
                    <a:uLnTx/>
                    <a:uFillTx/>
                    <a:latin typeface="Arial"/>
                    <a:ea typeface="+mn-ea"/>
                    <a:cs typeface="+mn-cs"/>
                  </a:rPr>
                  <a:t>Solves differential-algebraic equations</a:t>
                </a:r>
              </a:p>
              <a:p>
                <a:pPr marL="0" indent="0">
                  <a:buClr>
                    <a:srgbClr val="262626"/>
                  </a:buClr>
                  <a:buSzPct val="100000"/>
                  <a:buNone/>
                </a:pPr>
                <a:r>
                  <a:rPr lang="en-US" sz="1800" dirty="0">
                    <a:solidFill>
                      <a:srgbClr val="262626"/>
                    </a:solidFill>
                    <a:latin typeface="Arial"/>
                  </a:rPr>
                  <a:t>Publishes interface bus voltage</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p:grpSp>
            <p:nvGrpSpPr>
              <p:cNvPr id="14" name="Group 13">
                <a:extLst>
                  <a:ext uri="{FF2B5EF4-FFF2-40B4-BE49-F238E27FC236}">
                    <a16:creationId xmlns:a16="http://schemas.microsoft.com/office/drawing/2014/main" id="{E86854B1-9641-7BAC-A333-113545EFCA82}"/>
                  </a:ext>
                </a:extLst>
              </p:cNvPr>
              <p:cNvGrpSpPr/>
              <p:nvPr/>
            </p:nvGrpSpPr>
            <p:grpSpPr>
              <a:xfrm>
                <a:off x="285072" y="838200"/>
                <a:ext cx="4055945" cy="2348000"/>
                <a:chOff x="285072" y="838200"/>
                <a:chExt cx="4055945" cy="2348000"/>
              </a:xfrm>
            </p:grpSpPr>
            <p:sp>
              <p:nvSpPr>
                <p:cNvPr id="6" name="Rectangle: Rounded Corners 5">
                  <a:extLst>
                    <a:ext uri="{FF2B5EF4-FFF2-40B4-BE49-F238E27FC236}">
                      <a16:creationId xmlns:a16="http://schemas.microsoft.com/office/drawing/2014/main" id="{B1525FB8-2A69-C686-EB9E-D76A933588C3}"/>
                    </a:ext>
                  </a:extLst>
                </p:cNvPr>
                <p:cNvSpPr/>
                <p:nvPr/>
              </p:nvSpPr>
              <p:spPr>
                <a:xfrm>
                  <a:off x="285072" y="1143000"/>
                  <a:ext cx="4055945" cy="2043200"/>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74243D00-B269-E1DF-6F50-B4F2BADEB609}"/>
                    </a:ext>
                  </a:extLst>
                </p:cNvPr>
                <p:cNvGrpSpPr/>
                <p:nvPr/>
              </p:nvGrpSpPr>
              <p:grpSpPr>
                <a:xfrm>
                  <a:off x="1075495" y="838200"/>
                  <a:ext cx="2667000" cy="507529"/>
                  <a:chOff x="5867400" y="1363163"/>
                  <a:chExt cx="2667000" cy="507529"/>
                </a:xfrm>
              </p:grpSpPr>
              <p:sp>
                <p:nvSpPr>
                  <p:cNvPr id="11" name="Rectangle: Rounded Corners 10">
                    <a:extLst>
                      <a:ext uri="{FF2B5EF4-FFF2-40B4-BE49-F238E27FC236}">
                        <a16:creationId xmlns:a16="http://schemas.microsoft.com/office/drawing/2014/main" id="{403D5E02-7DE6-107D-778F-EF6E77AB40BB}"/>
                      </a:ext>
                    </a:extLst>
                  </p:cNvPr>
                  <p:cNvSpPr/>
                  <p:nvPr/>
                </p:nvSpPr>
                <p:spPr>
                  <a:xfrm>
                    <a:off x="5867400" y="1363163"/>
                    <a:ext cx="2590800" cy="507529"/>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42938B8-41E3-7F5E-6EEC-3D10999782B1}"/>
                      </a:ext>
                    </a:extLst>
                  </p:cNvPr>
                  <p:cNvSpPr txBox="1"/>
                  <p:nvPr/>
                </p:nvSpPr>
                <p:spPr>
                  <a:xfrm>
                    <a:off x="5867400" y="1459468"/>
                    <a:ext cx="2667000" cy="369332"/>
                  </a:xfrm>
                  <a:prstGeom prst="rect">
                    <a:avLst/>
                  </a:prstGeom>
                  <a:noFill/>
                </p:spPr>
                <p:txBody>
                  <a:bodyPr wrap="square">
                    <a:spAutoFit/>
                  </a:bodyPr>
                  <a:lstStyle/>
                  <a:p>
                    <a:r>
                      <a:rPr lang="en-US" b="1" dirty="0">
                        <a:solidFill>
                          <a:srgbClr val="000000"/>
                        </a:solidFill>
                      </a:rPr>
                      <a:t>Transmission federate</a:t>
                    </a:r>
                  </a:p>
                </p:txBody>
              </p:sp>
            </p:grpSp>
          </p:grpSp>
        </p:grpSp>
        <p:grpSp>
          <p:nvGrpSpPr>
            <p:cNvPr id="26" name="Group 25">
              <a:extLst>
                <a:ext uri="{FF2B5EF4-FFF2-40B4-BE49-F238E27FC236}">
                  <a16:creationId xmlns:a16="http://schemas.microsoft.com/office/drawing/2014/main" id="{BBA9D67B-A59E-C0B0-D783-370867527FBA}"/>
                </a:ext>
              </a:extLst>
            </p:cNvPr>
            <p:cNvGrpSpPr/>
            <p:nvPr/>
          </p:nvGrpSpPr>
          <p:grpSpPr>
            <a:xfrm>
              <a:off x="8169052" y="838200"/>
              <a:ext cx="3718148" cy="2348000"/>
              <a:chOff x="978018" y="838200"/>
              <a:chExt cx="3718148" cy="2348000"/>
            </a:xfrm>
          </p:grpSpPr>
          <p:sp>
            <p:nvSpPr>
              <p:cNvPr id="31" name="Content Placeholder 2">
                <a:extLst>
                  <a:ext uri="{FF2B5EF4-FFF2-40B4-BE49-F238E27FC236}">
                    <a16:creationId xmlns:a16="http://schemas.microsoft.com/office/drawing/2014/main" id="{89DF5D34-3C4E-4B80-6AD0-A37D9AEF8A9B}"/>
                  </a:ext>
                </a:extLst>
              </p:cNvPr>
              <p:cNvSpPr txBox="1">
                <a:spLocks/>
              </p:cNvSpPr>
              <p:nvPr/>
            </p:nvSpPr>
            <p:spPr>
              <a:xfrm>
                <a:off x="999442" y="2087562"/>
                <a:ext cx="3696724" cy="1029482"/>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62626"/>
                  </a:buClr>
                  <a:buSzPct val="100000"/>
                  <a:buNone/>
                </a:pPr>
                <a:r>
                  <a:rPr lang="en-US" sz="1800" dirty="0">
                    <a:solidFill>
                      <a:srgbClr val="262626"/>
                    </a:solidFill>
                    <a:latin typeface="Arial"/>
                  </a:rPr>
                  <a:t>Three phase feeder simulation</a:t>
                </a:r>
              </a:p>
              <a:p>
                <a:pPr marL="0" indent="0">
                  <a:buClr>
                    <a:srgbClr val="262626"/>
                  </a:buClr>
                  <a:buSzPct val="100000"/>
                  <a:buNone/>
                </a:pPr>
                <a:r>
                  <a:rPr lang="en-US" sz="1800" dirty="0">
                    <a:solidFill>
                      <a:srgbClr val="262626"/>
                    </a:solidFill>
                    <a:latin typeface="Arial"/>
                  </a:rPr>
                  <a:t>Quasi-static feeder</a:t>
                </a:r>
                <a:r>
                  <a:rPr kumimoji="0" lang="en-US" sz="1800" b="0" i="0" u="none" strike="noStrike" kern="1200" cap="none" spc="0" normalizeH="0" baseline="0" noProof="0" dirty="0">
                    <a:ln>
                      <a:noFill/>
                    </a:ln>
                    <a:solidFill>
                      <a:srgbClr val="262626"/>
                    </a:solidFill>
                    <a:effectLst/>
                    <a:uLnTx/>
                    <a:uFillTx/>
                    <a:latin typeface="Arial"/>
                    <a:ea typeface="+mn-ea"/>
                    <a:cs typeface="+mn-cs"/>
                  </a:rPr>
                  <a:t> solution</a:t>
                </a:r>
              </a:p>
              <a:p>
                <a:pPr marL="0" indent="0">
                  <a:buClr>
                    <a:srgbClr val="262626"/>
                  </a:buClr>
                  <a:buSzPct val="100000"/>
                  <a:buNone/>
                </a:pPr>
                <a:r>
                  <a:rPr lang="en-US" sz="1800" dirty="0">
                    <a:solidFill>
                      <a:srgbClr val="262626"/>
                    </a:solidFill>
                    <a:latin typeface="Arial"/>
                  </a:rPr>
                  <a:t>Publishes feeder complex power</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p:grpSp>
            <p:nvGrpSpPr>
              <p:cNvPr id="32" name="Group 31">
                <a:extLst>
                  <a:ext uri="{FF2B5EF4-FFF2-40B4-BE49-F238E27FC236}">
                    <a16:creationId xmlns:a16="http://schemas.microsoft.com/office/drawing/2014/main" id="{CCCB100E-B581-2473-60B6-0B82E1ED523C}"/>
                  </a:ext>
                </a:extLst>
              </p:cNvPr>
              <p:cNvGrpSpPr/>
              <p:nvPr/>
            </p:nvGrpSpPr>
            <p:grpSpPr>
              <a:xfrm>
                <a:off x="978018" y="838200"/>
                <a:ext cx="3718148" cy="2348000"/>
                <a:chOff x="978018" y="838200"/>
                <a:chExt cx="3718148" cy="2348000"/>
              </a:xfrm>
            </p:grpSpPr>
            <p:sp>
              <p:nvSpPr>
                <p:cNvPr id="33" name="Rectangle: Rounded Corners 32">
                  <a:extLst>
                    <a:ext uri="{FF2B5EF4-FFF2-40B4-BE49-F238E27FC236}">
                      <a16:creationId xmlns:a16="http://schemas.microsoft.com/office/drawing/2014/main" id="{3F9C4F3D-F8CC-157C-2AE9-F9595A4B34DF}"/>
                    </a:ext>
                  </a:extLst>
                </p:cNvPr>
                <p:cNvSpPr/>
                <p:nvPr/>
              </p:nvSpPr>
              <p:spPr>
                <a:xfrm>
                  <a:off x="978018" y="1143000"/>
                  <a:ext cx="3718148" cy="2043200"/>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2D683EFD-7F32-0096-CD0D-32994E8ED022}"/>
                    </a:ext>
                  </a:extLst>
                </p:cNvPr>
                <p:cNvGrpSpPr/>
                <p:nvPr/>
              </p:nvGrpSpPr>
              <p:grpSpPr>
                <a:xfrm>
                  <a:off x="1571966" y="838200"/>
                  <a:ext cx="2590800" cy="507529"/>
                  <a:chOff x="6363871" y="1363163"/>
                  <a:chExt cx="2590800" cy="507529"/>
                </a:xfrm>
              </p:grpSpPr>
              <p:sp>
                <p:nvSpPr>
                  <p:cNvPr id="35" name="Rectangle: Rounded Corners 34">
                    <a:extLst>
                      <a:ext uri="{FF2B5EF4-FFF2-40B4-BE49-F238E27FC236}">
                        <a16:creationId xmlns:a16="http://schemas.microsoft.com/office/drawing/2014/main" id="{9CCC606B-6C8A-CFF1-CBCF-92F8A462BD90}"/>
                      </a:ext>
                    </a:extLst>
                  </p:cNvPr>
                  <p:cNvSpPr/>
                  <p:nvPr/>
                </p:nvSpPr>
                <p:spPr>
                  <a:xfrm>
                    <a:off x="6363871" y="1363163"/>
                    <a:ext cx="2590800" cy="507529"/>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400639B6-8FC7-C2B8-9D02-66FCAC6703F8}"/>
                      </a:ext>
                    </a:extLst>
                  </p:cNvPr>
                  <p:cNvSpPr txBox="1"/>
                  <p:nvPr/>
                </p:nvSpPr>
                <p:spPr>
                  <a:xfrm>
                    <a:off x="6440071" y="1459468"/>
                    <a:ext cx="2429705" cy="369332"/>
                  </a:xfrm>
                  <a:prstGeom prst="rect">
                    <a:avLst/>
                  </a:prstGeom>
                  <a:noFill/>
                </p:spPr>
                <p:txBody>
                  <a:bodyPr wrap="square">
                    <a:spAutoFit/>
                  </a:bodyPr>
                  <a:lstStyle/>
                  <a:p>
                    <a:r>
                      <a:rPr lang="en-US" b="1" dirty="0">
                        <a:solidFill>
                          <a:srgbClr val="000000"/>
                        </a:solidFill>
                      </a:rPr>
                      <a:t>Distribution federate</a:t>
                    </a:r>
                  </a:p>
                </p:txBody>
              </p:sp>
            </p:grpSp>
          </p:grpSp>
        </p:grpSp>
        <p:grpSp>
          <p:nvGrpSpPr>
            <p:cNvPr id="38" name="Group 37">
              <a:extLst>
                <a:ext uri="{FF2B5EF4-FFF2-40B4-BE49-F238E27FC236}">
                  <a16:creationId xmlns:a16="http://schemas.microsoft.com/office/drawing/2014/main" id="{688E8664-C61F-FE79-7D2F-BE5C3A34221E}"/>
                </a:ext>
              </a:extLst>
            </p:cNvPr>
            <p:cNvGrpSpPr/>
            <p:nvPr/>
          </p:nvGrpSpPr>
          <p:grpSpPr>
            <a:xfrm>
              <a:off x="5053135" y="852400"/>
              <a:ext cx="2425543" cy="2419886"/>
              <a:chOff x="76200" y="838200"/>
              <a:chExt cx="4499170" cy="2419886"/>
            </a:xfrm>
          </p:grpSpPr>
          <p:sp>
            <p:nvSpPr>
              <p:cNvPr id="40" name="Content Placeholder 2">
                <a:extLst>
                  <a:ext uri="{FF2B5EF4-FFF2-40B4-BE49-F238E27FC236}">
                    <a16:creationId xmlns:a16="http://schemas.microsoft.com/office/drawing/2014/main" id="{CE80610C-8C44-7373-672B-B22973DC9473}"/>
                  </a:ext>
                </a:extLst>
              </p:cNvPr>
              <p:cNvSpPr txBox="1">
                <a:spLocks/>
              </p:cNvSpPr>
              <p:nvPr/>
            </p:nvSpPr>
            <p:spPr>
              <a:xfrm>
                <a:off x="76200" y="2087562"/>
                <a:ext cx="4386095" cy="1170524"/>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62626"/>
                  </a:buClr>
                  <a:buSzPct val="100000"/>
                  <a:buNone/>
                </a:pPr>
                <a:r>
                  <a:rPr lang="en-US" sz="1800" dirty="0">
                    <a:solidFill>
                      <a:srgbClr val="262626"/>
                    </a:solidFill>
                    <a:latin typeface="Arial"/>
                  </a:rPr>
                  <a:t>Time synchronization</a:t>
                </a:r>
              </a:p>
              <a:p>
                <a:pPr marL="0" indent="0">
                  <a:buClr>
                    <a:srgbClr val="262626"/>
                  </a:buClr>
                  <a:buSzPct val="100000"/>
                  <a:buNone/>
                </a:pPr>
                <a:r>
                  <a:rPr lang="en-US" sz="1800" dirty="0">
                    <a:solidFill>
                      <a:srgbClr val="262626"/>
                    </a:solidFill>
                    <a:latin typeface="Arial"/>
                  </a:rPr>
                  <a:t>Data exchange</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a:p>
                <a:pPr marL="0" indent="0">
                  <a:buClr>
                    <a:srgbClr val="262626"/>
                  </a:buClr>
                  <a:buSzPct val="100000"/>
                  <a:buNone/>
                </a:pPr>
                <a:r>
                  <a:rPr kumimoji="0" lang="en-US" sz="1800" b="0" i="0" u="none" strike="noStrike" kern="1200" cap="none" spc="0" normalizeH="0" baseline="0" noProof="0" dirty="0">
                    <a:ln>
                      <a:noFill/>
                    </a:ln>
                    <a:solidFill>
                      <a:srgbClr val="262626"/>
                    </a:solidFill>
                    <a:effectLst/>
                    <a:uLnTx/>
                    <a:uFillTx/>
                    <a:latin typeface="Arial"/>
                    <a:ea typeface="+mn-ea"/>
                    <a:cs typeface="+mn-cs"/>
                  </a:rPr>
                  <a:t>Iterative coupling</a:t>
                </a:r>
              </a:p>
            </p:txBody>
          </p:sp>
          <p:grpSp>
            <p:nvGrpSpPr>
              <p:cNvPr id="41" name="Group 40">
                <a:extLst>
                  <a:ext uri="{FF2B5EF4-FFF2-40B4-BE49-F238E27FC236}">
                    <a16:creationId xmlns:a16="http://schemas.microsoft.com/office/drawing/2014/main" id="{49B48F75-C391-AB83-C4D3-E4A1CD889584}"/>
                  </a:ext>
                </a:extLst>
              </p:cNvPr>
              <p:cNvGrpSpPr/>
              <p:nvPr/>
            </p:nvGrpSpPr>
            <p:grpSpPr>
              <a:xfrm>
                <a:off x="76200" y="838200"/>
                <a:ext cx="4499170" cy="2348000"/>
                <a:chOff x="76200" y="838200"/>
                <a:chExt cx="4499170" cy="2348000"/>
              </a:xfrm>
            </p:grpSpPr>
            <p:sp>
              <p:nvSpPr>
                <p:cNvPr id="42" name="Rectangle: Rounded Corners 41">
                  <a:extLst>
                    <a:ext uri="{FF2B5EF4-FFF2-40B4-BE49-F238E27FC236}">
                      <a16:creationId xmlns:a16="http://schemas.microsoft.com/office/drawing/2014/main" id="{4B2B2135-2F02-EC55-8BD3-649A4E47EBA5}"/>
                    </a:ext>
                  </a:extLst>
                </p:cNvPr>
                <p:cNvSpPr/>
                <p:nvPr/>
              </p:nvSpPr>
              <p:spPr>
                <a:xfrm>
                  <a:off x="76200" y="1143000"/>
                  <a:ext cx="4499170" cy="2043200"/>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34350222-096E-7FCC-1C76-8D0C94FCECE5}"/>
                    </a:ext>
                  </a:extLst>
                </p:cNvPr>
                <p:cNvGrpSpPr/>
                <p:nvPr/>
              </p:nvGrpSpPr>
              <p:grpSpPr>
                <a:xfrm>
                  <a:off x="572975" y="838200"/>
                  <a:ext cx="3368245" cy="507529"/>
                  <a:chOff x="5364880" y="1363163"/>
                  <a:chExt cx="3368245" cy="507529"/>
                </a:xfrm>
              </p:grpSpPr>
              <p:sp>
                <p:nvSpPr>
                  <p:cNvPr id="44" name="Rectangle: Rounded Corners 43">
                    <a:extLst>
                      <a:ext uri="{FF2B5EF4-FFF2-40B4-BE49-F238E27FC236}">
                        <a16:creationId xmlns:a16="http://schemas.microsoft.com/office/drawing/2014/main" id="{EFCD63CB-62F9-7E9B-253F-7046E2006F60}"/>
                      </a:ext>
                    </a:extLst>
                  </p:cNvPr>
                  <p:cNvSpPr/>
                  <p:nvPr/>
                </p:nvSpPr>
                <p:spPr>
                  <a:xfrm>
                    <a:off x="5364880" y="1363163"/>
                    <a:ext cx="3315873" cy="507529"/>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A23CBF4C-79BE-1905-2939-946E64B755E6}"/>
                      </a:ext>
                    </a:extLst>
                  </p:cNvPr>
                  <p:cNvSpPr txBox="1"/>
                  <p:nvPr/>
                </p:nvSpPr>
                <p:spPr>
                  <a:xfrm>
                    <a:off x="5389085" y="1459468"/>
                    <a:ext cx="3344040" cy="369332"/>
                  </a:xfrm>
                  <a:prstGeom prst="rect">
                    <a:avLst/>
                  </a:prstGeom>
                  <a:noFill/>
                </p:spPr>
                <p:txBody>
                  <a:bodyPr wrap="square">
                    <a:spAutoFit/>
                  </a:bodyPr>
                  <a:lstStyle/>
                  <a:p>
                    <a:r>
                      <a:rPr lang="en-US" b="1" dirty="0">
                        <a:solidFill>
                          <a:srgbClr val="000000"/>
                        </a:solidFill>
                      </a:rPr>
                      <a:t>HELICS broker</a:t>
                    </a:r>
                  </a:p>
                </p:txBody>
              </p:sp>
            </p:grpSp>
          </p:gr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4F2779D-F4A9-3CBE-D576-E6771853D1E5}"/>
                    </a:ext>
                  </a:extLst>
                </p:cNvPr>
                <p:cNvSpPr txBox="1"/>
                <p:nvPr/>
              </p:nvSpPr>
              <p:spPr>
                <a:xfrm>
                  <a:off x="4181045" y="1218685"/>
                  <a:ext cx="11049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𝑎𝑏𝑐</m:t>
                            </m:r>
                            <m:r>
                              <a:rPr lang="en-US" b="0" i="1" smtClean="0">
                                <a:latin typeface="Cambria Math" panose="02040503050406030204" pitchFamily="18" charset="0"/>
                              </a:rPr>
                              <m:t>,</m:t>
                            </m:r>
                            <m:r>
                              <a:rPr lang="en-US" b="0" i="1" smtClean="0">
                                <a:latin typeface="Cambria Math" panose="02040503050406030204" pitchFamily="18" charset="0"/>
                              </a:rPr>
                              <m:t>𝑘</m:t>
                            </m:r>
                          </m:sub>
                        </m:sSub>
                      </m:oMath>
                    </m:oMathPara>
                  </a14:m>
                  <a:endParaRPr lang="en-US" dirty="0"/>
                </a:p>
              </p:txBody>
            </p:sp>
          </mc:Choice>
          <mc:Fallback xmlns="">
            <p:sp>
              <p:nvSpPr>
                <p:cNvPr id="50" name="TextBox 49">
                  <a:extLst>
                    <a:ext uri="{FF2B5EF4-FFF2-40B4-BE49-F238E27FC236}">
                      <a16:creationId xmlns:a16="http://schemas.microsoft.com/office/drawing/2014/main" id="{34F2779D-F4A9-3CBE-D576-E6771853D1E5}"/>
                    </a:ext>
                  </a:extLst>
                </p:cNvPr>
                <p:cNvSpPr txBox="1">
                  <a:spLocks noRot="1" noChangeAspect="1" noMove="1" noResize="1" noEditPoints="1" noAdjustHandles="1" noChangeArrowheads="1" noChangeShapeType="1" noTextEdit="1"/>
                </p:cNvSpPr>
                <p:nvPr/>
              </p:nvSpPr>
              <p:spPr>
                <a:xfrm>
                  <a:off x="4181045" y="1218685"/>
                  <a:ext cx="1104900" cy="38151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D91A6B0-DCDE-0500-F792-E7B42FDF5741}"/>
                    </a:ext>
                  </a:extLst>
                </p:cNvPr>
                <p:cNvSpPr txBox="1"/>
                <p:nvPr/>
              </p:nvSpPr>
              <p:spPr>
                <a:xfrm>
                  <a:off x="4186907" y="2514085"/>
                  <a:ext cx="11049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𝑎𝑏𝑐</m:t>
                            </m:r>
                            <m:r>
                              <a:rPr lang="en-US" b="0" i="1" smtClean="0">
                                <a:latin typeface="Cambria Math" panose="02040503050406030204" pitchFamily="18" charset="0"/>
                              </a:rPr>
                              <m:t>,</m:t>
                            </m:r>
                            <m:r>
                              <a:rPr lang="en-US" b="0" i="1" smtClean="0">
                                <a:latin typeface="Cambria Math" panose="02040503050406030204" pitchFamily="18" charset="0"/>
                              </a:rPr>
                              <m:t>𝑘</m:t>
                            </m:r>
                          </m:sub>
                        </m:sSub>
                      </m:oMath>
                    </m:oMathPara>
                  </a14:m>
                  <a:endParaRPr lang="en-US" dirty="0"/>
                </a:p>
              </p:txBody>
            </p:sp>
          </mc:Choice>
          <mc:Fallback xmlns="">
            <p:sp>
              <p:nvSpPr>
                <p:cNvPr id="51" name="TextBox 50">
                  <a:extLst>
                    <a:ext uri="{FF2B5EF4-FFF2-40B4-BE49-F238E27FC236}">
                      <a16:creationId xmlns:a16="http://schemas.microsoft.com/office/drawing/2014/main" id="{4D91A6B0-DCDE-0500-F792-E7B42FDF5741}"/>
                    </a:ext>
                  </a:extLst>
                </p:cNvPr>
                <p:cNvSpPr txBox="1">
                  <a:spLocks noRot="1" noChangeAspect="1" noMove="1" noResize="1" noEditPoints="1" noAdjustHandles="1" noChangeArrowheads="1" noChangeShapeType="1" noTextEdit="1"/>
                </p:cNvSpPr>
                <p:nvPr/>
              </p:nvSpPr>
              <p:spPr>
                <a:xfrm>
                  <a:off x="4186907" y="2514085"/>
                  <a:ext cx="1104900" cy="381515"/>
                </a:xfrm>
                <a:prstGeom prst="rect">
                  <a:avLst/>
                </a:prstGeom>
                <a:blipFill>
                  <a:blip r:embed="rId7"/>
                  <a:stretch>
                    <a:fillRect/>
                  </a:stretch>
                </a:blipFill>
              </p:spPr>
              <p:txBody>
                <a:bodyPr/>
                <a:lstStyle/>
                <a:p>
                  <a:r>
                    <a:rPr lang="en-US">
                      <a:noFill/>
                    </a:rPr>
                    <a:t> </a:t>
                  </a:r>
                </a:p>
              </p:txBody>
            </p:sp>
          </mc:Fallback>
        </mc:AlternateContent>
        <p:cxnSp>
          <p:nvCxnSpPr>
            <p:cNvPr id="55" name="Straight Arrow Connector 54">
              <a:extLst>
                <a:ext uri="{FF2B5EF4-FFF2-40B4-BE49-F238E27FC236}">
                  <a16:creationId xmlns:a16="http://schemas.microsoft.com/office/drawing/2014/main" id="{4F0BD43B-85A6-5B0B-CDAA-80DF0AD11940}"/>
                </a:ext>
              </a:extLst>
            </p:cNvPr>
            <p:cNvCxnSpPr>
              <a:cxnSpLocks/>
            </p:cNvCxnSpPr>
            <p:nvPr/>
          </p:nvCxnSpPr>
          <p:spPr>
            <a:xfrm>
              <a:off x="4341017" y="1600200"/>
              <a:ext cx="712118" cy="142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2A752A02-CA0C-8BE5-3C78-8491542A1E98}"/>
                </a:ext>
              </a:extLst>
            </p:cNvPr>
            <p:cNvCxnSpPr>
              <a:cxnSpLocks/>
            </p:cNvCxnSpPr>
            <p:nvPr/>
          </p:nvCxnSpPr>
          <p:spPr>
            <a:xfrm flipH="1">
              <a:off x="4273512" y="2514600"/>
              <a:ext cx="75292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24E7492-083F-F3CB-F101-37D5DED01BF0}"/>
                    </a:ext>
                  </a:extLst>
                </p:cNvPr>
                <p:cNvSpPr txBox="1"/>
                <p:nvPr/>
              </p:nvSpPr>
              <p:spPr>
                <a:xfrm>
                  <a:off x="7315200" y="1203352"/>
                  <a:ext cx="11049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𝑎𝑏𝑐</m:t>
                            </m:r>
                            <m:r>
                              <a:rPr lang="en-US" b="0" i="1" smtClean="0">
                                <a:latin typeface="Cambria Math" panose="02040503050406030204" pitchFamily="18" charset="0"/>
                              </a:rPr>
                              <m:t>,</m:t>
                            </m:r>
                            <m:r>
                              <a:rPr lang="en-US" b="0" i="1" smtClean="0">
                                <a:latin typeface="Cambria Math" panose="02040503050406030204" pitchFamily="18" charset="0"/>
                              </a:rPr>
                              <m:t>𝑘</m:t>
                            </m:r>
                          </m:sub>
                        </m:sSub>
                      </m:oMath>
                    </m:oMathPara>
                  </a14:m>
                  <a:endParaRPr lang="en-US" dirty="0"/>
                </a:p>
              </p:txBody>
            </p:sp>
          </mc:Choice>
          <mc:Fallback xmlns="">
            <p:sp>
              <p:nvSpPr>
                <p:cNvPr id="58" name="TextBox 57">
                  <a:extLst>
                    <a:ext uri="{FF2B5EF4-FFF2-40B4-BE49-F238E27FC236}">
                      <a16:creationId xmlns:a16="http://schemas.microsoft.com/office/drawing/2014/main" id="{224E7492-083F-F3CB-F101-37D5DED01BF0}"/>
                    </a:ext>
                  </a:extLst>
                </p:cNvPr>
                <p:cNvSpPr txBox="1">
                  <a:spLocks noRot="1" noChangeAspect="1" noMove="1" noResize="1" noEditPoints="1" noAdjustHandles="1" noChangeArrowheads="1" noChangeShapeType="1" noTextEdit="1"/>
                </p:cNvSpPr>
                <p:nvPr/>
              </p:nvSpPr>
              <p:spPr>
                <a:xfrm>
                  <a:off x="7315200" y="1203352"/>
                  <a:ext cx="1104900" cy="38151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8BB1259-BFF7-2554-4D10-AB02C134431A}"/>
                    </a:ext>
                  </a:extLst>
                </p:cNvPr>
                <p:cNvSpPr txBox="1"/>
                <p:nvPr/>
              </p:nvSpPr>
              <p:spPr>
                <a:xfrm>
                  <a:off x="7321062" y="2498752"/>
                  <a:ext cx="11049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𝑎𝑏𝑐</m:t>
                            </m:r>
                            <m:r>
                              <a:rPr lang="en-US" b="0" i="1" smtClean="0">
                                <a:latin typeface="Cambria Math" panose="02040503050406030204" pitchFamily="18" charset="0"/>
                              </a:rPr>
                              <m:t>,</m:t>
                            </m:r>
                            <m:r>
                              <a:rPr lang="en-US" b="0" i="1" smtClean="0">
                                <a:latin typeface="Cambria Math" panose="02040503050406030204" pitchFamily="18" charset="0"/>
                              </a:rPr>
                              <m:t>𝑘</m:t>
                            </m:r>
                          </m:sub>
                        </m:sSub>
                      </m:oMath>
                    </m:oMathPara>
                  </a14:m>
                  <a:endParaRPr lang="en-US" dirty="0"/>
                </a:p>
              </p:txBody>
            </p:sp>
          </mc:Choice>
          <mc:Fallback xmlns="">
            <p:sp>
              <p:nvSpPr>
                <p:cNvPr id="59" name="TextBox 58">
                  <a:extLst>
                    <a:ext uri="{FF2B5EF4-FFF2-40B4-BE49-F238E27FC236}">
                      <a16:creationId xmlns:a16="http://schemas.microsoft.com/office/drawing/2014/main" id="{48BB1259-BFF7-2554-4D10-AB02C134431A}"/>
                    </a:ext>
                  </a:extLst>
                </p:cNvPr>
                <p:cNvSpPr txBox="1">
                  <a:spLocks noRot="1" noChangeAspect="1" noMove="1" noResize="1" noEditPoints="1" noAdjustHandles="1" noChangeArrowheads="1" noChangeShapeType="1" noTextEdit="1"/>
                </p:cNvSpPr>
                <p:nvPr/>
              </p:nvSpPr>
              <p:spPr>
                <a:xfrm>
                  <a:off x="7321062" y="2498752"/>
                  <a:ext cx="1104900" cy="381515"/>
                </a:xfrm>
                <a:prstGeom prst="rect">
                  <a:avLst/>
                </a:prstGeom>
                <a:blipFill>
                  <a:blip r:embed="rId9"/>
                  <a:stretch>
                    <a:fillRect/>
                  </a:stretch>
                </a:blipFill>
              </p:spPr>
              <p:txBody>
                <a:bodyPr/>
                <a:lstStyle/>
                <a:p>
                  <a:r>
                    <a:rPr lang="en-US">
                      <a:noFill/>
                    </a:rPr>
                    <a:t> </a:t>
                  </a:r>
                </a:p>
              </p:txBody>
            </p:sp>
          </mc:Fallback>
        </mc:AlternateContent>
        <p:cxnSp>
          <p:nvCxnSpPr>
            <p:cNvPr id="60" name="Straight Arrow Connector 59">
              <a:extLst>
                <a:ext uri="{FF2B5EF4-FFF2-40B4-BE49-F238E27FC236}">
                  <a16:creationId xmlns:a16="http://schemas.microsoft.com/office/drawing/2014/main" id="{93A29E42-BF74-2486-44FC-25AD460CF2F3}"/>
                </a:ext>
              </a:extLst>
            </p:cNvPr>
            <p:cNvCxnSpPr>
              <a:cxnSpLocks/>
            </p:cNvCxnSpPr>
            <p:nvPr/>
          </p:nvCxnSpPr>
          <p:spPr>
            <a:xfrm>
              <a:off x="7475172" y="1584867"/>
              <a:ext cx="712118" cy="142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626A24D0-6399-4598-7714-F7ECEC9B20A7}"/>
                </a:ext>
              </a:extLst>
            </p:cNvPr>
            <p:cNvCxnSpPr>
              <a:cxnSpLocks/>
            </p:cNvCxnSpPr>
            <p:nvPr/>
          </p:nvCxnSpPr>
          <p:spPr>
            <a:xfrm flipH="1">
              <a:off x="7407667" y="2499267"/>
              <a:ext cx="75292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grpSp>
        <p:nvGrpSpPr>
          <p:cNvPr id="80" name="Group 79">
            <a:extLst>
              <a:ext uri="{FF2B5EF4-FFF2-40B4-BE49-F238E27FC236}">
                <a16:creationId xmlns:a16="http://schemas.microsoft.com/office/drawing/2014/main" id="{F79D978A-A86A-387E-3F7B-FB179AC87AA7}"/>
              </a:ext>
            </a:extLst>
          </p:cNvPr>
          <p:cNvGrpSpPr/>
          <p:nvPr/>
        </p:nvGrpSpPr>
        <p:grpSpPr>
          <a:xfrm>
            <a:off x="308899" y="4052800"/>
            <a:ext cx="11484728" cy="2043200"/>
            <a:chOff x="326272" y="4344349"/>
            <a:chExt cx="11484728" cy="2043200"/>
          </a:xfrm>
        </p:grpSpPr>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0A213D2-10E6-95F8-8B0E-72BA19F8E38A}"/>
                    </a:ext>
                  </a:extLst>
                </p:cNvPr>
                <p:cNvSpPr txBox="1"/>
                <p:nvPr/>
              </p:nvSpPr>
              <p:spPr>
                <a:xfrm>
                  <a:off x="381000" y="5008602"/>
                  <a:ext cx="2291985"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𝑇</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𝑇</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𝑇</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𝑇</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𝑢</m:t>
                            </m:r>
                          </m:e>
                          <m:sub>
                            <m:r>
                              <a:rPr lang="en-US" i="1">
                                <a:latin typeface="Cambria Math" panose="02040503050406030204" pitchFamily="18" charset="0"/>
                              </a:rPr>
                              <m:t>𝑇</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𝑝</m:t>
                            </m:r>
                          </m:e>
                          <m:sub>
                            <m:r>
                              <a:rPr lang="en-US" i="1">
                                <a:latin typeface="Cambria Math" panose="02040503050406030204" pitchFamily="18" charset="0"/>
                              </a:rPr>
                              <m:t>𝑇</m:t>
                            </m:r>
                          </m:sub>
                        </m:sSub>
                        <m:r>
                          <a:rPr lang="en-US" b="0" i="1" smtClean="0">
                            <a:latin typeface="Cambria Math" panose="02040503050406030204" pitchFamily="18" charset="0"/>
                          </a:rPr>
                          <m:t>)</m:t>
                        </m:r>
                      </m:oMath>
                    </m:oMathPara>
                  </a14:m>
                  <a:endParaRPr lang="en-US" b="0"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0=</m:t>
                        </m:r>
                        <m:sSub>
                          <m:sSubPr>
                            <m:ctrlPr>
                              <a:rPr lang="en-US" i="1">
                                <a:latin typeface="Cambria Math" panose="02040503050406030204" pitchFamily="18" charset="0"/>
                              </a:rPr>
                            </m:ctrlPr>
                          </m:sSubPr>
                          <m:e>
                            <m:r>
                              <a:rPr lang="en-US" b="0" i="1" smtClean="0">
                                <a:latin typeface="Cambria Math" panose="02040503050406030204" pitchFamily="18" charset="0"/>
                              </a:rPr>
                              <m:t>𝑔</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𝑇</m:t>
                            </m:r>
                          </m:sub>
                        </m:sSub>
                        <m:r>
                          <a:rPr lang="en-US" i="1">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60A213D2-10E6-95F8-8B0E-72BA19F8E38A}"/>
                    </a:ext>
                  </a:extLst>
                </p:cNvPr>
                <p:cNvSpPr txBox="1">
                  <a:spLocks noRot="1" noChangeAspect="1" noMove="1" noResize="1" noEditPoints="1" noAdjustHandles="1" noChangeArrowheads="1" noChangeShapeType="1" noTextEdit="1"/>
                </p:cNvSpPr>
                <p:nvPr/>
              </p:nvSpPr>
              <p:spPr>
                <a:xfrm>
                  <a:off x="381000" y="5008602"/>
                  <a:ext cx="2291985" cy="553998"/>
                </a:xfrm>
                <a:prstGeom prst="rect">
                  <a:avLst/>
                </a:prstGeom>
                <a:blipFill>
                  <a:blip r:embed="rId10"/>
                  <a:stretch>
                    <a:fillRect l="-798" t="-1099" r="-3191" b="-175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B5CE691-C8AC-6D49-19AC-FAF5A2B1CC30}"/>
                    </a:ext>
                  </a:extLst>
                </p:cNvPr>
                <p:cNvSpPr txBox="1"/>
                <p:nvPr/>
              </p:nvSpPr>
              <p:spPr>
                <a:xfrm>
                  <a:off x="2667000" y="4958603"/>
                  <a:ext cx="3331403" cy="6706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b="0" i="1" smtClean="0">
                            <a:latin typeface="Cambria Math" panose="02040503050406030204" pitchFamily="18" charset="0"/>
                          </a:rPr>
                          <m:t>)</m:t>
                        </m:r>
                      </m:oMath>
                    </m:oMathPara>
                  </a14:m>
                  <a:endParaRPr lang="en-US" b="0" dirty="0"/>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0=</m:t>
                        </m:r>
                        <m:sSub>
                          <m:sSubPr>
                            <m:ctrlPr>
                              <a:rPr lang="en-US" i="1">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𝑇</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𝑇</m:t>
                            </m:r>
                          </m:sub>
                        </m:sSub>
                        <m:r>
                          <a:rPr lang="en-US" i="1">
                            <a:latin typeface="Cambria Math" panose="02040503050406030204" pitchFamily="18" charset="0"/>
                          </a:rPr>
                          <m:t>)</m:t>
                        </m:r>
                      </m:oMath>
                    </m:oMathPara>
                  </a14:m>
                  <a:endParaRPr lang="en-US" dirty="0"/>
                </a:p>
              </p:txBody>
            </p:sp>
          </mc:Choice>
          <mc:Fallback xmlns="">
            <p:sp>
              <p:nvSpPr>
                <p:cNvPr id="22" name="TextBox 21">
                  <a:extLst>
                    <a:ext uri="{FF2B5EF4-FFF2-40B4-BE49-F238E27FC236}">
                      <a16:creationId xmlns:a16="http://schemas.microsoft.com/office/drawing/2014/main" id="{FB5CE691-C8AC-6D49-19AC-FAF5A2B1CC30}"/>
                    </a:ext>
                  </a:extLst>
                </p:cNvPr>
                <p:cNvSpPr txBox="1">
                  <a:spLocks noRot="1" noChangeAspect="1" noMove="1" noResize="1" noEditPoints="1" noAdjustHandles="1" noChangeArrowheads="1" noChangeShapeType="1" noTextEdit="1"/>
                </p:cNvSpPr>
                <p:nvPr/>
              </p:nvSpPr>
              <p:spPr>
                <a:xfrm>
                  <a:off x="2667000" y="4958603"/>
                  <a:ext cx="3331403" cy="670696"/>
                </a:xfrm>
                <a:prstGeom prst="rect">
                  <a:avLst/>
                </a:prstGeom>
                <a:blipFill>
                  <a:blip r:embed="rId11"/>
                  <a:stretch>
                    <a:fillRect b="-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6964DB8-D4C4-7C4B-D746-BEC7DEF9B295}"/>
                    </a:ext>
                  </a:extLst>
                </p:cNvPr>
                <p:cNvSpPr txBox="1"/>
                <p:nvPr/>
              </p:nvSpPr>
              <p:spPr>
                <a:xfrm>
                  <a:off x="5943601" y="4761934"/>
                  <a:ext cx="1905000" cy="11842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𝑘</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𝑎𝑏𝑐</m:t>
                            </m:r>
                            <m:r>
                              <a:rPr lang="en-US" b="0" i="1" smtClean="0">
                                <a:latin typeface="Cambria Math" panose="02040503050406030204" pitchFamily="18" charset="0"/>
                              </a:rPr>
                              <m:t>,</m:t>
                            </m:r>
                            <m:r>
                              <a:rPr lang="en-US" b="0" i="1" smtClean="0">
                                <a:latin typeface="Cambria Math" panose="02040503050406030204" pitchFamily="18" charset="0"/>
                              </a:rPr>
                              <m:t>𝑘</m:t>
                            </m:r>
                          </m:sub>
                        </m:sSub>
                      </m:oMath>
                    </m:oMathPara>
                  </a14:m>
                  <a:endParaRPr lang="en-US" b="0"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b="0" i="1" smtClean="0">
                                <a:latin typeface="Cambria Math" panose="02040503050406030204" pitchFamily="18" charset="0"/>
                              </a:rPr>
                              <m:t>𝑇</m:t>
                            </m:r>
                          </m:sub>
                        </m:sSub>
                        <m:r>
                          <a:rPr lang="en-US" i="1">
                            <a:latin typeface="Cambria Math" panose="02040503050406030204" pitchFamily="18" charset="0"/>
                          </a:rPr>
                          <m:t>=</m:t>
                        </m:r>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𝑓</m:t>
                                </m:r>
                              </m:sub>
                            </m:s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𝑎𝑏𝑐</m:t>
                                </m:r>
                                <m:r>
                                  <a:rPr lang="en-US" b="0" i="1" smtClean="0">
                                    <a:latin typeface="Cambria Math" panose="02040503050406030204" pitchFamily="18" charset="0"/>
                                  </a:rPr>
                                  <m:t>,</m:t>
                                </m:r>
                                <m:r>
                                  <a:rPr lang="en-US" b="0" i="1" smtClean="0">
                                    <a:latin typeface="Cambria Math" panose="02040503050406030204" pitchFamily="18" charset="0"/>
                                  </a:rPr>
                                  <m:t>𝑘</m:t>
                                </m:r>
                              </m:sub>
                            </m:sSub>
                          </m:e>
                        </m:nary>
                      </m:oMath>
                    </m:oMathPara>
                  </a14:m>
                  <a:endParaRPr lang="en-US" dirty="0"/>
                </a:p>
              </p:txBody>
            </p:sp>
          </mc:Choice>
          <mc:Fallback xmlns="">
            <p:sp>
              <p:nvSpPr>
                <p:cNvPr id="23" name="TextBox 22">
                  <a:extLst>
                    <a:ext uri="{FF2B5EF4-FFF2-40B4-BE49-F238E27FC236}">
                      <a16:creationId xmlns:a16="http://schemas.microsoft.com/office/drawing/2014/main" id="{16964DB8-D4C4-7C4B-D746-BEC7DEF9B295}"/>
                    </a:ext>
                  </a:extLst>
                </p:cNvPr>
                <p:cNvSpPr txBox="1">
                  <a:spLocks noRot="1" noChangeAspect="1" noMove="1" noResize="1" noEditPoints="1" noAdjustHandles="1" noChangeArrowheads="1" noChangeShapeType="1" noTextEdit="1"/>
                </p:cNvSpPr>
                <p:nvPr/>
              </p:nvSpPr>
              <p:spPr>
                <a:xfrm>
                  <a:off x="5943601" y="4761934"/>
                  <a:ext cx="1905000" cy="1184299"/>
                </a:xfrm>
                <a:prstGeom prst="rect">
                  <a:avLst/>
                </a:prstGeom>
                <a:blipFill>
                  <a:blip r:embed="rId12"/>
                  <a:stretch>
                    <a:fillRect/>
                  </a:stretch>
                </a:blipFill>
              </p:spPr>
              <p:txBody>
                <a:bodyPr/>
                <a:lstStyle/>
                <a:p>
                  <a:r>
                    <a:rPr lang="en-US">
                      <a:noFill/>
                    </a:rPr>
                    <a:t> </a:t>
                  </a:r>
                </a:p>
              </p:txBody>
            </p:sp>
          </mc:Fallback>
        </mc:AlternateContent>
        <p:sp>
          <p:nvSpPr>
            <p:cNvPr id="62" name="Rectangle: Rounded Corners 61">
              <a:extLst>
                <a:ext uri="{FF2B5EF4-FFF2-40B4-BE49-F238E27FC236}">
                  <a16:creationId xmlns:a16="http://schemas.microsoft.com/office/drawing/2014/main" id="{97C6541F-A51F-0DAF-DC2C-944924CCF824}"/>
                </a:ext>
              </a:extLst>
            </p:cNvPr>
            <p:cNvSpPr/>
            <p:nvPr/>
          </p:nvSpPr>
          <p:spPr>
            <a:xfrm>
              <a:off x="326272" y="4344349"/>
              <a:ext cx="11484728" cy="2043200"/>
            </a:xfrm>
            <a:prstGeom prst="roundRect">
              <a:avLst/>
            </a:prstGeom>
            <a:noFill/>
            <a:ln>
              <a:solidFill>
                <a:srgbClr val="00B0F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a:extLst>
                <a:ext uri="{FF2B5EF4-FFF2-40B4-BE49-F238E27FC236}">
                  <a16:creationId xmlns:a16="http://schemas.microsoft.com/office/drawing/2014/main" id="{AD9DA6BA-625C-4BF2-82E6-FA7C4191E7A1}"/>
                </a:ext>
              </a:extLst>
            </p:cNvPr>
            <p:cNvCxnSpPr/>
            <p:nvPr/>
          </p:nvCxnSpPr>
          <p:spPr>
            <a:xfrm>
              <a:off x="2667000" y="4413816"/>
              <a:ext cx="0" cy="1910784"/>
            </a:xfrm>
            <a:prstGeom prst="line">
              <a:avLst/>
            </a:prstGeom>
            <a:ln>
              <a:prstDash val="sysDash"/>
            </a:ln>
          </p:spPr>
          <p:style>
            <a:lnRef idx="1">
              <a:schemeClr val="accent4"/>
            </a:lnRef>
            <a:fillRef idx="0">
              <a:schemeClr val="accent4"/>
            </a:fillRef>
            <a:effectRef idx="0">
              <a:schemeClr val="accent4"/>
            </a:effectRef>
            <a:fontRef idx="minor">
              <a:schemeClr val="tx1"/>
            </a:fontRef>
          </p:style>
        </p:cxnSp>
        <p:cxnSp>
          <p:nvCxnSpPr>
            <p:cNvPr id="65" name="Straight Connector 64">
              <a:extLst>
                <a:ext uri="{FF2B5EF4-FFF2-40B4-BE49-F238E27FC236}">
                  <a16:creationId xmlns:a16="http://schemas.microsoft.com/office/drawing/2014/main" id="{184308ED-40A9-DA48-B5E2-D7B5F207238C}"/>
                </a:ext>
              </a:extLst>
            </p:cNvPr>
            <p:cNvCxnSpPr/>
            <p:nvPr/>
          </p:nvCxnSpPr>
          <p:spPr>
            <a:xfrm>
              <a:off x="5943600" y="4413816"/>
              <a:ext cx="0" cy="1910784"/>
            </a:xfrm>
            <a:prstGeom prst="line">
              <a:avLst/>
            </a:prstGeom>
            <a:ln>
              <a:prstDash val="sysDash"/>
            </a:ln>
          </p:spPr>
          <p:style>
            <a:lnRef idx="1">
              <a:schemeClr val="accent4"/>
            </a:lnRef>
            <a:fillRef idx="0">
              <a:schemeClr val="accent4"/>
            </a:fillRef>
            <a:effectRef idx="0">
              <a:schemeClr val="accent4"/>
            </a:effectRef>
            <a:fontRef idx="minor">
              <a:schemeClr val="tx1"/>
            </a:fontRef>
          </p:style>
        </p:cxnSp>
        <p:cxnSp>
          <p:nvCxnSpPr>
            <p:cNvPr id="66" name="Straight Connector 65">
              <a:extLst>
                <a:ext uri="{FF2B5EF4-FFF2-40B4-BE49-F238E27FC236}">
                  <a16:creationId xmlns:a16="http://schemas.microsoft.com/office/drawing/2014/main" id="{303CD16A-AC5D-2CF8-EC6F-E639812C549F}"/>
                </a:ext>
              </a:extLst>
            </p:cNvPr>
            <p:cNvCxnSpPr/>
            <p:nvPr/>
          </p:nvCxnSpPr>
          <p:spPr>
            <a:xfrm>
              <a:off x="7772400" y="4419600"/>
              <a:ext cx="0" cy="1910784"/>
            </a:xfrm>
            <a:prstGeom prst="line">
              <a:avLst/>
            </a:prstGeom>
            <a:ln>
              <a:prstDash val="solid"/>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5E88549F-845E-3E8C-E0BA-E89499113FF3}"/>
                    </a:ext>
                  </a:extLst>
                </p:cNvPr>
                <p:cNvSpPr txBox="1"/>
                <p:nvPr/>
              </p:nvSpPr>
              <p:spPr>
                <a:xfrm>
                  <a:off x="7924799" y="5104885"/>
                  <a:ext cx="3886199" cy="381515"/>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𝑎𝑏𝑐</m:t>
                          </m:r>
                          <m:r>
                            <a:rPr lang="en-US" b="0" i="1" smtClean="0">
                              <a:latin typeface="Cambria Math" panose="02040503050406030204" pitchFamily="18" charset="0"/>
                            </a:rPr>
                            <m:t>,</m:t>
                          </m:r>
                          <m:r>
                            <a:rPr lang="en-US" b="0" i="1" smtClean="0">
                              <a:latin typeface="Cambria Math" panose="02040503050406030204" pitchFamily="18" charset="0"/>
                            </a:rPr>
                            <m:t>𝑘</m:t>
                          </m:r>
                        </m:sub>
                      </m:sSub>
                    </m:oMath>
                  </a14:m>
                  <a:r>
                    <a:rPr lang="en-US" dirty="0"/>
                    <a:t>: three-phase interface voltage</a:t>
                  </a:r>
                </a:p>
              </p:txBody>
            </p:sp>
          </mc:Choice>
          <mc:Fallback xmlns="">
            <p:sp>
              <p:nvSpPr>
                <p:cNvPr id="68" name="TextBox 67">
                  <a:extLst>
                    <a:ext uri="{FF2B5EF4-FFF2-40B4-BE49-F238E27FC236}">
                      <a16:creationId xmlns:a16="http://schemas.microsoft.com/office/drawing/2014/main" id="{5E88549F-845E-3E8C-E0BA-E89499113FF3}"/>
                    </a:ext>
                  </a:extLst>
                </p:cNvPr>
                <p:cNvSpPr txBox="1">
                  <a:spLocks noRot="1" noChangeAspect="1" noMove="1" noResize="1" noEditPoints="1" noAdjustHandles="1" noChangeArrowheads="1" noChangeShapeType="1" noTextEdit="1"/>
                </p:cNvSpPr>
                <p:nvPr/>
              </p:nvSpPr>
              <p:spPr>
                <a:xfrm>
                  <a:off x="7924799" y="5104885"/>
                  <a:ext cx="3886199" cy="381515"/>
                </a:xfrm>
                <a:prstGeom prst="rect">
                  <a:avLst/>
                </a:prstGeom>
                <a:blipFill>
                  <a:blip r:embed="rId13"/>
                  <a:stretch>
                    <a:fillRect t="-9677"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1B8D0C78-3853-FD88-372F-DD840DB22CF1}"/>
                    </a:ext>
                  </a:extLst>
                </p:cNvPr>
                <p:cNvSpPr txBox="1"/>
                <p:nvPr/>
              </p:nvSpPr>
              <p:spPr>
                <a:xfrm>
                  <a:off x="7924800" y="5485885"/>
                  <a:ext cx="3708401" cy="381515"/>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i="1">
                              <a:latin typeface="Cambria Math" panose="02040503050406030204" pitchFamily="18" charset="0"/>
                            </a:rPr>
                            <m:t>𝑎𝑏𝑐</m:t>
                          </m:r>
                          <m:r>
                            <a:rPr lang="en-US" i="1">
                              <a:latin typeface="Cambria Math" panose="02040503050406030204" pitchFamily="18" charset="0"/>
                            </a:rPr>
                            <m:t>,</m:t>
                          </m:r>
                          <m:r>
                            <a:rPr lang="en-US" i="1">
                              <a:latin typeface="Cambria Math" panose="02040503050406030204" pitchFamily="18" charset="0"/>
                            </a:rPr>
                            <m:t>𝑘</m:t>
                          </m:r>
                        </m:sub>
                      </m:sSub>
                      <m:r>
                        <a:rPr lang="en-US" b="0" i="0" smtClean="0">
                          <a:latin typeface="Cambria Math" panose="02040503050406030204" pitchFamily="18" charset="0"/>
                        </a:rPr>
                        <m:t>:</m:t>
                      </m:r>
                    </m:oMath>
                  </a14:m>
                  <a:r>
                    <a:rPr lang="en-US" dirty="0"/>
                    <a:t> three-phase complex power</a:t>
                  </a:r>
                </a:p>
              </p:txBody>
            </p:sp>
          </mc:Choice>
          <mc:Fallback xmlns="">
            <p:sp>
              <p:nvSpPr>
                <p:cNvPr id="70" name="TextBox 69">
                  <a:extLst>
                    <a:ext uri="{FF2B5EF4-FFF2-40B4-BE49-F238E27FC236}">
                      <a16:creationId xmlns:a16="http://schemas.microsoft.com/office/drawing/2014/main" id="{1B8D0C78-3853-FD88-372F-DD840DB22CF1}"/>
                    </a:ext>
                  </a:extLst>
                </p:cNvPr>
                <p:cNvSpPr txBox="1">
                  <a:spLocks noRot="1" noChangeAspect="1" noMove="1" noResize="1" noEditPoints="1" noAdjustHandles="1" noChangeArrowheads="1" noChangeShapeType="1" noTextEdit="1"/>
                </p:cNvSpPr>
                <p:nvPr/>
              </p:nvSpPr>
              <p:spPr>
                <a:xfrm>
                  <a:off x="7924800" y="5485885"/>
                  <a:ext cx="3708401" cy="381515"/>
                </a:xfrm>
                <a:prstGeom prst="rect">
                  <a:avLst/>
                </a:prstGeom>
                <a:blipFill>
                  <a:blip r:embed="rId14"/>
                  <a:stretch>
                    <a:fillRect t="-7937" r="-822" b="-206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298CC10A-3DF6-E084-5510-B249662BAB6B}"/>
                    </a:ext>
                  </a:extLst>
                </p:cNvPr>
                <p:cNvSpPr txBox="1"/>
                <p:nvPr/>
              </p:nvSpPr>
              <p:spPr>
                <a:xfrm>
                  <a:off x="7924800" y="5879068"/>
                  <a:ext cx="3406774" cy="369332"/>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𝑁</m:t>
                          </m:r>
                        </m:e>
                        <m:sub>
                          <m:r>
                            <a:rPr lang="en-US" i="1">
                              <a:latin typeface="Cambria Math" panose="02040503050406030204" pitchFamily="18" charset="0"/>
                            </a:rPr>
                            <m:t>𝑇</m:t>
                          </m:r>
                        </m:sub>
                      </m:sSub>
                    </m:oMath>
                  </a14:m>
                  <a:r>
                    <a:rPr lang="en-US" dirty="0"/>
                    <a:t>: number of coupled feeders.</a:t>
                  </a:r>
                </a:p>
              </p:txBody>
            </p:sp>
          </mc:Choice>
          <mc:Fallback xmlns="">
            <p:sp>
              <p:nvSpPr>
                <p:cNvPr id="72" name="TextBox 71">
                  <a:extLst>
                    <a:ext uri="{FF2B5EF4-FFF2-40B4-BE49-F238E27FC236}">
                      <a16:creationId xmlns:a16="http://schemas.microsoft.com/office/drawing/2014/main" id="{298CC10A-3DF6-E084-5510-B249662BAB6B}"/>
                    </a:ext>
                  </a:extLst>
                </p:cNvPr>
                <p:cNvSpPr txBox="1">
                  <a:spLocks noRot="1" noChangeAspect="1" noMove="1" noResize="1" noEditPoints="1" noAdjustHandles="1" noChangeArrowheads="1" noChangeShapeType="1" noTextEdit="1"/>
                </p:cNvSpPr>
                <p:nvPr/>
              </p:nvSpPr>
              <p:spPr>
                <a:xfrm>
                  <a:off x="7924800" y="5879068"/>
                  <a:ext cx="3406774" cy="369332"/>
                </a:xfrm>
                <a:prstGeom prst="rect">
                  <a:avLst/>
                </a:prstGeom>
                <a:blipFill>
                  <a:blip r:embed="rId15"/>
                  <a:stretch>
                    <a:fillRect t="-10000" r="-358"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DCE565D7-9D3E-1CCA-A777-DC0D03D704CF}"/>
                    </a:ext>
                  </a:extLst>
                </p:cNvPr>
                <p:cNvSpPr txBox="1"/>
                <p:nvPr/>
              </p:nvSpPr>
              <p:spPr>
                <a:xfrm>
                  <a:off x="7943849" y="4675134"/>
                  <a:ext cx="3638551" cy="374270"/>
                </a:xfrm>
                <a:prstGeom prst="rect">
                  <a:avLst/>
                </a:prstGeom>
                <a:noFill/>
              </p:spPr>
              <p:txBody>
                <a:bodyPr wrap="square">
                  <a:spAutoFit/>
                </a:bodyPr>
                <a:lstStyle/>
                <a:p>
                  <a14:m>
                    <m:oMath xmlns:m="http://schemas.openxmlformats.org/officeDocument/2006/math">
                      <m:r>
                        <a:rPr lang="en-US" b="0" i="1" smtClean="0">
                          <a:latin typeface="Cambria Math" panose="02040503050406030204" pitchFamily="18" charset="0"/>
                        </a:rPr>
                        <m:t>𝑘</m:t>
                      </m:r>
                    </m:oMath>
                  </a14:m>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𝑘</m:t>
                          </m:r>
                        </m:e>
                        <m:sup>
                          <m:r>
                            <a:rPr lang="en-US" b="0" i="1" smtClean="0">
                              <a:latin typeface="Cambria Math" panose="02040503050406030204" pitchFamily="18" charset="0"/>
                            </a:rPr>
                            <m:t>𝑡h</m:t>
                          </m:r>
                        </m:sup>
                      </m:sSup>
                    </m:oMath>
                  </a14:m>
                  <a:r>
                    <a:rPr lang="en-US" dirty="0"/>
                    <a:t> feeder </a:t>
                  </a:r>
                </a:p>
              </p:txBody>
            </p:sp>
          </mc:Choice>
          <mc:Fallback xmlns="">
            <p:sp>
              <p:nvSpPr>
                <p:cNvPr id="74" name="TextBox 73">
                  <a:extLst>
                    <a:ext uri="{FF2B5EF4-FFF2-40B4-BE49-F238E27FC236}">
                      <a16:creationId xmlns:a16="http://schemas.microsoft.com/office/drawing/2014/main" id="{DCE565D7-9D3E-1CCA-A777-DC0D03D704CF}"/>
                    </a:ext>
                  </a:extLst>
                </p:cNvPr>
                <p:cNvSpPr txBox="1">
                  <a:spLocks noRot="1" noChangeAspect="1" noMove="1" noResize="1" noEditPoints="1" noAdjustHandles="1" noChangeArrowheads="1" noChangeShapeType="1" noTextEdit="1"/>
                </p:cNvSpPr>
                <p:nvPr/>
              </p:nvSpPr>
              <p:spPr>
                <a:xfrm>
                  <a:off x="7943849" y="4675134"/>
                  <a:ext cx="3638551" cy="374270"/>
                </a:xfrm>
                <a:prstGeom prst="rect">
                  <a:avLst/>
                </a:prstGeom>
                <a:blipFill>
                  <a:blip r:embed="rId16"/>
                  <a:stretch>
                    <a:fillRect t="-6557" b="-26230"/>
                  </a:stretch>
                </a:blipFill>
              </p:spPr>
              <p:txBody>
                <a:bodyPr/>
                <a:lstStyle/>
                <a:p>
                  <a:r>
                    <a:rPr lang="en-US">
                      <a:noFill/>
                    </a:rPr>
                    <a:t> </a:t>
                  </a:r>
                </a:p>
              </p:txBody>
            </p:sp>
          </mc:Fallback>
        </mc:AlternateContent>
        <p:sp>
          <p:nvSpPr>
            <p:cNvPr id="76" name="TextBox 75">
              <a:extLst>
                <a:ext uri="{FF2B5EF4-FFF2-40B4-BE49-F238E27FC236}">
                  <a16:creationId xmlns:a16="http://schemas.microsoft.com/office/drawing/2014/main" id="{99682A33-4EA7-9586-7D85-3FAD1DED9216}"/>
                </a:ext>
              </a:extLst>
            </p:cNvPr>
            <p:cNvSpPr txBox="1"/>
            <p:nvPr/>
          </p:nvSpPr>
          <p:spPr>
            <a:xfrm>
              <a:off x="700115" y="4492937"/>
              <a:ext cx="1714496" cy="369332"/>
            </a:xfrm>
            <a:prstGeom prst="rect">
              <a:avLst/>
            </a:prstGeom>
            <a:noFill/>
          </p:spPr>
          <p:txBody>
            <a:bodyPr wrap="square">
              <a:spAutoFit/>
            </a:bodyPr>
            <a:lstStyle/>
            <a:p>
              <a:r>
                <a:rPr lang="en-US" dirty="0">
                  <a:solidFill>
                    <a:srgbClr val="0070C0"/>
                  </a:solidFill>
                </a:rPr>
                <a:t>Transmission</a:t>
              </a:r>
            </a:p>
          </p:txBody>
        </p:sp>
        <p:sp>
          <p:nvSpPr>
            <p:cNvPr id="77" name="TextBox 76">
              <a:extLst>
                <a:ext uri="{FF2B5EF4-FFF2-40B4-BE49-F238E27FC236}">
                  <a16:creationId xmlns:a16="http://schemas.microsoft.com/office/drawing/2014/main" id="{B00E36D1-E793-D34B-82A9-43967B604B87}"/>
                </a:ext>
              </a:extLst>
            </p:cNvPr>
            <p:cNvSpPr txBox="1"/>
            <p:nvPr/>
          </p:nvSpPr>
          <p:spPr>
            <a:xfrm>
              <a:off x="3654412" y="4490468"/>
              <a:ext cx="1414438" cy="369332"/>
            </a:xfrm>
            <a:prstGeom prst="rect">
              <a:avLst/>
            </a:prstGeom>
            <a:noFill/>
          </p:spPr>
          <p:txBody>
            <a:bodyPr wrap="square">
              <a:spAutoFit/>
            </a:bodyPr>
            <a:lstStyle/>
            <a:p>
              <a:r>
                <a:rPr lang="en-US" dirty="0">
                  <a:solidFill>
                    <a:srgbClr val="0070C0"/>
                  </a:solidFill>
                </a:rPr>
                <a:t>Distribution</a:t>
              </a:r>
            </a:p>
          </p:txBody>
        </p:sp>
        <p:sp>
          <p:nvSpPr>
            <p:cNvPr id="78" name="TextBox 77">
              <a:extLst>
                <a:ext uri="{FF2B5EF4-FFF2-40B4-BE49-F238E27FC236}">
                  <a16:creationId xmlns:a16="http://schemas.microsoft.com/office/drawing/2014/main" id="{474BB188-FD33-85E1-E933-DAF985D82E13}"/>
                </a:ext>
              </a:extLst>
            </p:cNvPr>
            <p:cNvSpPr txBox="1"/>
            <p:nvPr/>
          </p:nvSpPr>
          <p:spPr>
            <a:xfrm>
              <a:off x="6400655" y="4487817"/>
              <a:ext cx="1135956" cy="369332"/>
            </a:xfrm>
            <a:prstGeom prst="rect">
              <a:avLst/>
            </a:prstGeom>
            <a:noFill/>
          </p:spPr>
          <p:txBody>
            <a:bodyPr wrap="square">
              <a:spAutoFit/>
            </a:bodyPr>
            <a:lstStyle/>
            <a:p>
              <a:r>
                <a:rPr lang="en-US" dirty="0">
                  <a:solidFill>
                    <a:srgbClr val="0070C0"/>
                  </a:solidFill>
                </a:rPr>
                <a:t>Interface</a:t>
              </a:r>
            </a:p>
          </p:txBody>
        </p:sp>
      </p:grpSp>
    </p:spTree>
    <p:extLst>
      <p:ext uri="{BB962C8B-B14F-4D97-AF65-F5344CB8AC3E}">
        <p14:creationId xmlns:p14="http://schemas.microsoft.com/office/powerpoint/2010/main" val="102183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CD34C-ADA7-7893-2B8B-D5531B4E8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1D873-32FB-0159-7C32-5F090211AA5D}"/>
              </a:ext>
            </a:extLst>
          </p:cNvPr>
          <p:cNvSpPr>
            <a:spLocks noGrp="1"/>
          </p:cNvSpPr>
          <p:nvPr>
            <p:ph type="title"/>
          </p:nvPr>
        </p:nvSpPr>
        <p:spPr/>
        <p:txBody>
          <a:bodyPr>
            <a:normAutofit/>
          </a:bodyPr>
          <a:lstStyle/>
          <a:p>
            <a:r>
              <a:rPr lang="en-US" dirty="0"/>
              <a:t>Methodology: Motor</a:t>
            </a:r>
          </a:p>
        </p:txBody>
      </p:sp>
      <p:sp>
        <p:nvSpPr>
          <p:cNvPr id="4" name="Slide Number Placeholder 3">
            <a:extLst>
              <a:ext uri="{FF2B5EF4-FFF2-40B4-BE49-F238E27FC236}">
                <a16:creationId xmlns:a16="http://schemas.microsoft.com/office/drawing/2014/main" id="{FB5C26C9-A031-1E3E-FBF7-036825B2797C}"/>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39E2022-E0BB-3AD4-008A-2903B7066766}"/>
                  </a:ext>
                </a:extLst>
              </p:cNvPr>
              <p:cNvSpPr txBox="1"/>
              <p:nvPr/>
            </p:nvSpPr>
            <p:spPr>
              <a:xfrm>
                <a:off x="1713908" y="978158"/>
                <a:ext cx="4648200" cy="9648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𝑖</m:t>
                          </m:r>
                        </m:sub>
                      </m:sSub>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𝑚</m:t>
                          </m:r>
                        </m:sub>
                      </m:sSub>
                      <m:sSub>
                        <m:sSubPr>
                          <m:ctrlPr>
                            <a:rPr lang="en-US" i="1">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0,</m:t>
                          </m:r>
                          <m:r>
                            <a:rPr lang="en-US" b="0" i="1" smtClean="0">
                              <a:latin typeface="Cambria Math" panose="02040503050406030204" pitchFamily="18" charset="0"/>
                            </a:rPr>
                            <m:t>𝑖</m:t>
                          </m:r>
                        </m:sub>
                      </m:sSub>
                    </m:oMath>
                  </m:oMathPara>
                </a14:m>
                <a:endParaRPr lang="en-US" b="0"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𝑘</m:t>
                          </m:r>
                        </m:sub>
                      </m:sSub>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𝑄</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𝑚</m:t>
                          </m:r>
                          <m:r>
                            <a:rPr lang="en-US" i="1">
                              <a:latin typeface="Cambria Math" panose="02040503050406030204" pitchFamily="18" charset="0"/>
                            </a:rPr>
                            <m:t>,</m:t>
                          </m:r>
                          <m:r>
                            <a:rPr lang="en-US" b="0" i="1" smtClean="0">
                              <a:latin typeface="Cambria Math" panose="02040503050406030204" pitchFamily="18" charset="0"/>
                            </a:rPr>
                            <m:t>𝑖</m:t>
                          </m:r>
                        </m:sub>
                      </m:sSub>
                      <m:r>
                        <m:rPr>
                          <m:sty m:val="p"/>
                        </m:rPr>
                        <a:rPr lang="en-US" b="0" i="0" smtClean="0">
                          <a:latin typeface="Cambria Math" panose="02040503050406030204" pitchFamily="18" charset="0"/>
                        </a:rPr>
                        <m:t>tan</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𝑐𝑜𝑠</m:t>
                          </m:r>
                        </m:e>
                        <m:sup>
                          <m:r>
                            <a:rPr lang="en-US" b="0" i="1" smtClean="0">
                              <a:latin typeface="Cambria Math" panose="02040503050406030204" pitchFamily="18" charset="0"/>
                            </a:rPr>
                            <m:t>−1</m:t>
                          </m:r>
                        </m:sup>
                      </m:sSup>
                      <m:r>
                        <a:rPr lang="en-US" b="0" i="1" smtClean="0">
                          <a:latin typeface="Cambria Math" panose="02040503050406030204" pitchFamily="18" charset="0"/>
                        </a:rPr>
                        <m:t>(</m:t>
                      </m:r>
                      <m:r>
                        <a:rPr lang="en-US" b="0" i="1" smtClean="0">
                          <a:latin typeface="Cambria Math" panose="02040503050406030204" pitchFamily="18" charset="0"/>
                        </a:rPr>
                        <m:t>𝑐𝑜𝑚𝑝𝑃𝐹</m:t>
                      </m:r>
                      <m:r>
                        <a:rPr lang="en-US" b="0" i="1" smtClean="0">
                          <a:latin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C39E2022-E0BB-3AD4-008A-2903B7066766}"/>
                  </a:ext>
                </a:extLst>
              </p:cNvPr>
              <p:cNvSpPr txBox="1">
                <a:spLocks noRot="1" noChangeAspect="1" noMove="1" noResize="1" noEditPoints="1" noAdjustHandles="1" noChangeArrowheads="1" noChangeShapeType="1" noTextEdit="1"/>
              </p:cNvSpPr>
              <p:nvPr/>
            </p:nvSpPr>
            <p:spPr>
              <a:xfrm>
                <a:off x="1713908" y="978158"/>
                <a:ext cx="4648200" cy="964816"/>
              </a:xfrm>
              <a:prstGeom prst="rect">
                <a:avLst/>
              </a:prstGeom>
              <a:blipFill>
                <a:blip r:embed="rId3"/>
                <a:stretch>
                  <a:fillRect b="-3774"/>
                </a:stretch>
              </a:blipFill>
            </p:spPr>
            <p:txBody>
              <a:bodyPr/>
              <a:lstStyle/>
              <a:p>
                <a:r>
                  <a:rPr lang="en-US">
                    <a:noFill/>
                  </a:rPr>
                  <a:t> </a:t>
                </a:r>
              </a:p>
            </p:txBody>
          </p:sp>
        </mc:Fallback>
      </mc:AlternateContent>
      <p:sp>
        <p:nvSpPr>
          <p:cNvPr id="22" name="Arrow: Down 21">
            <a:extLst>
              <a:ext uri="{FF2B5EF4-FFF2-40B4-BE49-F238E27FC236}">
                <a16:creationId xmlns:a16="http://schemas.microsoft.com/office/drawing/2014/main" id="{071BC0E6-5FB0-55D5-ABC8-279A03C68FA6}"/>
              </a:ext>
            </a:extLst>
          </p:cNvPr>
          <p:cNvSpPr/>
          <p:nvPr/>
        </p:nvSpPr>
        <p:spPr>
          <a:xfrm rot="16200000">
            <a:off x="1726799" y="3907747"/>
            <a:ext cx="228600" cy="629248"/>
          </a:xfrm>
          <a:prstGeom prst="downArrow">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31" name="Arrow: Down 30">
            <a:extLst>
              <a:ext uri="{FF2B5EF4-FFF2-40B4-BE49-F238E27FC236}">
                <a16:creationId xmlns:a16="http://schemas.microsoft.com/office/drawing/2014/main" id="{0FE69D7A-B096-91A0-CB6F-7F3DAAD3401E}"/>
              </a:ext>
            </a:extLst>
          </p:cNvPr>
          <p:cNvSpPr/>
          <p:nvPr/>
        </p:nvSpPr>
        <p:spPr>
          <a:xfrm rot="16200000">
            <a:off x="3811018" y="3907747"/>
            <a:ext cx="228600" cy="629248"/>
          </a:xfrm>
          <a:prstGeom prst="downArrow">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34" name="Arrow: Down 33">
            <a:extLst>
              <a:ext uri="{FF2B5EF4-FFF2-40B4-BE49-F238E27FC236}">
                <a16:creationId xmlns:a16="http://schemas.microsoft.com/office/drawing/2014/main" id="{3AA341A7-9202-5651-0920-7B68C2D964DB}"/>
              </a:ext>
            </a:extLst>
          </p:cNvPr>
          <p:cNvSpPr/>
          <p:nvPr/>
        </p:nvSpPr>
        <p:spPr>
          <a:xfrm rot="16200000">
            <a:off x="5811919" y="3881868"/>
            <a:ext cx="228600" cy="629248"/>
          </a:xfrm>
          <a:prstGeom prst="downArrow">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dirty="0"/>
          </a:p>
        </p:txBody>
      </p:sp>
      <p:pic>
        <p:nvPicPr>
          <p:cNvPr id="36" name="Picture 35">
            <a:extLst>
              <a:ext uri="{FF2B5EF4-FFF2-40B4-BE49-F238E27FC236}">
                <a16:creationId xmlns:a16="http://schemas.microsoft.com/office/drawing/2014/main" id="{F951FAFF-109B-B899-BB1B-5A5E7786A2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2566" y="4725949"/>
            <a:ext cx="1081120" cy="1081120"/>
          </a:xfrm>
          <a:prstGeom prst="rect">
            <a:avLst/>
          </a:prstGeom>
        </p:spPr>
      </p:pic>
      <p:grpSp>
        <p:nvGrpSpPr>
          <p:cNvPr id="10" name="Group 9">
            <a:extLst>
              <a:ext uri="{FF2B5EF4-FFF2-40B4-BE49-F238E27FC236}">
                <a16:creationId xmlns:a16="http://schemas.microsoft.com/office/drawing/2014/main" id="{531027D6-6EF8-6143-5873-2AB0F1BC29E1}"/>
              </a:ext>
            </a:extLst>
          </p:cNvPr>
          <p:cNvGrpSpPr/>
          <p:nvPr/>
        </p:nvGrpSpPr>
        <p:grpSpPr>
          <a:xfrm>
            <a:off x="44148" y="1007507"/>
            <a:ext cx="5941919" cy="2471409"/>
            <a:chOff x="44148" y="1007507"/>
            <a:chExt cx="5941919" cy="2471409"/>
          </a:xfrm>
        </p:grpSpPr>
        <p:grpSp>
          <p:nvGrpSpPr>
            <p:cNvPr id="3" name="Group 2">
              <a:extLst>
                <a:ext uri="{FF2B5EF4-FFF2-40B4-BE49-F238E27FC236}">
                  <a16:creationId xmlns:a16="http://schemas.microsoft.com/office/drawing/2014/main" id="{D85231E6-84F9-90D4-4530-555C855DB1C9}"/>
                </a:ext>
              </a:extLst>
            </p:cNvPr>
            <p:cNvGrpSpPr/>
            <p:nvPr/>
          </p:nvGrpSpPr>
          <p:grpSpPr>
            <a:xfrm>
              <a:off x="169866" y="1529332"/>
              <a:ext cx="1882163" cy="1662771"/>
              <a:chOff x="594360" y="1447800"/>
              <a:chExt cx="2760131" cy="2438400"/>
            </a:xfrm>
          </p:grpSpPr>
          <p:grpSp>
            <p:nvGrpSpPr>
              <p:cNvPr id="13" name="Group 12">
                <a:extLst>
                  <a:ext uri="{FF2B5EF4-FFF2-40B4-BE49-F238E27FC236}">
                    <a16:creationId xmlns:a16="http://schemas.microsoft.com/office/drawing/2014/main" id="{2EAE9758-B85C-974F-77C9-442EECD2C1DD}"/>
                  </a:ext>
                </a:extLst>
              </p:cNvPr>
              <p:cNvGrpSpPr/>
              <p:nvPr/>
            </p:nvGrpSpPr>
            <p:grpSpPr>
              <a:xfrm>
                <a:off x="594360" y="1447800"/>
                <a:ext cx="2606040" cy="2438400"/>
                <a:chOff x="365760" y="1447800"/>
                <a:chExt cx="2606040" cy="2438400"/>
              </a:xfrm>
            </p:grpSpPr>
            <p:sp>
              <p:nvSpPr>
                <p:cNvPr id="11" name="Partial Circle 10">
                  <a:extLst>
                    <a:ext uri="{FF2B5EF4-FFF2-40B4-BE49-F238E27FC236}">
                      <a16:creationId xmlns:a16="http://schemas.microsoft.com/office/drawing/2014/main" id="{C35C912A-ECD6-9BA1-A768-2437478F01D5}"/>
                    </a:ext>
                  </a:extLst>
                </p:cNvPr>
                <p:cNvSpPr/>
                <p:nvPr/>
              </p:nvSpPr>
              <p:spPr>
                <a:xfrm>
                  <a:off x="365760" y="1447800"/>
                  <a:ext cx="2438400" cy="2438400"/>
                </a:xfrm>
                <a:prstGeom prst="pie">
                  <a:avLst>
                    <a:gd name="adj1" fmla="val 5400000"/>
                    <a:gd name="adj2" fmla="val 16200000"/>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Partial Circle 11">
                  <a:extLst>
                    <a:ext uri="{FF2B5EF4-FFF2-40B4-BE49-F238E27FC236}">
                      <a16:creationId xmlns:a16="http://schemas.microsoft.com/office/drawing/2014/main" id="{C02BC1C1-268A-FEE4-1274-F147CEA11BDE}"/>
                    </a:ext>
                  </a:extLst>
                </p:cNvPr>
                <p:cNvSpPr/>
                <p:nvPr/>
              </p:nvSpPr>
              <p:spPr>
                <a:xfrm rot="10800000">
                  <a:off x="533400" y="1447800"/>
                  <a:ext cx="2438400" cy="2438400"/>
                </a:xfrm>
                <a:prstGeom prst="pie">
                  <a:avLst>
                    <a:gd name="adj1" fmla="val 5400000"/>
                    <a:gd name="adj2" fmla="val 16200000"/>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dirty="0">
                    <a:solidFill>
                      <a:schemeClr val="tx1"/>
                    </a:solidFill>
                  </a:endParaRPr>
                </a:p>
              </p:txBody>
            </p:sp>
          </p:grpSp>
          <p:sp>
            <p:nvSpPr>
              <p:cNvPr id="15" name="TextBox 14">
                <a:extLst>
                  <a:ext uri="{FF2B5EF4-FFF2-40B4-BE49-F238E27FC236}">
                    <a16:creationId xmlns:a16="http://schemas.microsoft.com/office/drawing/2014/main" id="{5412BED5-8CDB-2B84-54C2-BB0B487859A9}"/>
                  </a:ext>
                </a:extLst>
              </p:cNvPr>
              <p:cNvSpPr txBox="1"/>
              <p:nvPr/>
            </p:nvSpPr>
            <p:spPr>
              <a:xfrm>
                <a:off x="696926" y="2233297"/>
                <a:ext cx="1252539" cy="541613"/>
              </a:xfrm>
              <a:prstGeom prst="rect">
                <a:avLst/>
              </a:prstGeom>
              <a:noFill/>
            </p:spPr>
            <p:txBody>
              <a:bodyPr wrap="square">
                <a:spAutoFit/>
              </a:bodyPr>
              <a:lstStyle/>
              <a:p>
                <a:r>
                  <a:rPr lang="en-US" dirty="0">
                    <a:solidFill>
                      <a:srgbClr val="000000"/>
                    </a:solidFill>
                  </a:rPr>
                  <a:t>Static </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7D9578F-667E-8BF3-69DA-2123F99734D6}"/>
                      </a:ext>
                    </a:extLst>
                  </p:cNvPr>
                  <p:cNvSpPr txBox="1"/>
                  <p:nvPr/>
                </p:nvSpPr>
                <p:spPr>
                  <a:xfrm>
                    <a:off x="639604" y="2581420"/>
                    <a:ext cx="1264619" cy="4819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1−</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𝐹</m:t>
                              </m:r>
                            </m:e>
                            <m:sub>
                              <m:r>
                                <a:rPr lang="en-US" sz="1800" i="1">
                                  <a:latin typeface="Cambria Math" panose="02040503050406030204" pitchFamily="18" charset="0"/>
                                </a:rPr>
                                <m:t>𝑚</m:t>
                              </m:r>
                            </m:sub>
                          </m:sSub>
                        </m:oMath>
                      </m:oMathPara>
                    </a14:m>
                    <a:endParaRPr lang="en-US" dirty="0"/>
                  </a:p>
                </p:txBody>
              </p:sp>
            </mc:Choice>
            <mc:Fallback xmlns="">
              <p:sp>
                <p:nvSpPr>
                  <p:cNvPr id="17" name="TextBox 16">
                    <a:extLst>
                      <a:ext uri="{FF2B5EF4-FFF2-40B4-BE49-F238E27FC236}">
                        <a16:creationId xmlns:a16="http://schemas.microsoft.com/office/drawing/2014/main" id="{67D9578F-667E-8BF3-69DA-2123F99734D6}"/>
                      </a:ext>
                    </a:extLst>
                  </p:cNvPr>
                  <p:cNvSpPr txBox="1">
                    <a:spLocks noRot="1" noChangeAspect="1" noMove="1" noResize="1" noEditPoints="1" noAdjustHandles="1" noChangeArrowheads="1" noChangeShapeType="1" noTextEdit="1"/>
                  </p:cNvSpPr>
                  <p:nvPr/>
                </p:nvSpPr>
                <p:spPr>
                  <a:xfrm>
                    <a:off x="639604" y="2581420"/>
                    <a:ext cx="1264619" cy="481987"/>
                  </a:xfrm>
                  <a:prstGeom prst="rect">
                    <a:avLst/>
                  </a:prstGeom>
                  <a:blipFill>
                    <a:blip r:embed="rId5"/>
                    <a:stretch>
                      <a:fillRect b="-7407"/>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B24ECFC5-C4C0-E20F-EC91-86FBE1342304}"/>
                  </a:ext>
                </a:extLst>
              </p:cNvPr>
              <p:cNvSpPr txBox="1"/>
              <p:nvPr/>
            </p:nvSpPr>
            <p:spPr>
              <a:xfrm>
                <a:off x="1888295" y="2259063"/>
                <a:ext cx="1466196" cy="541613"/>
              </a:xfrm>
              <a:prstGeom prst="rect">
                <a:avLst/>
              </a:prstGeom>
              <a:noFill/>
            </p:spPr>
            <p:txBody>
              <a:bodyPr wrap="square">
                <a:spAutoFit/>
              </a:bodyPr>
              <a:lstStyle/>
              <a:p>
                <a:r>
                  <a:rPr lang="en-US" dirty="0">
                    <a:solidFill>
                      <a:srgbClr val="000000"/>
                    </a:solidFill>
                  </a:rPr>
                  <a:t>Motor D </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11A9E53-1D1B-0568-2BE1-8200F4A66D0F}"/>
                      </a:ext>
                    </a:extLst>
                  </p:cNvPr>
                  <p:cNvSpPr txBox="1"/>
                  <p:nvPr/>
                </p:nvSpPr>
                <p:spPr>
                  <a:xfrm>
                    <a:off x="2078511" y="2586469"/>
                    <a:ext cx="965174" cy="4316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𝐹</m:t>
                              </m:r>
                            </m:e>
                            <m:sub>
                              <m:r>
                                <a:rPr lang="en-US" sz="1800" i="1">
                                  <a:latin typeface="Cambria Math" panose="02040503050406030204" pitchFamily="18" charset="0"/>
                                </a:rPr>
                                <m:t>𝑚</m:t>
                              </m:r>
                            </m:sub>
                          </m:sSub>
                        </m:oMath>
                      </m:oMathPara>
                    </a14:m>
                    <a:endParaRPr lang="en-US" dirty="0"/>
                  </a:p>
                </p:txBody>
              </p:sp>
            </mc:Choice>
            <mc:Fallback xmlns="">
              <p:sp>
                <p:nvSpPr>
                  <p:cNvPr id="19" name="TextBox 18">
                    <a:extLst>
                      <a:ext uri="{FF2B5EF4-FFF2-40B4-BE49-F238E27FC236}">
                        <a16:creationId xmlns:a16="http://schemas.microsoft.com/office/drawing/2014/main" id="{111A9E53-1D1B-0568-2BE1-8200F4A66D0F}"/>
                      </a:ext>
                    </a:extLst>
                  </p:cNvPr>
                  <p:cNvSpPr txBox="1">
                    <a:spLocks noRot="1" noChangeAspect="1" noMove="1" noResize="1" noEditPoints="1" noAdjustHandles="1" noChangeArrowheads="1" noChangeShapeType="1" noTextEdit="1"/>
                  </p:cNvSpPr>
                  <p:nvPr/>
                </p:nvSpPr>
                <p:spPr>
                  <a:xfrm>
                    <a:off x="2078511" y="2586469"/>
                    <a:ext cx="965174" cy="431697"/>
                  </a:xfrm>
                  <a:prstGeom prst="rect">
                    <a:avLst/>
                  </a:prstGeom>
                  <a:blipFill>
                    <a:blip r:embed="rId6"/>
                    <a:stretch>
                      <a:fillRect b="-20408"/>
                    </a:stretch>
                  </a:blipFill>
                </p:spPr>
                <p:txBody>
                  <a:bodyPr/>
                  <a:lstStyle/>
                  <a:p>
                    <a:r>
                      <a:rPr lang="en-US">
                        <a:noFill/>
                      </a:rPr>
                      <a:t> </a:t>
                    </a:r>
                  </a:p>
                </p:txBody>
              </p:sp>
            </mc:Fallback>
          </mc:AlternateContent>
        </p:grpSp>
        <p:sp>
          <p:nvSpPr>
            <p:cNvPr id="21" name="TextBox 20">
              <a:extLst>
                <a:ext uri="{FF2B5EF4-FFF2-40B4-BE49-F238E27FC236}">
                  <a16:creationId xmlns:a16="http://schemas.microsoft.com/office/drawing/2014/main" id="{D8E95C2F-BEE7-E9D4-885F-D2D9DA04239F}"/>
                </a:ext>
              </a:extLst>
            </p:cNvPr>
            <p:cNvSpPr txBox="1"/>
            <p:nvPr/>
          </p:nvSpPr>
          <p:spPr>
            <a:xfrm>
              <a:off x="446227" y="1048369"/>
              <a:ext cx="1295400" cy="369332"/>
            </a:xfrm>
            <a:prstGeom prst="rect">
              <a:avLst/>
            </a:prstGeom>
            <a:noFill/>
          </p:spPr>
          <p:txBody>
            <a:bodyPr wrap="square">
              <a:spAutoFit/>
            </a:bodyPr>
            <a:lstStyle/>
            <a:p>
              <a:r>
                <a:rPr lang="en-US" dirty="0">
                  <a:solidFill>
                    <a:srgbClr val="000000"/>
                  </a:solidFill>
                </a:rPr>
                <a:t>Load split</a:t>
              </a:r>
            </a:p>
          </p:txBody>
        </p:sp>
        <p:sp>
          <p:nvSpPr>
            <p:cNvPr id="9" name="Rectangle: Rounded Corners 8">
              <a:extLst>
                <a:ext uri="{FF2B5EF4-FFF2-40B4-BE49-F238E27FC236}">
                  <a16:creationId xmlns:a16="http://schemas.microsoft.com/office/drawing/2014/main" id="{D7FD9855-D003-45DC-8465-52E1A3631AB5}"/>
                </a:ext>
              </a:extLst>
            </p:cNvPr>
            <p:cNvSpPr/>
            <p:nvPr/>
          </p:nvSpPr>
          <p:spPr>
            <a:xfrm>
              <a:off x="44148" y="1007507"/>
              <a:ext cx="5941919" cy="2471409"/>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6E908B24-7B4A-1D80-4A9B-E1FA723D5B00}"/>
              </a:ext>
            </a:extLst>
          </p:cNvPr>
          <p:cNvSpPr txBox="1"/>
          <p:nvPr/>
        </p:nvSpPr>
        <p:spPr>
          <a:xfrm>
            <a:off x="2408935" y="2194011"/>
            <a:ext cx="3525626" cy="923330"/>
          </a:xfrm>
          <a:prstGeom prst="rect">
            <a:avLst/>
          </a:prstGeom>
          <a:noFill/>
        </p:spPr>
        <p:txBody>
          <a:bodyPr wrap="square">
            <a:spAutoFit/>
          </a:bodyPr>
          <a:lstStyle/>
          <a:p>
            <a:r>
              <a:rPr lang="en-US" dirty="0"/>
              <a:t>For each selected phase load, the original load is divided into a static and a motor component.</a:t>
            </a:r>
          </a:p>
        </p:txBody>
      </p:sp>
      <p:pic>
        <p:nvPicPr>
          <p:cNvPr id="20" name="Picture 19">
            <a:extLst>
              <a:ext uri="{FF2B5EF4-FFF2-40B4-BE49-F238E27FC236}">
                <a16:creationId xmlns:a16="http://schemas.microsoft.com/office/drawing/2014/main" id="{302C40B5-194E-19E5-4536-D08FA9F36A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43184" y="4809755"/>
            <a:ext cx="1020214" cy="1020214"/>
          </a:xfrm>
          <a:prstGeom prst="rect">
            <a:avLst/>
          </a:prstGeom>
        </p:spPr>
      </p:pic>
      <p:pic>
        <p:nvPicPr>
          <p:cNvPr id="27" name="Picture 26">
            <a:extLst>
              <a:ext uri="{FF2B5EF4-FFF2-40B4-BE49-F238E27FC236}">
                <a16:creationId xmlns:a16="http://schemas.microsoft.com/office/drawing/2014/main" id="{92B1BDFC-16B1-3F82-9324-E4081662212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2357" y="4795481"/>
            <a:ext cx="1020214" cy="1020214"/>
          </a:xfrm>
          <a:prstGeom prst="rect">
            <a:avLst/>
          </a:prstGeom>
        </p:spPr>
      </p:pic>
      <p:grpSp>
        <p:nvGrpSpPr>
          <p:cNvPr id="40" name="Group 39">
            <a:extLst>
              <a:ext uri="{FF2B5EF4-FFF2-40B4-BE49-F238E27FC236}">
                <a16:creationId xmlns:a16="http://schemas.microsoft.com/office/drawing/2014/main" id="{4F7483CE-A4AB-140F-0D15-E3359BCF52F4}"/>
              </a:ext>
            </a:extLst>
          </p:cNvPr>
          <p:cNvGrpSpPr/>
          <p:nvPr/>
        </p:nvGrpSpPr>
        <p:grpSpPr>
          <a:xfrm>
            <a:off x="76491" y="3590000"/>
            <a:ext cx="1496244" cy="1079276"/>
            <a:chOff x="1621056" y="3608981"/>
            <a:chExt cx="1496244" cy="1079276"/>
          </a:xfrm>
        </p:grpSpPr>
        <p:grpSp>
          <p:nvGrpSpPr>
            <p:cNvPr id="35" name="Group 34">
              <a:extLst>
                <a:ext uri="{FF2B5EF4-FFF2-40B4-BE49-F238E27FC236}">
                  <a16:creationId xmlns:a16="http://schemas.microsoft.com/office/drawing/2014/main" id="{51FAE7A3-3D8E-1BB0-E910-4CF22E009C55}"/>
                </a:ext>
              </a:extLst>
            </p:cNvPr>
            <p:cNvGrpSpPr/>
            <p:nvPr/>
          </p:nvGrpSpPr>
          <p:grpSpPr>
            <a:xfrm>
              <a:off x="1621056" y="3608981"/>
              <a:ext cx="1496244" cy="1079276"/>
              <a:chOff x="1621056" y="3608981"/>
              <a:chExt cx="1239214" cy="893874"/>
            </a:xfrm>
          </p:grpSpPr>
          <p:sp>
            <p:nvSpPr>
              <p:cNvPr id="29" name="Rectangle: Rounded Corners 28">
                <a:extLst>
                  <a:ext uri="{FF2B5EF4-FFF2-40B4-BE49-F238E27FC236}">
                    <a16:creationId xmlns:a16="http://schemas.microsoft.com/office/drawing/2014/main" id="{0252FEA6-CD92-70A0-974D-C5A62DE50E6B}"/>
                  </a:ext>
                </a:extLst>
              </p:cNvPr>
              <p:cNvSpPr/>
              <p:nvPr/>
            </p:nvSpPr>
            <p:spPr>
              <a:xfrm>
                <a:off x="1621056" y="3776834"/>
                <a:ext cx="1239214" cy="726021"/>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984398E-2DBF-D6EE-52D7-DFB23C4A72C6}"/>
                  </a:ext>
                </a:extLst>
              </p:cNvPr>
              <p:cNvSpPr/>
              <p:nvPr/>
            </p:nvSpPr>
            <p:spPr>
              <a:xfrm>
                <a:off x="2052029" y="3608981"/>
                <a:ext cx="356868" cy="356868"/>
              </a:xfrm>
              <a:prstGeom prst="ellipse">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grpSp>
        <p:sp>
          <p:nvSpPr>
            <p:cNvPr id="39" name="TextBox 38">
              <a:extLst>
                <a:ext uri="{FF2B5EF4-FFF2-40B4-BE49-F238E27FC236}">
                  <a16:creationId xmlns:a16="http://schemas.microsoft.com/office/drawing/2014/main" id="{0FF7DE2F-BC06-926E-19E3-A5121F2E283E}"/>
                </a:ext>
              </a:extLst>
            </p:cNvPr>
            <p:cNvSpPr txBox="1"/>
            <p:nvPr/>
          </p:nvSpPr>
          <p:spPr>
            <a:xfrm>
              <a:off x="1773760" y="4016630"/>
              <a:ext cx="1197764" cy="646331"/>
            </a:xfrm>
            <a:prstGeom prst="rect">
              <a:avLst/>
            </a:prstGeom>
            <a:noFill/>
          </p:spPr>
          <p:txBody>
            <a:bodyPr wrap="none" rtlCol="0">
              <a:spAutoFit/>
            </a:bodyPr>
            <a:lstStyle/>
            <a:p>
              <a:pPr algn="ctr"/>
              <a:r>
                <a:rPr lang="en-US" dirty="0"/>
                <a:t>Normal</a:t>
              </a:r>
            </a:p>
            <a:p>
              <a:pPr algn="ctr"/>
              <a:r>
                <a:rPr lang="en-US" dirty="0"/>
                <a:t>Operation</a:t>
              </a:r>
            </a:p>
          </p:txBody>
        </p:sp>
      </p:grpSp>
      <p:pic>
        <p:nvPicPr>
          <p:cNvPr id="42" name="Picture 41">
            <a:extLst>
              <a:ext uri="{FF2B5EF4-FFF2-40B4-BE49-F238E27FC236}">
                <a16:creationId xmlns:a16="http://schemas.microsoft.com/office/drawing/2014/main" id="{1B7D342A-F4CB-8C79-443E-DDBDFC6691C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560812" y="4995428"/>
            <a:ext cx="751700" cy="751700"/>
          </a:xfrm>
          <a:prstGeom prst="rect">
            <a:avLst/>
          </a:prstGeom>
        </p:spPr>
      </p:pic>
      <p:grpSp>
        <p:nvGrpSpPr>
          <p:cNvPr id="43" name="Group 42">
            <a:extLst>
              <a:ext uri="{FF2B5EF4-FFF2-40B4-BE49-F238E27FC236}">
                <a16:creationId xmlns:a16="http://schemas.microsoft.com/office/drawing/2014/main" id="{549A1AF2-241B-1AFC-4661-8A1EFF015BEF}"/>
              </a:ext>
            </a:extLst>
          </p:cNvPr>
          <p:cNvGrpSpPr/>
          <p:nvPr/>
        </p:nvGrpSpPr>
        <p:grpSpPr>
          <a:xfrm>
            <a:off x="2133166" y="3585376"/>
            <a:ext cx="1496244" cy="1079276"/>
            <a:chOff x="1621056" y="3608981"/>
            <a:chExt cx="1496244" cy="1079276"/>
          </a:xfrm>
        </p:grpSpPr>
        <p:grpSp>
          <p:nvGrpSpPr>
            <p:cNvPr id="44" name="Group 43">
              <a:extLst>
                <a:ext uri="{FF2B5EF4-FFF2-40B4-BE49-F238E27FC236}">
                  <a16:creationId xmlns:a16="http://schemas.microsoft.com/office/drawing/2014/main" id="{29F51301-A4F5-1798-A2BC-12C16001BC20}"/>
                </a:ext>
              </a:extLst>
            </p:cNvPr>
            <p:cNvGrpSpPr/>
            <p:nvPr/>
          </p:nvGrpSpPr>
          <p:grpSpPr>
            <a:xfrm>
              <a:off x="1621056" y="3608981"/>
              <a:ext cx="1496244" cy="1079276"/>
              <a:chOff x="1621056" y="3608981"/>
              <a:chExt cx="1239214" cy="893874"/>
            </a:xfrm>
          </p:grpSpPr>
          <p:sp>
            <p:nvSpPr>
              <p:cNvPr id="46" name="Rectangle: Rounded Corners 45">
                <a:extLst>
                  <a:ext uri="{FF2B5EF4-FFF2-40B4-BE49-F238E27FC236}">
                    <a16:creationId xmlns:a16="http://schemas.microsoft.com/office/drawing/2014/main" id="{047E1A1B-7117-252A-FFD4-9AAC26E9F18E}"/>
                  </a:ext>
                </a:extLst>
              </p:cNvPr>
              <p:cNvSpPr/>
              <p:nvPr/>
            </p:nvSpPr>
            <p:spPr>
              <a:xfrm>
                <a:off x="1621056" y="3776834"/>
                <a:ext cx="1239214" cy="726021"/>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B70B1FD9-01BE-4EBC-9809-CF96D3C7641D}"/>
                  </a:ext>
                </a:extLst>
              </p:cNvPr>
              <p:cNvSpPr/>
              <p:nvPr/>
            </p:nvSpPr>
            <p:spPr>
              <a:xfrm>
                <a:off x="2052029" y="3608981"/>
                <a:ext cx="356868" cy="356868"/>
              </a:xfrm>
              <a:prstGeom prst="ellipse">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grpSp>
        <p:sp>
          <p:nvSpPr>
            <p:cNvPr id="45" name="TextBox 44">
              <a:extLst>
                <a:ext uri="{FF2B5EF4-FFF2-40B4-BE49-F238E27FC236}">
                  <a16:creationId xmlns:a16="http://schemas.microsoft.com/office/drawing/2014/main" id="{D6A8A0F4-DC95-CE8E-7ABB-2C43EA11164F}"/>
                </a:ext>
              </a:extLst>
            </p:cNvPr>
            <p:cNvSpPr txBox="1"/>
            <p:nvPr/>
          </p:nvSpPr>
          <p:spPr>
            <a:xfrm>
              <a:off x="1953298" y="4016630"/>
              <a:ext cx="838691" cy="646331"/>
            </a:xfrm>
            <a:prstGeom prst="rect">
              <a:avLst/>
            </a:prstGeom>
            <a:noFill/>
          </p:spPr>
          <p:txBody>
            <a:bodyPr wrap="none" rtlCol="0">
              <a:spAutoFit/>
            </a:bodyPr>
            <a:lstStyle/>
            <a:p>
              <a:pPr algn="ctr"/>
              <a:r>
                <a:rPr lang="en-US" dirty="0"/>
                <a:t>Stall</a:t>
              </a:r>
            </a:p>
            <a:p>
              <a:pPr algn="ctr"/>
              <a:r>
                <a:rPr lang="en-US" dirty="0"/>
                <a:t>trigger</a:t>
              </a:r>
            </a:p>
          </p:txBody>
        </p:sp>
      </p:grpSp>
      <p:grpSp>
        <p:nvGrpSpPr>
          <p:cNvPr id="48" name="Group 47">
            <a:extLst>
              <a:ext uri="{FF2B5EF4-FFF2-40B4-BE49-F238E27FC236}">
                <a16:creationId xmlns:a16="http://schemas.microsoft.com/office/drawing/2014/main" id="{FCD152CA-1181-F899-C69A-2B16153BE366}"/>
              </a:ext>
            </a:extLst>
          </p:cNvPr>
          <p:cNvGrpSpPr/>
          <p:nvPr/>
        </p:nvGrpSpPr>
        <p:grpSpPr>
          <a:xfrm>
            <a:off x="4165210" y="3592830"/>
            <a:ext cx="1496244" cy="1079275"/>
            <a:chOff x="1621056" y="3608983"/>
            <a:chExt cx="1496244" cy="1079275"/>
          </a:xfrm>
        </p:grpSpPr>
        <p:grpSp>
          <p:nvGrpSpPr>
            <p:cNvPr id="49" name="Group 48">
              <a:extLst>
                <a:ext uri="{FF2B5EF4-FFF2-40B4-BE49-F238E27FC236}">
                  <a16:creationId xmlns:a16="http://schemas.microsoft.com/office/drawing/2014/main" id="{2EB50380-3ED7-D98B-BE74-45BA85C03FFA}"/>
                </a:ext>
              </a:extLst>
            </p:cNvPr>
            <p:cNvGrpSpPr/>
            <p:nvPr/>
          </p:nvGrpSpPr>
          <p:grpSpPr>
            <a:xfrm>
              <a:off x="1621056" y="3608983"/>
              <a:ext cx="1496244" cy="1079275"/>
              <a:chOff x="1621056" y="3608982"/>
              <a:chExt cx="1239214" cy="893873"/>
            </a:xfrm>
          </p:grpSpPr>
          <p:sp>
            <p:nvSpPr>
              <p:cNvPr id="51" name="Rectangle: Rounded Corners 50">
                <a:extLst>
                  <a:ext uri="{FF2B5EF4-FFF2-40B4-BE49-F238E27FC236}">
                    <a16:creationId xmlns:a16="http://schemas.microsoft.com/office/drawing/2014/main" id="{2EBD2C21-058E-D402-85F9-1E195324B17B}"/>
                  </a:ext>
                </a:extLst>
              </p:cNvPr>
              <p:cNvSpPr/>
              <p:nvPr/>
            </p:nvSpPr>
            <p:spPr>
              <a:xfrm>
                <a:off x="1621056" y="3776834"/>
                <a:ext cx="1239214" cy="726021"/>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9C6B6919-A852-5993-EFAA-31749971D429}"/>
                  </a:ext>
                </a:extLst>
              </p:cNvPr>
              <p:cNvSpPr/>
              <p:nvPr/>
            </p:nvSpPr>
            <p:spPr>
              <a:xfrm>
                <a:off x="2052029" y="3608982"/>
                <a:ext cx="356868" cy="356868"/>
              </a:xfrm>
              <a:prstGeom prst="ellipse">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grpSp>
        <p:sp>
          <p:nvSpPr>
            <p:cNvPr id="50" name="TextBox 49">
              <a:extLst>
                <a:ext uri="{FF2B5EF4-FFF2-40B4-BE49-F238E27FC236}">
                  <a16:creationId xmlns:a16="http://schemas.microsoft.com/office/drawing/2014/main" id="{FE1F2CC3-62B7-F2C6-B57D-655D5FFED1C7}"/>
                </a:ext>
              </a:extLst>
            </p:cNvPr>
            <p:cNvSpPr txBox="1"/>
            <p:nvPr/>
          </p:nvSpPr>
          <p:spPr>
            <a:xfrm>
              <a:off x="1927651" y="4016630"/>
              <a:ext cx="889987" cy="646331"/>
            </a:xfrm>
            <a:prstGeom prst="rect">
              <a:avLst/>
            </a:prstGeom>
            <a:noFill/>
          </p:spPr>
          <p:txBody>
            <a:bodyPr wrap="none" rtlCol="0">
              <a:spAutoFit/>
            </a:bodyPr>
            <a:lstStyle/>
            <a:p>
              <a:pPr algn="ctr"/>
              <a:r>
                <a:rPr lang="en-US" dirty="0"/>
                <a:t>Stalled</a:t>
              </a:r>
            </a:p>
            <a:p>
              <a:pPr algn="ctr"/>
              <a:r>
                <a:rPr lang="en-US" dirty="0"/>
                <a:t>motor</a:t>
              </a:r>
            </a:p>
          </p:txBody>
        </p:sp>
      </p:grpSp>
      <p:grpSp>
        <p:nvGrpSpPr>
          <p:cNvPr id="53" name="Group 52">
            <a:extLst>
              <a:ext uri="{FF2B5EF4-FFF2-40B4-BE49-F238E27FC236}">
                <a16:creationId xmlns:a16="http://schemas.microsoft.com/office/drawing/2014/main" id="{C89F52CC-F011-0BFA-7525-6366BB315D51}"/>
              </a:ext>
            </a:extLst>
          </p:cNvPr>
          <p:cNvGrpSpPr/>
          <p:nvPr/>
        </p:nvGrpSpPr>
        <p:grpSpPr>
          <a:xfrm>
            <a:off x="6188108" y="3581400"/>
            <a:ext cx="1496244" cy="1079275"/>
            <a:chOff x="1621056" y="3608983"/>
            <a:chExt cx="1496244" cy="1079275"/>
          </a:xfrm>
        </p:grpSpPr>
        <p:grpSp>
          <p:nvGrpSpPr>
            <p:cNvPr id="54" name="Group 53">
              <a:extLst>
                <a:ext uri="{FF2B5EF4-FFF2-40B4-BE49-F238E27FC236}">
                  <a16:creationId xmlns:a16="http://schemas.microsoft.com/office/drawing/2014/main" id="{8859F1F0-D21A-A420-A9A4-0B4266434E2A}"/>
                </a:ext>
              </a:extLst>
            </p:cNvPr>
            <p:cNvGrpSpPr/>
            <p:nvPr/>
          </p:nvGrpSpPr>
          <p:grpSpPr>
            <a:xfrm>
              <a:off x="1621056" y="3608983"/>
              <a:ext cx="1496244" cy="1079275"/>
              <a:chOff x="1621056" y="3608982"/>
              <a:chExt cx="1239214" cy="893873"/>
            </a:xfrm>
          </p:grpSpPr>
          <p:sp>
            <p:nvSpPr>
              <p:cNvPr id="56" name="Rectangle: Rounded Corners 55">
                <a:extLst>
                  <a:ext uri="{FF2B5EF4-FFF2-40B4-BE49-F238E27FC236}">
                    <a16:creationId xmlns:a16="http://schemas.microsoft.com/office/drawing/2014/main" id="{60DA617B-6166-2B2B-D16E-89DCE1F2283A}"/>
                  </a:ext>
                </a:extLst>
              </p:cNvPr>
              <p:cNvSpPr/>
              <p:nvPr/>
            </p:nvSpPr>
            <p:spPr>
              <a:xfrm>
                <a:off x="1621056" y="3776834"/>
                <a:ext cx="1239214" cy="726021"/>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AF5317E-EB9E-DC69-7527-A2A87C9D5058}"/>
                  </a:ext>
                </a:extLst>
              </p:cNvPr>
              <p:cNvSpPr/>
              <p:nvPr/>
            </p:nvSpPr>
            <p:spPr>
              <a:xfrm>
                <a:off x="2052029" y="3608982"/>
                <a:ext cx="356868" cy="356868"/>
              </a:xfrm>
              <a:prstGeom prst="ellipse">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grpSp>
        <p:sp>
          <p:nvSpPr>
            <p:cNvPr id="55" name="TextBox 54">
              <a:extLst>
                <a:ext uri="{FF2B5EF4-FFF2-40B4-BE49-F238E27FC236}">
                  <a16:creationId xmlns:a16="http://schemas.microsoft.com/office/drawing/2014/main" id="{2A0847A9-5AC2-CCCE-3692-B1697C421AF4}"/>
                </a:ext>
              </a:extLst>
            </p:cNvPr>
            <p:cNvSpPr txBox="1"/>
            <p:nvPr/>
          </p:nvSpPr>
          <p:spPr>
            <a:xfrm>
              <a:off x="1773763" y="4016630"/>
              <a:ext cx="1197765" cy="646331"/>
            </a:xfrm>
            <a:prstGeom prst="rect">
              <a:avLst/>
            </a:prstGeom>
            <a:noFill/>
          </p:spPr>
          <p:txBody>
            <a:bodyPr wrap="none" rtlCol="0">
              <a:spAutoFit/>
            </a:bodyPr>
            <a:lstStyle/>
            <a:p>
              <a:pPr algn="ctr"/>
              <a:r>
                <a:rPr lang="en-US" dirty="0"/>
                <a:t>Thermal</a:t>
              </a:r>
            </a:p>
            <a:p>
              <a:pPr algn="ctr"/>
              <a:r>
                <a:rPr lang="en-US" dirty="0"/>
                <a:t>protection</a:t>
              </a:r>
            </a:p>
          </p:txBody>
        </p:sp>
      </p:grpSp>
      <p:sp>
        <p:nvSpPr>
          <p:cNvPr id="58" name="TextBox 57">
            <a:extLst>
              <a:ext uri="{FF2B5EF4-FFF2-40B4-BE49-F238E27FC236}">
                <a16:creationId xmlns:a16="http://schemas.microsoft.com/office/drawing/2014/main" id="{B98DEE7D-D822-4487-FB9D-9C977029624E}"/>
              </a:ext>
            </a:extLst>
          </p:cNvPr>
          <p:cNvSpPr txBox="1"/>
          <p:nvPr/>
        </p:nvSpPr>
        <p:spPr>
          <a:xfrm>
            <a:off x="-36571" y="5718672"/>
            <a:ext cx="1828059" cy="646331"/>
          </a:xfrm>
          <a:prstGeom prst="rect">
            <a:avLst/>
          </a:prstGeom>
          <a:noFill/>
        </p:spPr>
        <p:txBody>
          <a:bodyPr wrap="square">
            <a:spAutoFit/>
          </a:bodyPr>
          <a:lstStyle/>
          <a:p>
            <a:pPr algn="ctr"/>
            <a:r>
              <a:rPr lang="en-US" dirty="0"/>
              <a:t>Motor operates</a:t>
            </a:r>
          </a:p>
          <a:p>
            <a:pPr algn="ctr"/>
            <a:r>
              <a:rPr lang="en-US" dirty="0"/>
              <a:t>normally</a:t>
            </a: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9FAB2812-F3B6-0EA2-3935-EFF57150BE97}"/>
                  </a:ext>
                </a:extLst>
              </p:cNvPr>
              <p:cNvSpPr txBox="1"/>
              <p:nvPr/>
            </p:nvSpPr>
            <p:spPr>
              <a:xfrm>
                <a:off x="2206872" y="5718672"/>
                <a:ext cx="1828059" cy="923330"/>
              </a:xfrm>
              <a:prstGeom prst="rect">
                <a:avLst/>
              </a:prstGeom>
              <a:noFill/>
            </p:spPr>
            <p:txBody>
              <a:bodyPr wrap="square">
                <a:spAutoFit/>
              </a:bodyPr>
              <a:lstStyle/>
              <a:p>
                <a:pPr algn="ctr"/>
                <a:r>
                  <a:rPr lang="en-US" dirty="0"/>
                  <a:t>Voltage drops below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𝑠𝑡𝑎𝑙𝑙</m:t>
                        </m:r>
                      </m:sub>
                    </m:sSub>
                  </m:oMath>
                </a14:m>
                <a:r>
                  <a:rPr lang="en-US" dirty="0"/>
                  <a:t> for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𝑡</m:t>
                        </m:r>
                      </m:e>
                      <m:sub>
                        <m:r>
                          <a:rPr lang="en-US" i="1">
                            <a:latin typeface="Cambria Math" panose="02040503050406030204" pitchFamily="18" charset="0"/>
                          </a:rPr>
                          <m:t>𝑠𝑡𝑎𝑙𝑙</m:t>
                        </m:r>
                      </m:sub>
                    </m:sSub>
                  </m:oMath>
                </a14:m>
                <a:endParaRPr lang="en-US" dirty="0"/>
              </a:p>
            </p:txBody>
          </p:sp>
        </mc:Choice>
        <mc:Fallback xmlns="">
          <p:sp>
            <p:nvSpPr>
              <p:cNvPr id="59" name="TextBox 58">
                <a:extLst>
                  <a:ext uri="{FF2B5EF4-FFF2-40B4-BE49-F238E27FC236}">
                    <a16:creationId xmlns:a16="http://schemas.microsoft.com/office/drawing/2014/main" id="{9FAB2812-F3B6-0EA2-3935-EFF57150BE97}"/>
                  </a:ext>
                </a:extLst>
              </p:cNvPr>
              <p:cNvSpPr txBox="1">
                <a:spLocks noRot="1" noChangeAspect="1" noMove="1" noResize="1" noEditPoints="1" noAdjustHandles="1" noChangeArrowheads="1" noChangeShapeType="1" noTextEdit="1"/>
              </p:cNvSpPr>
              <p:nvPr/>
            </p:nvSpPr>
            <p:spPr>
              <a:xfrm>
                <a:off x="2206872" y="5718672"/>
                <a:ext cx="1828059" cy="923330"/>
              </a:xfrm>
              <a:prstGeom prst="rect">
                <a:avLst/>
              </a:prstGeom>
              <a:blipFill>
                <a:blip r:embed="rId10"/>
                <a:stretch>
                  <a:fillRect t="-3289" r="-2000"/>
                </a:stretch>
              </a:blipFill>
            </p:spPr>
            <p:txBody>
              <a:bodyPr/>
              <a:lstStyle/>
              <a:p>
                <a:r>
                  <a:rPr lang="en-US">
                    <a:noFill/>
                  </a:rPr>
                  <a:t> </a:t>
                </a:r>
              </a:p>
            </p:txBody>
          </p:sp>
        </mc:Fallback>
      </mc:AlternateContent>
      <p:sp>
        <p:nvSpPr>
          <p:cNvPr id="60" name="TextBox 59">
            <a:extLst>
              <a:ext uri="{FF2B5EF4-FFF2-40B4-BE49-F238E27FC236}">
                <a16:creationId xmlns:a16="http://schemas.microsoft.com/office/drawing/2014/main" id="{8ECA6A14-9D78-DF59-FF4B-6C85CD884658}"/>
              </a:ext>
            </a:extLst>
          </p:cNvPr>
          <p:cNvSpPr txBox="1"/>
          <p:nvPr/>
        </p:nvSpPr>
        <p:spPr>
          <a:xfrm>
            <a:off x="4143205" y="5718513"/>
            <a:ext cx="1828059" cy="923330"/>
          </a:xfrm>
          <a:prstGeom prst="rect">
            <a:avLst/>
          </a:prstGeom>
          <a:noFill/>
        </p:spPr>
        <p:txBody>
          <a:bodyPr wrap="square">
            <a:spAutoFit/>
          </a:bodyPr>
          <a:lstStyle/>
          <a:p>
            <a:pPr algn="ctr"/>
            <a:r>
              <a:rPr lang="en-US" dirty="0"/>
              <a:t>Motor stalls and draws high reactive power</a:t>
            </a:r>
          </a:p>
        </p:txBody>
      </p:sp>
      <p:sp>
        <p:nvSpPr>
          <p:cNvPr id="61" name="TextBox 60">
            <a:extLst>
              <a:ext uri="{FF2B5EF4-FFF2-40B4-BE49-F238E27FC236}">
                <a16:creationId xmlns:a16="http://schemas.microsoft.com/office/drawing/2014/main" id="{4582FC0D-BE2D-1B69-D4E2-23C20738B79E}"/>
              </a:ext>
            </a:extLst>
          </p:cNvPr>
          <p:cNvSpPr txBox="1"/>
          <p:nvPr/>
        </p:nvSpPr>
        <p:spPr>
          <a:xfrm>
            <a:off x="6148673" y="5718513"/>
            <a:ext cx="1828059" cy="923330"/>
          </a:xfrm>
          <a:prstGeom prst="rect">
            <a:avLst/>
          </a:prstGeom>
          <a:noFill/>
        </p:spPr>
        <p:txBody>
          <a:bodyPr wrap="square">
            <a:spAutoFit/>
          </a:bodyPr>
          <a:lstStyle/>
          <a:p>
            <a:pPr algn="ctr"/>
            <a:r>
              <a:rPr lang="en-US" dirty="0"/>
              <a:t>Heating accumulates and motors trip</a:t>
            </a:r>
          </a:p>
        </p:txBody>
      </p:sp>
      <p:grpSp>
        <p:nvGrpSpPr>
          <p:cNvPr id="62" name="Group 61">
            <a:extLst>
              <a:ext uri="{FF2B5EF4-FFF2-40B4-BE49-F238E27FC236}">
                <a16:creationId xmlns:a16="http://schemas.microsoft.com/office/drawing/2014/main" id="{95E8B71E-D6DA-EE57-158F-12E2CF869AEE}"/>
              </a:ext>
            </a:extLst>
          </p:cNvPr>
          <p:cNvGrpSpPr/>
          <p:nvPr/>
        </p:nvGrpSpPr>
        <p:grpSpPr>
          <a:xfrm>
            <a:off x="8200128" y="3590001"/>
            <a:ext cx="1496244" cy="1079275"/>
            <a:chOff x="1621056" y="3608983"/>
            <a:chExt cx="1496244" cy="1079275"/>
          </a:xfrm>
        </p:grpSpPr>
        <p:grpSp>
          <p:nvGrpSpPr>
            <p:cNvPr id="63" name="Group 62">
              <a:extLst>
                <a:ext uri="{FF2B5EF4-FFF2-40B4-BE49-F238E27FC236}">
                  <a16:creationId xmlns:a16="http://schemas.microsoft.com/office/drawing/2014/main" id="{D2F6969D-6EE5-6D0E-2F36-371F36D646DC}"/>
                </a:ext>
              </a:extLst>
            </p:cNvPr>
            <p:cNvGrpSpPr/>
            <p:nvPr/>
          </p:nvGrpSpPr>
          <p:grpSpPr>
            <a:xfrm>
              <a:off x="1621056" y="3608983"/>
              <a:ext cx="1496244" cy="1079275"/>
              <a:chOff x="1621056" y="3608982"/>
              <a:chExt cx="1239214" cy="893873"/>
            </a:xfrm>
          </p:grpSpPr>
          <p:sp>
            <p:nvSpPr>
              <p:cNvPr id="65" name="Rectangle: Rounded Corners 64">
                <a:extLst>
                  <a:ext uri="{FF2B5EF4-FFF2-40B4-BE49-F238E27FC236}">
                    <a16:creationId xmlns:a16="http://schemas.microsoft.com/office/drawing/2014/main" id="{5517505A-F86A-4FB5-AB12-F3D102D0F322}"/>
                  </a:ext>
                </a:extLst>
              </p:cNvPr>
              <p:cNvSpPr/>
              <p:nvPr/>
            </p:nvSpPr>
            <p:spPr>
              <a:xfrm>
                <a:off x="1621056" y="3776834"/>
                <a:ext cx="1239214" cy="726021"/>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4E149A09-DA80-2D60-FEF1-04B9CADB7685}"/>
                  </a:ext>
                </a:extLst>
              </p:cNvPr>
              <p:cNvSpPr/>
              <p:nvPr/>
            </p:nvSpPr>
            <p:spPr>
              <a:xfrm>
                <a:off x="2052029" y="3608982"/>
                <a:ext cx="356868" cy="356868"/>
              </a:xfrm>
              <a:prstGeom prst="ellipse">
                <a:avLst/>
              </a:prstGeom>
              <a:solidFill>
                <a:srgbClr val="009ED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grpSp>
        <p:sp>
          <p:nvSpPr>
            <p:cNvPr id="64" name="TextBox 63">
              <a:extLst>
                <a:ext uri="{FF2B5EF4-FFF2-40B4-BE49-F238E27FC236}">
                  <a16:creationId xmlns:a16="http://schemas.microsoft.com/office/drawing/2014/main" id="{D0A92836-91D5-1610-C0E5-D31E34C5D1AC}"/>
                </a:ext>
              </a:extLst>
            </p:cNvPr>
            <p:cNvSpPr txBox="1"/>
            <p:nvPr/>
          </p:nvSpPr>
          <p:spPr>
            <a:xfrm>
              <a:off x="1728882" y="4016630"/>
              <a:ext cx="1287532" cy="646331"/>
            </a:xfrm>
            <a:prstGeom prst="rect">
              <a:avLst/>
            </a:prstGeom>
            <a:noFill/>
          </p:spPr>
          <p:txBody>
            <a:bodyPr wrap="none" rtlCol="0">
              <a:spAutoFit/>
            </a:bodyPr>
            <a:lstStyle/>
            <a:p>
              <a:pPr algn="ctr"/>
              <a:r>
                <a:rPr lang="en-US" dirty="0"/>
                <a:t>Reconnect</a:t>
              </a:r>
            </a:p>
            <a:p>
              <a:pPr algn="ctr"/>
              <a:r>
                <a:rPr lang="en-US" dirty="0"/>
                <a:t>(Partially)</a:t>
              </a:r>
            </a:p>
          </p:txBody>
        </p:sp>
      </p:grpSp>
      <p:pic>
        <p:nvPicPr>
          <p:cNvPr id="68" name="Picture 67">
            <a:extLst>
              <a:ext uri="{FF2B5EF4-FFF2-40B4-BE49-F238E27FC236}">
                <a16:creationId xmlns:a16="http://schemas.microsoft.com/office/drawing/2014/main" id="{86A48BA9-F023-E337-A86A-255531A6B54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633451" y="4871099"/>
            <a:ext cx="769432" cy="769432"/>
          </a:xfrm>
          <a:prstGeom prst="rect">
            <a:avLst/>
          </a:prstGeom>
        </p:spPr>
      </p:pic>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E0419BC0-1467-44E2-9F95-4E3C7A3A2FCF}"/>
                  </a:ext>
                </a:extLst>
              </p:cNvPr>
              <p:cNvSpPr txBox="1"/>
              <p:nvPr/>
            </p:nvSpPr>
            <p:spPr>
              <a:xfrm>
                <a:off x="8154141" y="5731949"/>
                <a:ext cx="1828059" cy="923330"/>
              </a:xfrm>
              <a:prstGeom prst="rect">
                <a:avLst/>
              </a:prstGeom>
              <a:noFill/>
            </p:spPr>
            <p:txBody>
              <a:bodyPr wrap="square">
                <a:spAutoFit/>
              </a:bodyPr>
              <a:lstStyle/>
              <a:p>
                <a:pPr algn="ctr"/>
                <a:r>
                  <a:rPr lang="en-US" dirty="0"/>
                  <a:t>Voltage above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b="0" i="1" smtClean="0">
                            <a:latin typeface="Cambria Math" panose="02040503050406030204" pitchFamily="18" charset="0"/>
                          </a:rPr>
                          <m:t>𝑟𝑒𝑠𝑡𝑎𝑟𝑡</m:t>
                        </m:r>
                      </m:sub>
                    </m:sSub>
                  </m:oMath>
                </a14:m>
                <a:r>
                  <a:rPr lang="en-US" dirty="0"/>
                  <a:t> after delay </a:t>
                </a:r>
                <a14:m>
                  <m:oMath xmlns:m="http://schemas.openxmlformats.org/officeDocument/2006/math">
                    <m:r>
                      <a:rPr lang="en-US" b="0" i="1" smtClean="0">
                        <a:latin typeface="Cambria Math" panose="02040503050406030204" pitchFamily="18" charset="0"/>
                      </a:rPr>
                      <m:t>𝑡</m:t>
                    </m:r>
                  </m:oMath>
                </a14:m>
                <a:r>
                  <a:rPr lang="en-US" dirty="0"/>
                  <a:t> </a:t>
                </a:r>
              </a:p>
            </p:txBody>
          </p:sp>
        </mc:Choice>
        <mc:Fallback xmlns="">
          <p:sp>
            <p:nvSpPr>
              <p:cNvPr id="69" name="TextBox 68">
                <a:extLst>
                  <a:ext uri="{FF2B5EF4-FFF2-40B4-BE49-F238E27FC236}">
                    <a16:creationId xmlns:a16="http://schemas.microsoft.com/office/drawing/2014/main" id="{E0419BC0-1467-44E2-9F95-4E3C7A3A2FCF}"/>
                  </a:ext>
                </a:extLst>
              </p:cNvPr>
              <p:cNvSpPr txBox="1">
                <a:spLocks noRot="1" noChangeAspect="1" noMove="1" noResize="1" noEditPoints="1" noAdjustHandles="1" noChangeArrowheads="1" noChangeShapeType="1" noTextEdit="1"/>
              </p:cNvSpPr>
              <p:nvPr/>
            </p:nvSpPr>
            <p:spPr>
              <a:xfrm>
                <a:off x="8154141" y="5731949"/>
                <a:ext cx="1828059" cy="923330"/>
              </a:xfrm>
              <a:prstGeom prst="rect">
                <a:avLst/>
              </a:prstGeom>
              <a:blipFill>
                <a:blip r:embed="rId12"/>
                <a:stretch>
                  <a:fillRect t="-3289" r="-667" b="-9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70" name="Table 69">
                <a:extLst>
                  <a:ext uri="{FF2B5EF4-FFF2-40B4-BE49-F238E27FC236}">
                    <a16:creationId xmlns:a16="http://schemas.microsoft.com/office/drawing/2014/main" id="{F5F38B1C-7508-3102-A574-B6A74F0D8E36}"/>
                  </a:ext>
                </a:extLst>
              </p:cNvPr>
              <p:cNvGraphicFramePr>
                <a:graphicFrameLocks noGrp="1"/>
              </p:cNvGraphicFramePr>
              <p:nvPr>
                <p:extLst>
                  <p:ext uri="{D42A27DB-BD31-4B8C-83A1-F6EECF244321}">
                    <p14:modId xmlns:p14="http://schemas.microsoft.com/office/powerpoint/2010/main" val="4100149476"/>
                  </p:ext>
                </p:extLst>
              </p:nvPr>
            </p:nvGraphicFramePr>
            <p:xfrm>
              <a:off x="6148482" y="1143000"/>
              <a:ext cx="5941918" cy="2438400"/>
            </p:xfrm>
            <a:graphic>
              <a:graphicData uri="http://schemas.openxmlformats.org/drawingml/2006/table">
                <a:tbl>
                  <a:tblPr firstRow="1" bandRow="1">
                    <a:tableStyleId>{BC89EF96-8CEA-46FF-86C4-4CE0E7609802}</a:tableStyleId>
                  </a:tblPr>
                  <a:tblGrid>
                    <a:gridCol w="2487917">
                      <a:extLst>
                        <a:ext uri="{9D8B030D-6E8A-4147-A177-3AD203B41FA5}">
                          <a16:colId xmlns:a16="http://schemas.microsoft.com/office/drawing/2014/main" val="1123080818"/>
                        </a:ext>
                      </a:extLst>
                    </a:gridCol>
                    <a:gridCol w="3454001">
                      <a:extLst>
                        <a:ext uri="{9D8B030D-6E8A-4147-A177-3AD203B41FA5}">
                          <a16:colId xmlns:a16="http://schemas.microsoft.com/office/drawing/2014/main" val="1915134910"/>
                        </a:ext>
                      </a:extLst>
                    </a:gridCol>
                  </a:tblGrid>
                  <a:tr h="269185">
                    <a:tc>
                      <a:txBody>
                        <a:bodyPr/>
                        <a:lstStyle/>
                        <a:p>
                          <a:pPr algn="ctr"/>
                          <a:r>
                            <a:rPr lang="en-US" sz="1400" b="1" dirty="0"/>
                            <a:t>Parameters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Meaning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1091916"/>
                      </a:ext>
                    </a:extLst>
                  </a:tr>
                  <a:tr h="269185">
                    <a:tc>
                      <a:txBody>
                        <a:bodyPr/>
                        <a:lstStyle/>
                        <a:p>
                          <a:pPr algn="ct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𝐹</m:t>
                                    </m:r>
                                  </m:e>
                                  <m:sub>
                                    <m:r>
                                      <a:rPr lang="en-US" sz="1400" b="0" i="1" smtClean="0">
                                        <a:latin typeface="Cambria Math" panose="02040503050406030204" pitchFamily="18" charset="0"/>
                                      </a:rPr>
                                      <m:t>𝑚</m:t>
                                    </m:r>
                                  </m:sub>
                                </m:sSub>
                              </m:oMath>
                            </m:oMathPara>
                          </a14:m>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Motor share fraction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1161969"/>
                      </a:ext>
                    </a:extLst>
                  </a:tr>
                  <a:tr h="269185">
                    <a:tc>
                      <a:txBody>
                        <a:bodyPr/>
                        <a:lstStyle/>
                        <a:p>
                          <a:pPr algn="ct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𝑠𝑡𝑎𝑙𝑙</m:t>
                                    </m:r>
                                  </m:sub>
                                </m:sSub>
                              </m:oMath>
                            </m:oMathPara>
                          </a14:m>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Stalled voltage threshold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8732716"/>
                      </a:ext>
                    </a:extLst>
                  </a:tr>
                  <a:tr h="269185">
                    <a:tc>
                      <a:txBody>
                        <a:bodyPr/>
                        <a:lstStyle/>
                        <a:p>
                          <a:pPr algn="ct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𝑡</m:t>
                                    </m:r>
                                  </m:e>
                                  <m:sub>
                                    <m:r>
                                      <a:rPr lang="en-US" sz="1400" b="0" i="1" smtClean="0">
                                        <a:latin typeface="Cambria Math" panose="02040503050406030204" pitchFamily="18" charset="0"/>
                                      </a:rPr>
                                      <m:t>𝑠𝑡𝑎𝑙𝑙</m:t>
                                    </m:r>
                                  </m:sub>
                                </m:sSub>
                              </m:oMath>
                            </m:oMathPara>
                          </a14:m>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Stalled delay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8566878"/>
                      </a:ext>
                    </a:extLst>
                  </a:tr>
                  <a:tr h="269185">
                    <a:tc>
                      <a:txBody>
                        <a:bodyPr/>
                        <a:lstStyle/>
                        <a:p>
                          <a:pPr algn="ct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𝑟𝑒𝑠𝑡𝑎𝑟𝑡</m:t>
                                    </m:r>
                                  </m:sub>
                                </m:sSub>
                              </m:oMath>
                            </m:oMathPara>
                          </a14:m>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Restart voltage threshold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2695006"/>
                      </a:ext>
                    </a:extLst>
                  </a:tr>
                  <a:tr h="269185">
                    <a:tc>
                      <a:txBody>
                        <a:bodyPr/>
                        <a:lstStyle/>
                        <a:p>
                          <a:pPr algn="ct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𝑡</m:t>
                                    </m:r>
                                  </m:e>
                                  <m:sub>
                                    <m:r>
                                      <a:rPr lang="en-US" sz="1400" b="0" i="1" smtClean="0">
                                        <a:latin typeface="Cambria Math" panose="02040503050406030204" pitchFamily="18" charset="0"/>
                                      </a:rPr>
                                      <m:t>𝑟𝑒𝑠𝑡𝑎𝑟𝑡</m:t>
                                    </m:r>
                                  </m:sub>
                                </m:sSub>
                              </m:oMath>
                            </m:oMathPara>
                          </a14:m>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Restart delay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3357057"/>
                      </a:ext>
                    </a:extLst>
                  </a:tr>
                  <a:tr h="269185">
                    <a:tc>
                      <a:txBody>
                        <a:bodyPr/>
                        <a:lstStyle/>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𝑐𝑜𝑚𝑝𝑃𝐹</m:t>
                                </m:r>
                              </m:oMath>
                            </m:oMathPara>
                          </a14:m>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Compressor motor power factor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802316"/>
                      </a:ext>
                    </a:extLst>
                  </a:tr>
                  <a:tr h="269185">
                    <a:tc>
                      <a:txBody>
                        <a:bodyPr/>
                        <a:lstStyle/>
                        <a:p>
                          <a:pPr algn="ct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𝐹𝑟𝑠𝑡</m:t>
                                </m:r>
                              </m:oMath>
                            </m:oMathPara>
                          </a14:m>
                          <a:endParaRPr lang="en-US" sz="14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0" dirty="0"/>
                            <a:t>Restarting motor fraction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5395026"/>
                      </a:ext>
                    </a:extLst>
                  </a:tr>
                </a:tbl>
              </a:graphicData>
            </a:graphic>
          </p:graphicFrame>
        </mc:Choice>
        <mc:Fallback>
          <p:graphicFrame>
            <p:nvGraphicFramePr>
              <p:cNvPr id="70" name="Table 69">
                <a:extLst>
                  <a:ext uri="{FF2B5EF4-FFF2-40B4-BE49-F238E27FC236}">
                    <a16:creationId xmlns:a16="http://schemas.microsoft.com/office/drawing/2014/main" id="{F5F38B1C-7508-3102-A574-B6A74F0D8E36}"/>
                  </a:ext>
                </a:extLst>
              </p:cNvPr>
              <p:cNvGraphicFramePr>
                <a:graphicFrameLocks noGrp="1"/>
              </p:cNvGraphicFramePr>
              <p:nvPr>
                <p:extLst>
                  <p:ext uri="{D42A27DB-BD31-4B8C-83A1-F6EECF244321}">
                    <p14:modId xmlns:p14="http://schemas.microsoft.com/office/powerpoint/2010/main" val="4100149476"/>
                  </p:ext>
                </p:extLst>
              </p:nvPr>
            </p:nvGraphicFramePr>
            <p:xfrm>
              <a:off x="6148482" y="1143000"/>
              <a:ext cx="5941918" cy="2438400"/>
            </p:xfrm>
            <a:graphic>
              <a:graphicData uri="http://schemas.openxmlformats.org/drawingml/2006/table">
                <a:tbl>
                  <a:tblPr firstRow="1" bandRow="1">
                    <a:tableStyleId>{BC89EF96-8CEA-46FF-86C4-4CE0E7609802}</a:tableStyleId>
                  </a:tblPr>
                  <a:tblGrid>
                    <a:gridCol w="2487917">
                      <a:extLst>
                        <a:ext uri="{9D8B030D-6E8A-4147-A177-3AD203B41FA5}">
                          <a16:colId xmlns:a16="http://schemas.microsoft.com/office/drawing/2014/main" val="1123080818"/>
                        </a:ext>
                      </a:extLst>
                    </a:gridCol>
                    <a:gridCol w="3454001">
                      <a:extLst>
                        <a:ext uri="{9D8B030D-6E8A-4147-A177-3AD203B41FA5}">
                          <a16:colId xmlns:a16="http://schemas.microsoft.com/office/drawing/2014/main" val="1915134910"/>
                        </a:ext>
                      </a:extLst>
                    </a:gridCol>
                  </a:tblGrid>
                  <a:tr h="304800">
                    <a:tc>
                      <a:txBody>
                        <a:bodyPr/>
                        <a:lstStyle/>
                        <a:p>
                          <a:pPr algn="ctr"/>
                          <a:r>
                            <a:rPr lang="en-US" sz="1400" b="1" dirty="0"/>
                            <a:t>Parameters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b="1" dirty="0"/>
                            <a:t>Meaning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1091916"/>
                      </a:ext>
                    </a:extLst>
                  </a:tr>
                  <a:tr h="3048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3"/>
                          <a:stretch>
                            <a:fillRect l="-244" t="-102000" r="-139120" b="-622000"/>
                          </a:stretch>
                        </a:blipFill>
                      </a:tcPr>
                    </a:tc>
                    <a:tc>
                      <a:txBody>
                        <a:bodyPr/>
                        <a:lstStyle/>
                        <a:p>
                          <a:pPr algn="ctr"/>
                          <a:r>
                            <a:rPr lang="en-US" sz="1400" b="0" dirty="0"/>
                            <a:t>Motor share fraction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1161969"/>
                      </a:ext>
                    </a:extLst>
                  </a:tr>
                  <a:tr h="3048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3"/>
                          <a:stretch>
                            <a:fillRect l="-244" t="-202000" r="-139120" b="-522000"/>
                          </a:stretch>
                        </a:blipFill>
                      </a:tcPr>
                    </a:tc>
                    <a:tc>
                      <a:txBody>
                        <a:bodyPr/>
                        <a:lstStyle/>
                        <a:p>
                          <a:pPr algn="ctr"/>
                          <a:r>
                            <a:rPr lang="en-US" sz="1400" b="0" dirty="0"/>
                            <a:t>Stalled voltage threshold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8732716"/>
                      </a:ext>
                    </a:extLst>
                  </a:tr>
                  <a:tr h="3048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3"/>
                          <a:stretch>
                            <a:fillRect l="-244" t="-296078" r="-139120" b="-411765"/>
                          </a:stretch>
                        </a:blipFill>
                      </a:tcPr>
                    </a:tc>
                    <a:tc>
                      <a:txBody>
                        <a:bodyPr/>
                        <a:lstStyle/>
                        <a:p>
                          <a:pPr algn="ctr"/>
                          <a:r>
                            <a:rPr lang="en-US" sz="1400" b="0" dirty="0"/>
                            <a:t>Stalled delay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8566878"/>
                      </a:ext>
                    </a:extLst>
                  </a:tr>
                  <a:tr h="3048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3"/>
                          <a:stretch>
                            <a:fillRect l="-244" t="-404000" r="-139120" b="-320000"/>
                          </a:stretch>
                        </a:blipFill>
                      </a:tcPr>
                    </a:tc>
                    <a:tc>
                      <a:txBody>
                        <a:bodyPr/>
                        <a:lstStyle/>
                        <a:p>
                          <a:pPr algn="ctr"/>
                          <a:r>
                            <a:rPr lang="en-US" sz="1400" b="0" dirty="0"/>
                            <a:t>Restart voltage threshold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2695006"/>
                      </a:ext>
                    </a:extLst>
                  </a:tr>
                  <a:tr h="3048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3"/>
                          <a:stretch>
                            <a:fillRect l="-244" t="-504000" r="-139120" b="-220000"/>
                          </a:stretch>
                        </a:blipFill>
                      </a:tcPr>
                    </a:tc>
                    <a:tc>
                      <a:txBody>
                        <a:bodyPr/>
                        <a:lstStyle/>
                        <a:p>
                          <a:pPr algn="ctr"/>
                          <a:r>
                            <a:rPr lang="en-US" sz="1400" b="0" dirty="0"/>
                            <a:t>Restart delay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3357057"/>
                      </a:ext>
                    </a:extLst>
                  </a:tr>
                  <a:tr h="3048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3"/>
                          <a:stretch>
                            <a:fillRect l="-244" t="-604000" r="-139120" b="-120000"/>
                          </a:stretch>
                        </a:blipFill>
                      </a:tcPr>
                    </a:tc>
                    <a:tc>
                      <a:txBody>
                        <a:bodyPr/>
                        <a:lstStyle/>
                        <a:p>
                          <a:pPr algn="ctr"/>
                          <a:r>
                            <a:rPr lang="en-US" sz="1400" b="0" dirty="0"/>
                            <a:t>Compressor motor power factor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802316"/>
                      </a:ext>
                    </a:extLst>
                  </a:tr>
                  <a:tr h="30480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13"/>
                          <a:stretch>
                            <a:fillRect l="-244" t="-704000" r="-139120" b="-20000"/>
                          </a:stretch>
                        </a:blipFill>
                      </a:tcPr>
                    </a:tc>
                    <a:tc>
                      <a:txBody>
                        <a:bodyPr/>
                        <a:lstStyle/>
                        <a:p>
                          <a:pPr algn="ctr"/>
                          <a:r>
                            <a:rPr lang="en-US" sz="1400" b="0" dirty="0"/>
                            <a:t>Restarting motor fraction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5395026"/>
                      </a:ext>
                    </a:extLst>
                  </a:tr>
                </a:tbl>
              </a:graphicData>
            </a:graphic>
          </p:graphicFrame>
        </mc:Fallback>
      </mc:AlternateContent>
      <p:sp>
        <p:nvSpPr>
          <p:cNvPr id="71" name="Arrow: Down 70">
            <a:extLst>
              <a:ext uri="{FF2B5EF4-FFF2-40B4-BE49-F238E27FC236}">
                <a16:creationId xmlns:a16="http://schemas.microsoft.com/office/drawing/2014/main" id="{70FBCC74-31EA-8E97-5A72-E7DF8DF481EF}"/>
              </a:ext>
            </a:extLst>
          </p:cNvPr>
          <p:cNvSpPr/>
          <p:nvPr/>
        </p:nvSpPr>
        <p:spPr>
          <a:xfrm rot="16200000">
            <a:off x="7827940" y="3916348"/>
            <a:ext cx="228600" cy="629248"/>
          </a:xfrm>
          <a:prstGeom prst="downArrow">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72" name="Content Placeholder 2">
            <a:extLst>
              <a:ext uri="{FF2B5EF4-FFF2-40B4-BE49-F238E27FC236}">
                <a16:creationId xmlns:a16="http://schemas.microsoft.com/office/drawing/2014/main" id="{C98AF17A-8832-FAF4-324D-C8675A3C8DC2}"/>
              </a:ext>
            </a:extLst>
          </p:cNvPr>
          <p:cNvSpPr txBox="1">
            <a:spLocks/>
          </p:cNvSpPr>
          <p:nvPr/>
        </p:nvSpPr>
        <p:spPr>
          <a:xfrm>
            <a:off x="6995059" y="817597"/>
            <a:ext cx="3550532" cy="367830"/>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a:buClr>
                <a:srgbClr val="262626"/>
              </a:buClr>
              <a:buSzPct val="100000"/>
              <a:buNone/>
            </a:pPr>
            <a:r>
              <a:rPr lang="en-US" sz="1800" b="1" dirty="0"/>
              <a:t>Table1: Motor key parameters</a:t>
            </a:r>
            <a:endParaRPr kumimoji="0" lang="en-US" sz="1800" b="1" i="0" u="none" strike="noStrike" kern="1200" cap="none" spc="0" normalizeH="0" baseline="0" noProof="0" dirty="0">
              <a:ln>
                <a:noFill/>
              </a:ln>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BC35114-F469-3EF8-F18C-E512C313991E}"/>
                  </a:ext>
                </a:extLst>
              </p:cNvPr>
              <p:cNvSpPr txBox="1"/>
              <p:nvPr/>
            </p:nvSpPr>
            <p:spPr>
              <a:xfrm>
                <a:off x="10004873" y="4897430"/>
                <a:ext cx="2024438" cy="947695"/>
              </a:xfrm>
              <a:prstGeom prst="rect">
                <a:avLst/>
              </a:prstGeom>
              <a:noFill/>
            </p:spPr>
            <p:txBody>
              <a:bodyPr wrap="square">
                <a:spAutoFit/>
              </a:bodyPr>
              <a:lstStyle/>
              <a:p>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𝐺</m:t>
                          </m:r>
                        </m:e>
                        <m:sub>
                          <m:r>
                            <a:rPr lang="en-US" i="1">
                              <a:latin typeface="Cambria Math" panose="02040503050406030204" pitchFamily="18" charset="0"/>
                            </a:rPr>
                            <m:t>𝑠𝑡𝑎𝑙𝑙</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2</m:t>
                          </m:r>
                        </m:sup>
                      </m:sSup>
                    </m:oMath>
                  </m:oMathPara>
                </a14:m>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𝑠𝑡𝑎𝑙𝑙</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oMath>
                  </m:oMathPara>
                </a14:m>
                <a:endParaRPr lang="en-US" dirty="0"/>
              </a:p>
            </p:txBody>
          </p:sp>
        </mc:Choice>
        <mc:Fallback xmlns="">
          <p:sp>
            <p:nvSpPr>
              <p:cNvPr id="73" name="TextBox 72">
                <a:extLst>
                  <a:ext uri="{FF2B5EF4-FFF2-40B4-BE49-F238E27FC236}">
                    <a16:creationId xmlns:a16="http://schemas.microsoft.com/office/drawing/2014/main" id="{9BC35114-F469-3EF8-F18C-E512C313991E}"/>
                  </a:ext>
                </a:extLst>
              </p:cNvPr>
              <p:cNvSpPr txBox="1">
                <a:spLocks noRot="1" noChangeAspect="1" noMove="1" noResize="1" noEditPoints="1" noAdjustHandles="1" noChangeArrowheads="1" noChangeShapeType="1" noTextEdit="1"/>
              </p:cNvSpPr>
              <p:nvPr/>
            </p:nvSpPr>
            <p:spPr>
              <a:xfrm>
                <a:off x="10004873" y="4897430"/>
                <a:ext cx="2024438" cy="947695"/>
              </a:xfrm>
              <a:prstGeom prst="rect">
                <a:avLst/>
              </a:prstGeom>
              <a:blipFill>
                <a:blip r:embed="rId14"/>
                <a:stretch>
                  <a:fillRect b="-1282"/>
                </a:stretch>
              </a:blipFill>
            </p:spPr>
            <p:txBody>
              <a:bodyPr/>
              <a:lstStyle/>
              <a:p>
                <a:r>
                  <a:rPr lang="en-US">
                    <a:noFill/>
                  </a:rPr>
                  <a:t> </a:t>
                </a:r>
              </a:p>
            </p:txBody>
          </p:sp>
        </mc:Fallback>
      </mc:AlternateContent>
      <p:sp>
        <p:nvSpPr>
          <p:cNvPr id="74" name="Rectangle: Rounded Corners 73">
            <a:extLst>
              <a:ext uri="{FF2B5EF4-FFF2-40B4-BE49-F238E27FC236}">
                <a16:creationId xmlns:a16="http://schemas.microsoft.com/office/drawing/2014/main" id="{61464E74-1C93-F659-2F0C-B349C878EA6F}"/>
              </a:ext>
            </a:extLst>
          </p:cNvPr>
          <p:cNvSpPr/>
          <p:nvPr/>
        </p:nvSpPr>
        <p:spPr>
          <a:xfrm>
            <a:off x="9920672" y="3755807"/>
            <a:ext cx="2203064" cy="2471409"/>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06A80055-A4D8-9FE7-0A50-AC56B8644184}"/>
                  </a:ext>
                </a:extLst>
              </p:cNvPr>
              <p:cNvSpPr txBox="1"/>
              <p:nvPr/>
            </p:nvSpPr>
            <p:spPr>
              <a:xfrm>
                <a:off x="10118175" y="3869202"/>
                <a:ext cx="2034661" cy="1200329"/>
              </a:xfrm>
              <a:prstGeom prst="rect">
                <a:avLst/>
              </a:prstGeom>
              <a:noFill/>
            </p:spPr>
            <p:txBody>
              <a:bodyPr wrap="square">
                <a:spAutoFit/>
              </a:bodyPr>
              <a:lstStyle/>
              <a:p>
                <a:r>
                  <a:rPr lang="en-US" dirty="0"/>
                  <a:t>During stalling, the </a:t>
                </a:r>
                <a14:m>
                  <m:oMath xmlns:m="http://schemas.openxmlformats.org/officeDocument/2006/math">
                    <m:r>
                      <a:rPr lang="en-US" i="1">
                        <a:latin typeface="Cambria Math" panose="02040503050406030204" pitchFamily="18" charset="0"/>
                      </a:rPr>
                      <m:t>𝑃</m:t>
                    </m:r>
                    <m:r>
                      <a:rPr lang="en-US" i="1">
                        <a:latin typeface="Cambria Math" panose="02040503050406030204" pitchFamily="18" charset="0"/>
                      </a:rPr>
                      <m:t> </m:t>
                    </m:r>
                  </m:oMath>
                </a14:m>
                <a:r>
                  <a:rPr lang="en-US" dirty="0"/>
                  <a:t> and </a:t>
                </a:r>
                <a14:m>
                  <m:oMath xmlns:m="http://schemas.openxmlformats.org/officeDocument/2006/math">
                    <m:r>
                      <a:rPr lang="en-US" i="1">
                        <a:latin typeface="Cambria Math" panose="02040503050406030204" pitchFamily="18" charset="0"/>
                      </a:rPr>
                      <m:t>𝑄</m:t>
                    </m:r>
                  </m:oMath>
                </a14:m>
                <a:r>
                  <a:rPr lang="en-US" dirty="0"/>
                  <a:t> are defined by algebraic model </a:t>
                </a:r>
              </a:p>
            </p:txBody>
          </p:sp>
        </mc:Choice>
        <mc:Fallback xmlns="">
          <p:sp>
            <p:nvSpPr>
              <p:cNvPr id="75" name="TextBox 74">
                <a:extLst>
                  <a:ext uri="{FF2B5EF4-FFF2-40B4-BE49-F238E27FC236}">
                    <a16:creationId xmlns:a16="http://schemas.microsoft.com/office/drawing/2014/main" id="{06A80055-A4D8-9FE7-0A50-AC56B8644184}"/>
                  </a:ext>
                </a:extLst>
              </p:cNvPr>
              <p:cNvSpPr txBox="1">
                <a:spLocks noRot="1" noChangeAspect="1" noMove="1" noResize="1" noEditPoints="1" noAdjustHandles="1" noChangeArrowheads="1" noChangeShapeType="1" noTextEdit="1"/>
              </p:cNvSpPr>
              <p:nvPr/>
            </p:nvSpPr>
            <p:spPr>
              <a:xfrm>
                <a:off x="10118175" y="3869202"/>
                <a:ext cx="2034661" cy="1200329"/>
              </a:xfrm>
              <a:prstGeom prst="rect">
                <a:avLst/>
              </a:prstGeom>
              <a:blipFill>
                <a:blip r:embed="rId15"/>
                <a:stretch>
                  <a:fillRect l="-2695" t="-3046" b="-7107"/>
                </a:stretch>
              </a:blipFill>
            </p:spPr>
            <p:txBody>
              <a:bodyPr/>
              <a:lstStyle/>
              <a:p>
                <a:r>
                  <a:rPr lang="en-US">
                    <a:noFill/>
                  </a:rPr>
                  <a:t> </a:t>
                </a:r>
              </a:p>
            </p:txBody>
          </p:sp>
        </mc:Fallback>
      </mc:AlternateContent>
    </p:spTree>
    <p:extLst>
      <p:ext uri="{BB962C8B-B14F-4D97-AF65-F5344CB8AC3E}">
        <p14:creationId xmlns:p14="http://schemas.microsoft.com/office/powerpoint/2010/main" val="3930898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7C2C6-9066-1797-FABD-C3DCFDCF1103}"/>
            </a:ext>
          </a:extLst>
        </p:cNvPr>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A6A5A2F4-4067-F459-1DBB-016105DBE035}"/>
              </a:ext>
            </a:extLst>
          </p:cNvPr>
          <p:cNvSpPr/>
          <p:nvPr/>
        </p:nvSpPr>
        <p:spPr>
          <a:xfrm>
            <a:off x="1175463" y="2971671"/>
            <a:ext cx="2106837" cy="411224"/>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65BB5A02-762D-AF23-DB6D-6D75B4A33265}"/>
              </a:ext>
            </a:extLst>
          </p:cNvPr>
          <p:cNvPicPr>
            <a:picLocks noChangeAspect="1"/>
          </p:cNvPicPr>
          <p:nvPr/>
        </p:nvPicPr>
        <p:blipFill>
          <a:blip r:embed="rId3" cstate="print">
            <a:extLst>
              <a:ext uri="{28A0092B-C50C-407E-A947-70E740481C1C}">
                <a14:useLocalDpi xmlns:a14="http://schemas.microsoft.com/office/drawing/2010/main" val="0"/>
              </a:ext>
            </a:extLst>
          </a:blip>
          <a:srcRect t="11192"/>
          <a:stretch>
            <a:fillRect/>
          </a:stretch>
        </p:blipFill>
        <p:spPr>
          <a:xfrm>
            <a:off x="4569263" y="3758572"/>
            <a:ext cx="7394137" cy="2732804"/>
          </a:xfrm>
          <a:prstGeom prst="rect">
            <a:avLst/>
          </a:prstGeom>
        </p:spPr>
      </p:pic>
      <p:pic>
        <p:nvPicPr>
          <p:cNvPr id="17" name="Picture 16">
            <a:extLst>
              <a:ext uri="{FF2B5EF4-FFF2-40B4-BE49-F238E27FC236}">
                <a16:creationId xmlns:a16="http://schemas.microsoft.com/office/drawing/2014/main" id="{96D71B8B-A022-1F0C-B632-922BEDC4FE9A}"/>
              </a:ext>
            </a:extLst>
          </p:cNvPr>
          <p:cNvPicPr>
            <a:picLocks noChangeAspect="1"/>
          </p:cNvPicPr>
          <p:nvPr/>
        </p:nvPicPr>
        <p:blipFill>
          <a:blip r:embed="rId4"/>
          <a:srcRect t="53196"/>
          <a:stretch>
            <a:fillRect/>
          </a:stretch>
        </p:blipFill>
        <p:spPr>
          <a:xfrm>
            <a:off x="4457769" y="1063747"/>
            <a:ext cx="7657073" cy="2606353"/>
          </a:xfrm>
          <a:prstGeom prst="rect">
            <a:avLst/>
          </a:prstGeom>
        </p:spPr>
      </p:pic>
      <p:sp>
        <p:nvSpPr>
          <p:cNvPr id="31" name="Rectangle: Rounded Corners 30">
            <a:extLst>
              <a:ext uri="{FF2B5EF4-FFF2-40B4-BE49-F238E27FC236}">
                <a16:creationId xmlns:a16="http://schemas.microsoft.com/office/drawing/2014/main" id="{E077E34C-7285-D1D2-2395-BC64CAAEDAB8}"/>
              </a:ext>
            </a:extLst>
          </p:cNvPr>
          <p:cNvSpPr/>
          <p:nvPr/>
        </p:nvSpPr>
        <p:spPr>
          <a:xfrm>
            <a:off x="5070318" y="878676"/>
            <a:ext cx="3921281"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499B47-6A32-D59F-2E98-3CD549DEDEE3}"/>
              </a:ext>
            </a:extLst>
          </p:cNvPr>
          <p:cNvSpPr>
            <a:spLocks noGrp="1"/>
          </p:cNvSpPr>
          <p:nvPr>
            <p:ph type="title"/>
          </p:nvPr>
        </p:nvSpPr>
        <p:spPr/>
        <p:txBody>
          <a:bodyPr>
            <a:normAutofit/>
          </a:bodyPr>
          <a:lstStyle/>
          <a:p>
            <a:r>
              <a:rPr lang="en-US" dirty="0"/>
              <a:t>Case Studies: validation</a:t>
            </a:r>
          </a:p>
        </p:txBody>
      </p:sp>
      <p:sp>
        <p:nvSpPr>
          <p:cNvPr id="4" name="Slide Number Placeholder 3">
            <a:extLst>
              <a:ext uri="{FF2B5EF4-FFF2-40B4-BE49-F238E27FC236}">
                <a16:creationId xmlns:a16="http://schemas.microsoft.com/office/drawing/2014/main" id="{3FC2B138-4C18-9B0F-AADB-521286925412}"/>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pic>
        <p:nvPicPr>
          <p:cNvPr id="12" name="Picture 11">
            <a:extLst>
              <a:ext uri="{FF2B5EF4-FFF2-40B4-BE49-F238E27FC236}">
                <a16:creationId xmlns:a16="http://schemas.microsoft.com/office/drawing/2014/main" id="{D3030362-1A5A-E6B2-F580-E3FD17E9D6F1}"/>
              </a:ext>
            </a:extLst>
          </p:cNvPr>
          <p:cNvPicPr>
            <a:picLocks noChangeAspect="1"/>
          </p:cNvPicPr>
          <p:nvPr/>
        </p:nvPicPr>
        <p:blipFill>
          <a:blip r:embed="rId4"/>
          <a:srcRect t="8363" b="50362"/>
          <a:stretch>
            <a:fillRect/>
          </a:stretch>
        </p:blipFill>
        <p:spPr>
          <a:xfrm>
            <a:off x="0" y="3471628"/>
            <a:ext cx="4457769" cy="1709971"/>
          </a:xfrm>
          <a:prstGeom prst="rect">
            <a:avLst/>
          </a:prstGeom>
        </p:spPr>
      </p:pic>
      <p:grpSp>
        <p:nvGrpSpPr>
          <p:cNvPr id="6" name="Group 5">
            <a:extLst>
              <a:ext uri="{FF2B5EF4-FFF2-40B4-BE49-F238E27FC236}">
                <a16:creationId xmlns:a16="http://schemas.microsoft.com/office/drawing/2014/main" id="{B4674A33-66B2-047A-0AE1-42AB696E6776}"/>
              </a:ext>
            </a:extLst>
          </p:cNvPr>
          <p:cNvGrpSpPr/>
          <p:nvPr/>
        </p:nvGrpSpPr>
        <p:grpSpPr>
          <a:xfrm>
            <a:off x="152400" y="1177305"/>
            <a:ext cx="4191000" cy="1528577"/>
            <a:chOff x="285072" y="934505"/>
            <a:chExt cx="4191000" cy="1528577"/>
          </a:xfrm>
        </p:grpSpPr>
        <p:sp>
          <p:nvSpPr>
            <p:cNvPr id="8" name="Content Placeholder 2">
              <a:extLst>
                <a:ext uri="{FF2B5EF4-FFF2-40B4-BE49-F238E27FC236}">
                  <a16:creationId xmlns:a16="http://schemas.microsoft.com/office/drawing/2014/main" id="{226859D8-75F2-F94C-57F5-17E1C23E87DF}"/>
                </a:ext>
              </a:extLst>
            </p:cNvPr>
            <p:cNvSpPr txBox="1">
              <a:spLocks/>
            </p:cNvSpPr>
            <p:nvPr/>
          </p:nvSpPr>
          <p:spPr>
            <a:xfrm>
              <a:off x="285072" y="1433600"/>
              <a:ext cx="4191000" cy="1029482"/>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262626"/>
                </a:buClr>
                <a:buSzPct val="100000"/>
                <a:buNone/>
              </a:pPr>
              <a:r>
                <a:rPr lang="en-US" sz="1800" dirty="0">
                  <a:solidFill>
                    <a:srgbClr val="262626"/>
                  </a:solidFill>
                  <a:latin typeface="Arial"/>
                </a:rPr>
                <a:t>Transmission: IEEE 118-bus system</a:t>
              </a:r>
            </a:p>
            <a:p>
              <a:pPr marL="0" indent="0">
                <a:buClr>
                  <a:srgbClr val="262626"/>
                </a:buClr>
                <a:buSzPct val="100000"/>
                <a:buNone/>
              </a:pPr>
              <a:r>
                <a:rPr lang="en-US" sz="1800" dirty="0">
                  <a:solidFill>
                    <a:srgbClr val="262626"/>
                  </a:solidFill>
                  <a:latin typeface="Arial"/>
                </a:rPr>
                <a:t>Distribution: IEEE 8500-node feeder</a:t>
              </a:r>
            </a:p>
            <a:p>
              <a:pPr marL="0" indent="0">
                <a:buClr>
                  <a:srgbClr val="262626"/>
                </a:buClr>
                <a:buSzPct val="100000"/>
                <a:buNone/>
              </a:pPr>
              <a:r>
                <a:rPr lang="en-US" sz="1800" dirty="0">
                  <a:solidFill>
                    <a:srgbClr val="262626"/>
                  </a:solidFill>
                  <a:latin typeface="Arial"/>
                </a:rPr>
                <a:t>Validate: Against </a:t>
              </a:r>
              <a:r>
                <a:rPr lang="en-US" sz="1800" dirty="0" err="1">
                  <a:solidFill>
                    <a:srgbClr val="262626"/>
                  </a:solidFill>
                  <a:latin typeface="Arial"/>
                </a:rPr>
                <a:t>GridPACK</a:t>
              </a:r>
              <a:r>
                <a:rPr lang="en-US" sz="1800" dirty="0">
                  <a:solidFill>
                    <a:srgbClr val="262626"/>
                  </a:solidFill>
                  <a:latin typeface="Arial"/>
                </a:rPr>
                <a:t>-</a:t>
              </a:r>
              <a:r>
                <a:rPr lang="en-US" sz="1800" dirty="0" err="1">
                  <a:solidFill>
                    <a:srgbClr val="262626"/>
                  </a:solidFill>
                  <a:latin typeface="Arial"/>
                </a:rPr>
                <a:t>GridLAB</a:t>
              </a:r>
              <a:r>
                <a:rPr lang="en-US" sz="1800" dirty="0">
                  <a:solidFill>
                    <a:srgbClr val="262626"/>
                  </a:solidFill>
                  <a:latin typeface="Arial"/>
                </a:rPr>
                <a:t>-D</a:t>
              </a:r>
            </a:p>
          </p:txBody>
        </p:sp>
        <p:grpSp>
          <p:nvGrpSpPr>
            <p:cNvPr id="9" name="Group 8">
              <a:extLst>
                <a:ext uri="{FF2B5EF4-FFF2-40B4-BE49-F238E27FC236}">
                  <a16:creationId xmlns:a16="http://schemas.microsoft.com/office/drawing/2014/main" id="{2BA7CF8F-D206-EAC9-51D2-94FD53716DEE}"/>
                </a:ext>
              </a:extLst>
            </p:cNvPr>
            <p:cNvGrpSpPr/>
            <p:nvPr/>
          </p:nvGrpSpPr>
          <p:grpSpPr>
            <a:xfrm>
              <a:off x="285072" y="934505"/>
              <a:ext cx="4191000" cy="1528577"/>
              <a:chOff x="285072" y="934505"/>
              <a:chExt cx="4191000" cy="1528577"/>
            </a:xfrm>
          </p:grpSpPr>
          <p:sp>
            <p:nvSpPr>
              <p:cNvPr id="11" name="Rectangle: Rounded Corners 10">
                <a:extLst>
                  <a:ext uri="{FF2B5EF4-FFF2-40B4-BE49-F238E27FC236}">
                    <a16:creationId xmlns:a16="http://schemas.microsoft.com/office/drawing/2014/main" id="{4A036F94-2292-D96C-EA29-9F7E6A02AB6C}"/>
                  </a:ext>
                </a:extLst>
              </p:cNvPr>
              <p:cNvSpPr/>
              <p:nvPr/>
            </p:nvSpPr>
            <p:spPr>
              <a:xfrm>
                <a:off x="285072" y="1143000"/>
                <a:ext cx="4191000" cy="1320082"/>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0BFB4FC3-EE48-F8A0-8203-E8008C77E518}"/>
                  </a:ext>
                </a:extLst>
              </p:cNvPr>
              <p:cNvGrpSpPr/>
              <p:nvPr/>
            </p:nvGrpSpPr>
            <p:grpSpPr>
              <a:xfrm>
                <a:off x="1428072" y="934505"/>
                <a:ext cx="1600200" cy="411224"/>
                <a:chOff x="6219977" y="1459468"/>
                <a:chExt cx="1600200" cy="411224"/>
              </a:xfrm>
            </p:grpSpPr>
            <p:sp>
              <p:nvSpPr>
                <p:cNvPr id="15" name="Rectangle: Rounded Corners 14">
                  <a:extLst>
                    <a:ext uri="{FF2B5EF4-FFF2-40B4-BE49-F238E27FC236}">
                      <a16:creationId xmlns:a16="http://schemas.microsoft.com/office/drawing/2014/main" id="{803249FE-52A9-6CC9-967A-23FFF44E2113}"/>
                    </a:ext>
                  </a:extLst>
                </p:cNvPr>
                <p:cNvSpPr/>
                <p:nvPr/>
              </p:nvSpPr>
              <p:spPr>
                <a:xfrm>
                  <a:off x="6219977" y="1459468"/>
                  <a:ext cx="1600200" cy="411224"/>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0522796-56D8-BDBD-6544-6FA1A40FF688}"/>
                    </a:ext>
                  </a:extLst>
                </p:cNvPr>
                <p:cNvSpPr txBox="1"/>
                <p:nvPr/>
              </p:nvSpPr>
              <p:spPr>
                <a:xfrm>
                  <a:off x="6296177" y="1459468"/>
                  <a:ext cx="1524000" cy="369332"/>
                </a:xfrm>
                <a:prstGeom prst="rect">
                  <a:avLst/>
                </a:prstGeom>
                <a:noFill/>
              </p:spPr>
              <p:txBody>
                <a:bodyPr wrap="square">
                  <a:spAutoFit/>
                </a:bodyPr>
                <a:lstStyle/>
                <a:p>
                  <a:pPr algn="ctr"/>
                  <a:r>
                    <a:rPr lang="en-US" b="1" dirty="0">
                      <a:solidFill>
                        <a:srgbClr val="000000"/>
                      </a:solidFill>
                    </a:rPr>
                    <a:t>Test system</a:t>
                  </a:r>
                </a:p>
              </p:txBody>
            </p:sp>
          </p:grpSp>
        </p:grpSp>
      </p:grpSp>
      <p:grpSp>
        <p:nvGrpSpPr>
          <p:cNvPr id="23" name="Group 22">
            <a:extLst>
              <a:ext uri="{FF2B5EF4-FFF2-40B4-BE49-F238E27FC236}">
                <a16:creationId xmlns:a16="http://schemas.microsoft.com/office/drawing/2014/main" id="{7FA5E394-DFD2-025D-6595-851456CFD50D}"/>
              </a:ext>
            </a:extLst>
          </p:cNvPr>
          <p:cNvGrpSpPr/>
          <p:nvPr/>
        </p:nvGrpSpPr>
        <p:grpSpPr>
          <a:xfrm>
            <a:off x="77158" y="2992618"/>
            <a:ext cx="4492105" cy="2205080"/>
            <a:chOff x="252791" y="1169844"/>
            <a:chExt cx="4223281" cy="1293238"/>
          </a:xfrm>
        </p:grpSpPr>
        <p:sp>
          <p:nvSpPr>
            <p:cNvPr id="24" name="Rectangle: Rounded Corners 23">
              <a:extLst>
                <a:ext uri="{FF2B5EF4-FFF2-40B4-BE49-F238E27FC236}">
                  <a16:creationId xmlns:a16="http://schemas.microsoft.com/office/drawing/2014/main" id="{92A5B143-BFB3-D7AE-BA48-778718B167ED}"/>
                </a:ext>
              </a:extLst>
            </p:cNvPr>
            <p:cNvSpPr/>
            <p:nvPr/>
          </p:nvSpPr>
          <p:spPr>
            <a:xfrm>
              <a:off x="252791" y="1180438"/>
              <a:ext cx="4223281" cy="1282644"/>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FF0F533-D090-1DF8-DF06-1A7FCBF3A4C1}"/>
                </a:ext>
              </a:extLst>
            </p:cNvPr>
            <p:cNvSpPr txBox="1"/>
            <p:nvPr/>
          </p:nvSpPr>
          <p:spPr>
            <a:xfrm>
              <a:off x="1116968" y="1169844"/>
              <a:ext cx="2317562" cy="216606"/>
            </a:xfrm>
            <a:prstGeom prst="rect">
              <a:avLst/>
            </a:prstGeom>
            <a:noFill/>
          </p:spPr>
          <p:txBody>
            <a:bodyPr wrap="square">
              <a:spAutoFit/>
            </a:bodyPr>
            <a:lstStyle/>
            <a:p>
              <a:pPr algn="ctr"/>
              <a:r>
                <a:rPr lang="en-US" b="1" dirty="0">
                  <a:solidFill>
                    <a:srgbClr val="000000"/>
                  </a:solidFill>
                </a:rPr>
                <a:t>Same feeder power</a:t>
              </a:r>
            </a:p>
          </p:txBody>
        </p:sp>
      </p:grpSp>
      <mc:AlternateContent xmlns:mc="http://schemas.openxmlformats.org/markup-compatibility/2006" xmlns:a14="http://schemas.microsoft.com/office/drawing/2010/main">
        <mc:Choice Requires="a14">
          <p:graphicFrame>
            <p:nvGraphicFramePr>
              <p:cNvPr id="28" name="표 2">
                <a:extLst>
                  <a:ext uri="{FF2B5EF4-FFF2-40B4-BE49-F238E27FC236}">
                    <a16:creationId xmlns:a16="http://schemas.microsoft.com/office/drawing/2014/main" id="{0EDFC152-04FA-4127-D24A-46B45D9D6514}"/>
                  </a:ext>
                </a:extLst>
              </p:cNvPr>
              <p:cNvGraphicFramePr>
                <a:graphicFrameLocks noGrp="1"/>
              </p:cNvGraphicFramePr>
              <p:nvPr>
                <p:extLst>
                  <p:ext uri="{D42A27DB-BD31-4B8C-83A1-F6EECF244321}">
                    <p14:modId xmlns:p14="http://schemas.microsoft.com/office/powerpoint/2010/main" val="2658956911"/>
                  </p:ext>
                </p:extLst>
              </p:nvPr>
            </p:nvGraphicFramePr>
            <p:xfrm>
              <a:off x="152400" y="5395843"/>
              <a:ext cx="4492105" cy="1351470"/>
            </p:xfrm>
            <a:graphic>
              <a:graphicData uri="http://schemas.openxmlformats.org/drawingml/2006/table">
                <a:tbl>
                  <a:tblPr>
                    <a:tableStyleId>{9D7B26C5-4107-4FEC-AEDC-1716B250A1EF}</a:tableStyleId>
                  </a:tblPr>
                  <a:tblGrid>
                    <a:gridCol w="2021447">
                      <a:extLst>
                        <a:ext uri="{9D8B030D-6E8A-4147-A177-3AD203B41FA5}">
                          <a16:colId xmlns:a16="http://schemas.microsoft.com/office/drawing/2014/main" val="1596837152"/>
                        </a:ext>
                      </a:extLst>
                    </a:gridCol>
                    <a:gridCol w="2470658">
                      <a:extLst>
                        <a:ext uri="{9D8B030D-6E8A-4147-A177-3AD203B41FA5}">
                          <a16:colId xmlns:a16="http://schemas.microsoft.com/office/drawing/2014/main" val="1732114504"/>
                        </a:ext>
                      </a:extLst>
                    </a:gridCol>
                  </a:tblGrid>
                  <a:tr h="450490">
                    <a:tc>
                      <a:txBody>
                        <a:bodyPr/>
                        <a:lstStyle/>
                        <a:p>
                          <a:pPr algn="ctr" fontAlgn="ctr"/>
                          <a:r>
                            <a:rPr lang="en-US" altLang="ko-KR"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rPr>
                            <a:t>Comparison</a:t>
                          </a:r>
                          <a:endParaRPr lang="ko-KR" altLang="en-US"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ctr" defTabSz="912051" rtl="0" eaLnBrk="1" fontAlgn="ctr" latinLnBrk="0" hangingPunct="1">
                            <a:lnSpc>
                              <a:spcPct val="100000"/>
                            </a:lnSpc>
                            <a:spcBef>
                              <a:spcPts val="0"/>
                            </a:spcBef>
                            <a:spcAft>
                              <a:spcPts val="0"/>
                            </a:spcAft>
                            <a:buClrTx/>
                            <a:buSzTx/>
                            <a:buFontTx/>
                            <a:buNone/>
                            <a:tabLst/>
                            <a:defRPr/>
                          </a:pPr>
                          <a:r>
                            <a:rPr lang="en-US" altLang="ko-KR"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rPr>
                            <a:t>Error</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378171"/>
                      </a:ext>
                    </a:extLst>
                  </a:tr>
                  <a:tr h="450490">
                    <a:tc>
                      <a:txBody>
                        <a:bodyPr/>
                        <a:lstStyle/>
                        <a:p>
                          <a:pPr algn="ctr" fontAlgn="ctr"/>
                          <a:r>
                            <a:rPr lang="en-US"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rPr>
                            <a:t>Transmission</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ctr"/>
                          <a:r>
                            <a:rPr lang="en-US" altLang="ko-KR"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rPr>
                            <a:t>No error </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13306694"/>
                      </a:ext>
                    </a:extLst>
                  </a:tr>
                  <a:tr h="450490">
                    <a:tc>
                      <a:txBody>
                        <a:bodyPr/>
                        <a:lstStyle/>
                        <a:p>
                          <a:pPr algn="ctr" fontAlgn="ctr"/>
                          <a:r>
                            <a:rPr lang="en-US"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rPr>
                            <a:t>Distribution</a:t>
                          </a:r>
                        </a:p>
                      </a:txBody>
                      <a:tcPr marL="9525" marR="9525" marT="9525" marB="0" anchor="ctr"/>
                    </a:tc>
                    <a:tc>
                      <a:txBody>
                        <a:bodyPr/>
                        <a:lstStyle/>
                        <a:p>
                          <a:pPr algn="ctr" fontAlgn="ctr"/>
                          <a14:m>
                            <m:oMath xmlns:m="http://schemas.openxmlformats.org/officeDocument/2006/math">
                              <m:r>
                                <a:rPr lang="en-US" altLang="ko-KR" sz="1800" b="0" i="1" u="none" strike="noStrike" smtClean="0">
                                  <a:solidFill>
                                    <a:srgbClr val="000000"/>
                                  </a:solidFill>
                                  <a:effectLst/>
                                  <a:latin typeface="Cambria Math" panose="02040503050406030204" pitchFamily="18" charset="0"/>
                                  <a:ea typeface="맑은 고딕" panose="020B0503020000020004" pitchFamily="50" charset="-127"/>
                                  <a:cs typeface="Times New Roman" panose="02020603050405020304" pitchFamily="18" charset="0"/>
                                </a:rPr>
                                <m:t>9.2∗</m:t>
                              </m:r>
                              <m:sSup>
                                <m:sSupPr>
                                  <m:ctrlPr>
                                    <a:rPr lang="en-US" altLang="ko-KR" sz="1800" b="0" i="1" u="none" strike="noStrike" smtClean="0">
                                      <a:solidFill>
                                        <a:srgbClr val="000000"/>
                                      </a:solidFill>
                                      <a:effectLst/>
                                      <a:latin typeface="Cambria Math" panose="02040503050406030204" pitchFamily="18" charset="0"/>
                                      <a:ea typeface="맑은 고딕" panose="020B0503020000020004" pitchFamily="50" charset="-127"/>
                                      <a:cs typeface="Times New Roman" panose="02020603050405020304" pitchFamily="18" charset="0"/>
                                    </a:rPr>
                                  </m:ctrlPr>
                                </m:sSupPr>
                                <m:e>
                                  <m:r>
                                    <a:rPr lang="en-US" altLang="ko-KR" sz="1800" b="0" i="1" u="none" strike="noStrike" smtClean="0">
                                      <a:solidFill>
                                        <a:srgbClr val="000000"/>
                                      </a:solidFill>
                                      <a:effectLst/>
                                      <a:latin typeface="Cambria Math" panose="02040503050406030204" pitchFamily="18" charset="0"/>
                                      <a:ea typeface="맑은 고딕" panose="020B0503020000020004" pitchFamily="50" charset="-127"/>
                                      <a:cs typeface="Times New Roman" panose="02020603050405020304" pitchFamily="18" charset="0"/>
                                    </a:rPr>
                                    <m:t>10</m:t>
                                  </m:r>
                                </m:e>
                                <m:sup>
                                  <m:r>
                                    <a:rPr lang="en-US" altLang="ko-KR" sz="1800" b="0" i="1" u="none" strike="noStrike" smtClean="0">
                                      <a:solidFill>
                                        <a:srgbClr val="000000"/>
                                      </a:solidFill>
                                      <a:effectLst/>
                                      <a:latin typeface="Cambria Math" panose="02040503050406030204" pitchFamily="18" charset="0"/>
                                      <a:ea typeface="맑은 고딕" panose="020B0503020000020004" pitchFamily="50" charset="-127"/>
                                      <a:cs typeface="Times New Roman" panose="02020603050405020304" pitchFamily="18" charset="0"/>
                                    </a:rPr>
                                    <m:t>−4</m:t>
                                  </m:r>
                                </m:sup>
                              </m:sSup>
                            </m:oMath>
                          </a14:m>
                          <a:r>
                            <a:rPr lang="en-US" altLang="ko-KR"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rPr>
                            <a:t> </a:t>
                          </a:r>
                        </a:p>
                      </a:txBody>
                      <a:tcPr marL="9525" marR="9525" marT="9525" marB="0" anchor="ctr"/>
                    </a:tc>
                    <a:extLst>
                      <a:ext uri="{0D108BD9-81ED-4DB2-BD59-A6C34878D82A}">
                        <a16:rowId xmlns:a16="http://schemas.microsoft.com/office/drawing/2014/main" val="4251990846"/>
                      </a:ext>
                    </a:extLst>
                  </a:tr>
                </a:tbl>
              </a:graphicData>
            </a:graphic>
          </p:graphicFrame>
        </mc:Choice>
        <mc:Fallback xmlns="">
          <p:graphicFrame>
            <p:nvGraphicFramePr>
              <p:cNvPr id="28" name="표 2">
                <a:extLst>
                  <a:ext uri="{FF2B5EF4-FFF2-40B4-BE49-F238E27FC236}">
                    <a16:creationId xmlns:a16="http://schemas.microsoft.com/office/drawing/2014/main" id="{0EDFC152-04FA-4127-D24A-46B45D9D6514}"/>
                  </a:ext>
                </a:extLst>
              </p:cNvPr>
              <p:cNvGraphicFramePr>
                <a:graphicFrameLocks noGrp="1"/>
              </p:cNvGraphicFramePr>
              <p:nvPr>
                <p:extLst>
                  <p:ext uri="{D42A27DB-BD31-4B8C-83A1-F6EECF244321}">
                    <p14:modId xmlns:p14="http://schemas.microsoft.com/office/powerpoint/2010/main" val="2658956911"/>
                  </p:ext>
                </p:extLst>
              </p:nvPr>
            </p:nvGraphicFramePr>
            <p:xfrm>
              <a:off x="152400" y="5395843"/>
              <a:ext cx="4492105" cy="1351470"/>
            </p:xfrm>
            <a:graphic>
              <a:graphicData uri="http://schemas.openxmlformats.org/drawingml/2006/table">
                <a:tbl>
                  <a:tblPr>
                    <a:tableStyleId>{9D7B26C5-4107-4FEC-AEDC-1716B250A1EF}</a:tableStyleId>
                  </a:tblPr>
                  <a:tblGrid>
                    <a:gridCol w="2021447">
                      <a:extLst>
                        <a:ext uri="{9D8B030D-6E8A-4147-A177-3AD203B41FA5}">
                          <a16:colId xmlns:a16="http://schemas.microsoft.com/office/drawing/2014/main" val="1596837152"/>
                        </a:ext>
                      </a:extLst>
                    </a:gridCol>
                    <a:gridCol w="2470658">
                      <a:extLst>
                        <a:ext uri="{9D8B030D-6E8A-4147-A177-3AD203B41FA5}">
                          <a16:colId xmlns:a16="http://schemas.microsoft.com/office/drawing/2014/main" val="1732114504"/>
                        </a:ext>
                      </a:extLst>
                    </a:gridCol>
                  </a:tblGrid>
                  <a:tr h="450490">
                    <a:tc>
                      <a:txBody>
                        <a:bodyPr/>
                        <a:lstStyle/>
                        <a:p>
                          <a:pPr algn="ctr" fontAlgn="ctr"/>
                          <a:r>
                            <a:rPr lang="en-US" altLang="ko-KR"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rPr>
                            <a:t>Comparison</a:t>
                          </a:r>
                          <a:endParaRPr lang="ko-KR" altLang="en-US"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ctr" defTabSz="912051" rtl="0" eaLnBrk="1" fontAlgn="ctr" latinLnBrk="0" hangingPunct="1">
                            <a:lnSpc>
                              <a:spcPct val="100000"/>
                            </a:lnSpc>
                            <a:spcBef>
                              <a:spcPts val="0"/>
                            </a:spcBef>
                            <a:spcAft>
                              <a:spcPts val="0"/>
                            </a:spcAft>
                            <a:buClrTx/>
                            <a:buSzTx/>
                            <a:buFontTx/>
                            <a:buNone/>
                            <a:tabLst/>
                            <a:defRPr/>
                          </a:pPr>
                          <a:r>
                            <a:rPr lang="en-US" altLang="ko-KR"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rPr>
                            <a:t>Error</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378171"/>
                      </a:ext>
                    </a:extLst>
                  </a:tr>
                  <a:tr h="450490">
                    <a:tc>
                      <a:txBody>
                        <a:bodyPr/>
                        <a:lstStyle/>
                        <a:p>
                          <a:pPr algn="ctr" fontAlgn="ctr"/>
                          <a:r>
                            <a:rPr lang="en-US"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rPr>
                            <a:t>Transmission</a:t>
                          </a:r>
                        </a:p>
                      </a:txBody>
                      <a:tcPr marL="9525" marR="9525" marT="9525" marB="0" anchor="ctr">
                        <a:lnT w="12700" cap="flat" cmpd="sng" algn="ctr">
                          <a:solidFill>
                            <a:schemeClr val="tx1"/>
                          </a:solidFill>
                          <a:prstDash val="solid"/>
                          <a:round/>
                          <a:headEnd type="none" w="med" len="med"/>
                          <a:tailEnd type="none" w="med" len="med"/>
                        </a:lnT>
                      </a:tcPr>
                    </a:tc>
                    <a:tc>
                      <a:txBody>
                        <a:bodyPr/>
                        <a:lstStyle/>
                        <a:p>
                          <a:pPr algn="ctr" fontAlgn="ctr"/>
                          <a:r>
                            <a:rPr lang="en-US" altLang="ko-KR"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rPr>
                            <a:t>No error </a:t>
                          </a:r>
                        </a:p>
                      </a:txBody>
                      <a:tcPr marL="9525" marR="9525" marT="9525"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13306694"/>
                      </a:ext>
                    </a:extLst>
                  </a:tr>
                  <a:tr h="450490">
                    <a:tc>
                      <a:txBody>
                        <a:bodyPr/>
                        <a:lstStyle/>
                        <a:p>
                          <a:pPr algn="ctr" fontAlgn="ctr"/>
                          <a:r>
                            <a:rPr lang="en-US" sz="1800" b="0" i="0" u="none" strike="noStrike" dirty="0">
                              <a:solidFill>
                                <a:srgbClr val="000000"/>
                              </a:solidFill>
                              <a:effectLst/>
                              <a:latin typeface="Times New Roman" panose="02020603050405020304" pitchFamily="18" charset="0"/>
                              <a:ea typeface="맑은 고딕" panose="020B0503020000020004" pitchFamily="50" charset="-127"/>
                              <a:cs typeface="Times New Roman" panose="02020603050405020304" pitchFamily="18" charset="0"/>
                            </a:rPr>
                            <a:t>Distribution</a:t>
                          </a:r>
                        </a:p>
                      </a:txBody>
                      <a:tcPr marL="9525" marR="9525" marT="9525" marB="0" anchor="ctr"/>
                    </a:tc>
                    <a:tc>
                      <a:txBody>
                        <a:bodyPr/>
                        <a:lstStyle/>
                        <a:p>
                          <a:endParaRPr lang="en-US"/>
                        </a:p>
                      </a:txBody>
                      <a:tcPr marL="9525" marR="9525" marT="9525" marB="0" anchor="ctr">
                        <a:blipFill>
                          <a:blip r:embed="rId5"/>
                          <a:stretch>
                            <a:fillRect l="-81975" t="-201351" r="-247" b="-14865"/>
                          </a:stretch>
                        </a:blipFill>
                      </a:tcPr>
                    </a:tc>
                    <a:extLst>
                      <a:ext uri="{0D108BD9-81ED-4DB2-BD59-A6C34878D82A}">
                        <a16:rowId xmlns:a16="http://schemas.microsoft.com/office/drawing/2014/main" val="4251990846"/>
                      </a:ext>
                    </a:extLst>
                  </a:tr>
                </a:tbl>
              </a:graphicData>
            </a:graphic>
          </p:graphicFrame>
        </mc:Fallback>
      </mc:AlternateContent>
      <p:sp>
        <p:nvSpPr>
          <p:cNvPr id="29" name="TextBox 28">
            <a:extLst>
              <a:ext uri="{FF2B5EF4-FFF2-40B4-BE49-F238E27FC236}">
                <a16:creationId xmlns:a16="http://schemas.microsoft.com/office/drawing/2014/main" id="{750AC965-CA9C-4BAF-420F-5640CCD9E0C7}"/>
              </a:ext>
            </a:extLst>
          </p:cNvPr>
          <p:cNvSpPr txBox="1"/>
          <p:nvPr/>
        </p:nvSpPr>
        <p:spPr>
          <a:xfrm>
            <a:off x="4953000" y="861186"/>
            <a:ext cx="4130040" cy="369332"/>
          </a:xfrm>
          <a:prstGeom prst="rect">
            <a:avLst/>
          </a:prstGeom>
          <a:noFill/>
        </p:spPr>
        <p:txBody>
          <a:bodyPr wrap="square">
            <a:spAutoFit/>
          </a:bodyPr>
          <a:lstStyle/>
          <a:p>
            <a:pPr algn="ctr"/>
            <a:r>
              <a:rPr lang="en-US" b="1" dirty="0">
                <a:solidFill>
                  <a:srgbClr val="000000"/>
                </a:solidFill>
              </a:rPr>
              <a:t>Transmission voltage comparison</a:t>
            </a:r>
          </a:p>
        </p:txBody>
      </p:sp>
      <p:grpSp>
        <p:nvGrpSpPr>
          <p:cNvPr id="35" name="Group 34">
            <a:extLst>
              <a:ext uri="{FF2B5EF4-FFF2-40B4-BE49-F238E27FC236}">
                <a16:creationId xmlns:a16="http://schemas.microsoft.com/office/drawing/2014/main" id="{D744AEB9-A1FB-44BF-3E55-5B41916AC075}"/>
              </a:ext>
            </a:extLst>
          </p:cNvPr>
          <p:cNvGrpSpPr/>
          <p:nvPr/>
        </p:nvGrpSpPr>
        <p:grpSpPr>
          <a:xfrm>
            <a:off x="5153420" y="3448350"/>
            <a:ext cx="4130040" cy="386822"/>
            <a:chOff x="5153420" y="3448350"/>
            <a:chExt cx="4130040" cy="386822"/>
          </a:xfrm>
        </p:grpSpPr>
        <p:sp>
          <p:nvSpPr>
            <p:cNvPr id="32" name="Rectangle: Rounded Corners 31">
              <a:extLst>
                <a:ext uri="{FF2B5EF4-FFF2-40B4-BE49-F238E27FC236}">
                  <a16:creationId xmlns:a16="http://schemas.microsoft.com/office/drawing/2014/main" id="{403F5C4E-80D1-5CE4-286A-D3DD6A2CB798}"/>
                </a:ext>
              </a:extLst>
            </p:cNvPr>
            <p:cNvSpPr/>
            <p:nvPr/>
          </p:nvSpPr>
          <p:spPr>
            <a:xfrm>
              <a:off x="5257800" y="3448350"/>
              <a:ext cx="3921281"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051040B-9D39-09A8-B685-EC8A0DC3589E}"/>
                </a:ext>
              </a:extLst>
            </p:cNvPr>
            <p:cNvSpPr txBox="1"/>
            <p:nvPr/>
          </p:nvSpPr>
          <p:spPr>
            <a:xfrm>
              <a:off x="5153420" y="3465840"/>
              <a:ext cx="4130040" cy="369332"/>
            </a:xfrm>
            <a:prstGeom prst="rect">
              <a:avLst/>
            </a:prstGeom>
            <a:noFill/>
          </p:spPr>
          <p:txBody>
            <a:bodyPr wrap="square">
              <a:spAutoFit/>
            </a:bodyPr>
            <a:lstStyle/>
            <a:p>
              <a:pPr algn="ctr"/>
              <a:r>
                <a:rPr lang="en-US" b="1" dirty="0">
                  <a:solidFill>
                    <a:srgbClr val="000000"/>
                  </a:solidFill>
                </a:rPr>
                <a:t>Distribution voltage comparison</a:t>
              </a:r>
            </a:p>
          </p:txBody>
        </p:sp>
      </p:grpSp>
    </p:spTree>
    <p:extLst>
      <p:ext uri="{BB962C8B-B14F-4D97-AF65-F5344CB8AC3E}">
        <p14:creationId xmlns:p14="http://schemas.microsoft.com/office/powerpoint/2010/main" val="123437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E3120-DC71-E55B-A7F9-0B34F44C0855}"/>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16CFE682-19AB-C336-875C-CB0DABF2AC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2200" y="921897"/>
            <a:ext cx="5486400" cy="4956679"/>
          </a:xfrm>
          <a:prstGeom prst="rect">
            <a:avLst/>
          </a:prstGeom>
        </p:spPr>
      </p:pic>
      <p:sp>
        <p:nvSpPr>
          <p:cNvPr id="2" name="Title 1">
            <a:extLst>
              <a:ext uri="{FF2B5EF4-FFF2-40B4-BE49-F238E27FC236}">
                <a16:creationId xmlns:a16="http://schemas.microsoft.com/office/drawing/2014/main" id="{458070BD-A5F2-7300-967E-2F82AF9AFEE6}"/>
              </a:ext>
            </a:extLst>
          </p:cNvPr>
          <p:cNvSpPr>
            <a:spLocks noGrp="1"/>
          </p:cNvSpPr>
          <p:nvPr>
            <p:ph type="title"/>
          </p:nvPr>
        </p:nvSpPr>
        <p:spPr/>
        <p:txBody>
          <a:bodyPr>
            <a:normAutofit/>
          </a:bodyPr>
          <a:lstStyle/>
          <a:p>
            <a:r>
              <a:rPr lang="en-US" dirty="0"/>
              <a:t>Case Study: Test System</a:t>
            </a:r>
          </a:p>
        </p:txBody>
      </p:sp>
      <p:sp>
        <p:nvSpPr>
          <p:cNvPr id="4" name="Slide Number Placeholder 3">
            <a:extLst>
              <a:ext uri="{FF2B5EF4-FFF2-40B4-BE49-F238E27FC236}">
                <a16:creationId xmlns:a16="http://schemas.microsoft.com/office/drawing/2014/main" id="{0C159D81-8DA7-1242-E394-0856ABCBC8CC}"/>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pic>
        <p:nvPicPr>
          <p:cNvPr id="9" name="Picture 8">
            <a:extLst>
              <a:ext uri="{FF2B5EF4-FFF2-40B4-BE49-F238E27FC236}">
                <a16:creationId xmlns:a16="http://schemas.microsoft.com/office/drawing/2014/main" id="{F26AB9EA-819F-BEF7-3616-AFA1748EC4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 y="1240706"/>
            <a:ext cx="5029200" cy="4631607"/>
          </a:xfrm>
          <a:prstGeom prst="rect">
            <a:avLst/>
          </a:prstGeom>
        </p:spPr>
      </p:pic>
      <p:sp>
        <p:nvSpPr>
          <p:cNvPr id="12" name="Content Placeholder 2">
            <a:extLst>
              <a:ext uri="{FF2B5EF4-FFF2-40B4-BE49-F238E27FC236}">
                <a16:creationId xmlns:a16="http://schemas.microsoft.com/office/drawing/2014/main" id="{1FCD52A8-8D77-ADD4-52B4-5D226627A444}"/>
              </a:ext>
            </a:extLst>
          </p:cNvPr>
          <p:cNvSpPr txBox="1">
            <a:spLocks/>
          </p:cNvSpPr>
          <p:nvPr/>
        </p:nvSpPr>
        <p:spPr>
          <a:xfrm>
            <a:off x="609600" y="5935860"/>
            <a:ext cx="4876800" cy="388740"/>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51" rtl="0" eaLnBrk="1" fontAlgn="auto" latinLnBrk="0" hangingPunct="1">
              <a:lnSpc>
                <a:spcPct val="100000"/>
              </a:lnSpc>
              <a:spcBef>
                <a:spcPct val="20000"/>
              </a:spcBef>
              <a:spcAft>
                <a:spcPts val="0"/>
              </a:spcAft>
              <a:buClr>
                <a:srgbClr val="262626"/>
              </a:buClr>
              <a:buSzPct val="100000"/>
              <a:buFont typeface="Arial" pitchFamily="34" charset="0"/>
              <a:buNone/>
              <a:tabLst/>
              <a:defRPr/>
            </a:pPr>
            <a:r>
              <a:rPr kumimoji="0" lang="en-US" sz="1400" i="0" u="none" strike="noStrike" kern="1200" cap="none" spc="0" normalizeH="0" baseline="0" noProof="0" dirty="0">
                <a:ln>
                  <a:noFill/>
                </a:ln>
                <a:effectLst/>
                <a:uLnTx/>
                <a:uFillTx/>
                <a:latin typeface="Arial"/>
                <a:ea typeface="+mn-ea"/>
                <a:cs typeface="+mn-cs"/>
              </a:rPr>
              <a:t>Transmission side: IEEE 14-bus system with dynamic data</a:t>
            </a:r>
          </a:p>
        </p:txBody>
      </p:sp>
      <p:sp>
        <p:nvSpPr>
          <p:cNvPr id="14" name="Content Placeholder 2">
            <a:extLst>
              <a:ext uri="{FF2B5EF4-FFF2-40B4-BE49-F238E27FC236}">
                <a16:creationId xmlns:a16="http://schemas.microsoft.com/office/drawing/2014/main" id="{D1965036-4D59-688A-FB98-77AAAB3ACD66}"/>
              </a:ext>
            </a:extLst>
          </p:cNvPr>
          <p:cNvSpPr txBox="1">
            <a:spLocks/>
          </p:cNvSpPr>
          <p:nvPr/>
        </p:nvSpPr>
        <p:spPr>
          <a:xfrm>
            <a:off x="6167502" y="5988357"/>
            <a:ext cx="5414898" cy="388740"/>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51" rtl="0" eaLnBrk="1" fontAlgn="auto" latinLnBrk="0" hangingPunct="1">
              <a:lnSpc>
                <a:spcPct val="100000"/>
              </a:lnSpc>
              <a:spcBef>
                <a:spcPct val="20000"/>
              </a:spcBef>
              <a:spcAft>
                <a:spcPts val="0"/>
              </a:spcAft>
              <a:buClr>
                <a:srgbClr val="262626"/>
              </a:buClr>
              <a:buSzPct val="100000"/>
              <a:buFont typeface="Arial" pitchFamily="34" charset="0"/>
              <a:buNone/>
              <a:tabLst/>
              <a:defRPr/>
            </a:pPr>
            <a:r>
              <a:rPr kumimoji="0" lang="en-US" sz="1400" i="0" u="none" strike="noStrike" kern="1200" cap="none" spc="0" normalizeH="0" baseline="0" noProof="0" dirty="0">
                <a:ln>
                  <a:noFill/>
                </a:ln>
                <a:effectLst/>
                <a:uLnTx/>
                <a:uFillTx/>
                <a:latin typeface="Arial"/>
                <a:ea typeface="+mn-ea"/>
                <a:cs typeface="+mn-cs"/>
              </a:rPr>
              <a:t>Distribution side: IEEE 13-nodes system with added motors</a:t>
            </a:r>
          </a:p>
        </p:txBody>
      </p:sp>
      <p:sp>
        <p:nvSpPr>
          <p:cNvPr id="3" name="Rectangle 2">
            <a:extLst>
              <a:ext uri="{FF2B5EF4-FFF2-40B4-BE49-F238E27FC236}">
                <a16:creationId xmlns:a16="http://schemas.microsoft.com/office/drawing/2014/main" id="{1155BC2F-AA4D-7497-A9DD-698AFF95F1B1}"/>
              </a:ext>
            </a:extLst>
          </p:cNvPr>
          <p:cNvSpPr/>
          <p:nvPr/>
        </p:nvSpPr>
        <p:spPr>
          <a:xfrm>
            <a:off x="6167502" y="4876800"/>
            <a:ext cx="1447800" cy="609600"/>
          </a:xfrm>
          <a:prstGeom prst="rect">
            <a:avLst/>
          </a:prstGeom>
          <a:no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47A7B81-3C9B-6254-980C-CE77F4B83408}"/>
              </a:ext>
            </a:extLst>
          </p:cNvPr>
          <p:cNvSpPr/>
          <p:nvPr/>
        </p:nvSpPr>
        <p:spPr>
          <a:xfrm>
            <a:off x="8611049" y="3962400"/>
            <a:ext cx="1393521" cy="533400"/>
          </a:xfrm>
          <a:prstGeom prst="rect">
            <a:avLst/>
          </a:prstGeom>
          <a:no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472C56F-440D-A79A-86BA-6D431F67FAD4}"/>
              </a:ext>
            </a:extLst>
          </p:cNvPr>
          <p:cNvSpPr/>
          <p:nvPr/>
        </p:nvSpPr>
        <p:spPr>
          <a:xfrm>
            <a:off x="10247334" y="3105322"/>
            <a:ext cx="1447800" cy="609600"/>
          </a:xfrm>
          <a:prstGeom prst="rect">
            <a:avLst/>
          </a:prstGeom>
          <a:no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A5A674D-AFFA-5BB4-8CCD-6B652DE0D613}"/>
              </a:ext>
            </a:extLst>
          </p:cNvPr>
          <p:cNvSpPr/>
          <p:nvPr/>
        </p:nvSpPr>
        <p:spPr>
          <a:xfrm>
            <a:off x="7377010" y="3105322"/>
            <a:ext cx="547790" cy="609600"/>
          </a:xfrm>
          <a:prstGeom prst="rect">
            <a:avLst/>
          </a:prstGeom>
          <a:no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F59EEB8-E10E-0DFC-5A78-9CF5D2EB00FD}"/>
              </a:ext>
            </a:extLst>
          </p:cNvPr>
          <p:cNvSpPr/>
          <p:nvPr/>
        </p:nvSpPr>
        <p:spPr>
          <a:xfrm>
            <a:off x="8912268" y="5400805"/>
            <a:ext cx="536532" cy="533400"/>
          </a:xfrm>
          <a:prstGeom prst="rect">
            <a:avLst/>
          </a:prstGeom>
          <a:no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C0EB9C7-9A20-3F20-624C-DA8CD2F32918}"/>
              </a:ext>
            </a:extLst>
          </p:cNvPr>
          <p:cNvSpPr/>
          <p:nvPr/>
        </p:nvSpPr>
        <p:spPr>
          <a:xfrm>
            <a:off x="10247334" y="4487449"/>
            <a:ext cx="437962" cy="533400"/>
          </a:xfrm>
          <a:prstGeom prst="rect">
            <a:avLst/>
          </a:prstGeom>
          <a:no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843D7898-593C-6DC9-00CB-B2F0CC150C34}"/>
              </a:ext>
            </a:extLst>
          </p:cNvPr>
          <p:cNvSpPr/>
          <p:nvPr/>
        </p:nvSpPr>
        <p:spPr>
          <a:xfrm>
            <a:off x="3352800" y="1479548"/>
            <a:ext cx="736773" cy="736773"/>
          </a:xfrm>
          <a:prstGeom prst="flowChartConnector">
            <a:avLst/>
          </a:prstGeom>
          <a:no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E3DB445-E745-4F9D-4423-B7AD6CEA3681}"/>
              </a:ext>
            </a:extLst>
          </p:cNvPr>
          <p:cNvCxnSpPr>
            <a:cxnSpLocks/>
            <a:stCxn id="11" idx="6"/>
          </p:cNvCxnSpPr>
          <p:nvPr/>
        </p:nvCxnSpPr>
        <p:spPr>
          <a:xfrm flipV="1">
            <a:off x="4089573" y="1024180"/>
            <a:ext cx="4292427" cy="823755"/>
          </a:xfrm>
          <a:prstGeom prst="straightConnector1">
            <a:avLst/>
          </a:prstGeom>
          <a:ln w="19050" cap="flat" cmpd="sng" algn="ctr">
            <a:solidFill>
              <a:schemeClr val="accent3"/>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7" name="Content Placeholder 2">
            <a:extLst>
              <a:ext uri="{FF2B5EF4-FFF2-40B4-BE49-F238E27FC236}">
                <a16:creationId xmlns:a16="http://schemas.microsoft.com/office/drawing/2014/main" id="{6291BD16-3D78-38FF-2590-A4407FDB1364}"/>
              </a:ext>
            </a:extLst>
          </p:cNvPr>
          <p:cNvSpPr txBox="1">
            <a:spLocks/>
          </p:cNvSpPr>
          <p:nvPr/>
        </p:nvSpPr>
        <p:spPr>
          <a:xfrm>
            <a:off x="5468109" y="1587039"/>
            <a:ext cx="1890610" cy="477422"/>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Clr>
                <a:srgbClr val="262626"/>
              </a:buClr>
              <a:buSzPct val="100000"/>
              <a:buNone/>
            </a:pPr>
            <a:r>
              <a:rPr kumimoji="0" lang="en-US" sz="1800" i="0" u="none" strike="noStrike" kern="1200" cap="none" spc="0" normalizeH="0" baseline="0" noProof="0" dirty="0">
                <a:ln>
                  <a:noFill/>
                </a:ln>
                <a:solidFill>
                  <a:srgbClr val="FF0000"/>
                </a:solidFill>
                <a:effectLst/>
                <a:uLnTx/>
                <a:uFillTx/>
                <a:latin typeface="Arial"/>
                <a:ea typeface="+mn-ea"/>
                <a:cs typeface="+mn-cs"/>
              </a:rPr>
              <a:t>Interface bus 14</a:t>
            </a:r>
          </a:p>
        </p:txBody>
      </p:sp>
    </p:spTree>
    <p:extLst>
      <p:ext uri="{BB962C8B-B14F-4D97-AF65-F5344CB8AC3E}">
        <p14:creationId xmlns:p14="http://schemas.microsoft.com/office/powerpoint/2010/main" val="2460286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D745E-4621-6BDA-79D8-505AC9F40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17AEA-774E-E5BF-267F-6F3A5F20D138}"/>
              </a:ext>
            </a:extLst>
          </p:cNvPr>
          <p:cNvSpPr>
            <a:spLocks noGrp="1"/>
          </p:cNvSpPr>
          <p:nvPr>
            <p:ph type="title"/>
          </p:nvPr>
        </p:nvSpPr>
        <p:spPr/>
        <p:txBody>
          <a:bodyPr>
            <a:normAutofit/>
          </a:bodyPr>
          <a:lstStyle/>
          <a:p>
            <a:r>
              <a:rPr lang="en-US" dirty="0"/>
              <a:t>Case Study: Test System</a:t>
            </a:r>
          </a:p>
        </p:txBody>
      </p:sp>
      <p:sp>
        <p:nvSpPr>
          <p:cNvPr id="4" name="Slide Number Placeholder 3">
            <a:extLst>
              <a:ext uri="{FF2B5EF4-FFF2-40B4-BE49-F238E27FC236}">
                <a16:creationId xmlns:a16="http://schemas.microsoft.com/office/drawing/2014/main" id="{E8707D60-6CF1-FDF5-346F-3B00D74CC3B7}"/>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pic>
        <p:nvPicPr>
          <p:cNvPr id="9" name="Picture 8">
            <a:extLst>
              <a:ext uri="{FF2B5EF4-FFF2-40B4-BE49-F238E27FC236}">
                <a16:creationId xmlns:a16="http://schemas.microsoft.com/office/drawing/2014/main" id="{81EF6760-07F4-78DE-CC51-8100AE4787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600" y="1046661"/>
            <a:ext cx="3174167" cy="2923227"/>
          </a:xfrm>
          <a:prstGeom prst="rect">
            <a:avLst/>
          </a:prstGeom>
        </p:spPr>
      </p:pic>
      <p:pic>
        <p:nvPicPr>
          <p:cNvPr id="11" name="Picture 10">
            <a:extLst>
              <a:ext uri="{FF2B5EF4-FFF2-40B4-BE49-F238E27FC236}">
                <a16:creationId xmlns:a16="http://schemas.microsoft.com/office/drawing/2014/main" id="{B1AFD8BA-F437-65D7-DC90-8307C7BD6DB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7600" y="1071470"/>
            <a:ext cx="3252190" cy="2933700"/>
          </a:xfrm>
          <a:prstGeom prst="rect">
            <a:avLst/>
          </a:prstGeom>
        </p:spPr>
      </p:pic>
      <p:sp>
        <p:nvSpPr>
          <p:cNvPr id="5" name="Flowchart: Connector 4">
            <a:extLst>
              <a:ext uri="{FF2B5EF4-FFF2-40B4-BE49-F238E27FC236}">
                <a16:creationId xmlns:a16="http://schemas.microsoft.com/office/drawing/2014/main" id="{7AC01CC6-241A-6DDC-1553-1D9B42ECDFF9}"/>
              </a:ext>
            </a:extLst>
          </p:cNvPr>
          <p:cNvSpPr/>
          <p:nvPr/>
        </p:nvSpPr>
        <p:spPr>
          <a:xfrm>
            <a:off x="1905000" y="1219200"/>
            <a:ext cx="533400" cy="533400"/>
          </a:xfrm>
          <a:prstGeom prst="flowChartConnector">
            <a:avLst/>
          </a:prstGeom>
          <a:no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A4887186-9748-A52F-B11D-DD905EE54E2B}"/>
              </a:ext>
            </a:extLst>
          </p:cNvPr>
          <p:cNvCxnSpPr>
            <a:stCxn id="5" idx="6"/>
          </p:cNvCxnSpPr>
          <p:nvPr/>
        </p:nvCxnSpPr>
        <p:spPr>
          <a:xfrm flipV="1">
            <a:off x="2438400" y="1143000"/>
            <a:ext cx="2514600" cy="342900"/>
          </a:xfrm>
          <a:prstGeom prst="straightConnector1">
            <a:avLst/>
          </a:prstGeom>
          <a:ln w="28575">
            <a:solidFill>
              <a:srgbClr val="FF0000"/>
            </a:solidFill>
            <a:tailEnd type="triangle"/>
          </a:ln>
        </p:spPr>
        <p:style>
          <a:lnRef idx="1">
            <a:schemeClr val="accent3"/>
          </a:lnRef>
          <a:fillRef idx="0">
            <a:schemeClr val="accent3"/>
          </a:fillRef>
          <a:effectRef idx="0">
            <a:schemeClr val="accent3"/>
          </a:effectRef>
          <a:fontRef idx="minor">
            <a:schemeClr val="tx1"/>
          </a:fontRef>
        </p:style>
      </p:cxnSp>
      <p:graphicFrame>
        <p:nvGraphicFramePr>
          <p:cNvPr id="8" name="Table 7">
            <a:extLst>
              <a:ext uri="{FF2B5EF4-FFF2-40B4-BE49-F238E27FC236}">
                <a16:creationId xmlns:a16="http://schemas.microsoft.com/office/drawing/2014/main" id="{825B03B9-1673-2212-59B6-61F02BD62A08}"/>
              </a:ext>
            </a:extLst>
          </p:cNvPr>
          <p:cNvGraphicFramePr>
            <a:graphicFrameLocks noGrp="1"/>
          </p:cNvGraphicFramePr>
          <p:nvPr>
            <p:extLst>
              <p:ext uri="{D42A27DB-BD31-4B8C-83A1-F6EECF244321}">
                <p14:modId xmlns:p14="http://schemas.microsoft.com/office/powerpoint/2010/main" val="2682051299"/>
              </p:ext>
            </p:extLst>
          </p:nvPr>
        </p:nvGraphicFramePr>
        <p:xfrm>
          <a:off x="6984776" y="1848710"/>
          <a:ext cx="4597400" cy="4312920"/>
        </p:xfrm>
        <a:graphic>
          <a:graphicData uri="http://schemas.openxmlformats.org/drawingml/2006/table">
            <a:tbl>
              <a:tblPr firstRow="1" bandRow="1">
                <a:tableStyleId>{BC89EF96-8CEA-46FF-86C4-4CE0E7609802}</a:tableStyleId>
              </a:tblPr>
              <a:tblGrid>
                <a:gridCol w="2298700">
                  <a:extLst>
                    <a:ext uri="{9D8B030D-6E8A-4147-A177-3AD203B41FA5}">
                      <a16:colId xmlns:a16="http://schemas.microsoft.com/office/drawing/2014/main" val="1123080818"/>
                    </a:ext>
                  </a:extLst>
                </a:gridCol>
                <a:gridCol w="2298700">
                  <a:extLst>
                    <a:ext uri="{9D8B030D-6E8A-4147-A177-3AD203B41FA5}">
                      <a16:colId xmlns:a16="http://schemas.microsoft.com/office/drawing/2014/main" val="1915134910"/>
                    </a:ext>
                  </a:extLst>
                </a:gridCol>
              </a:tblGrid>
              <a:tr h="370840">
                <a:tc>
                  <a:txBody>
                    <a:bodyPr/>
                    <a:lstStyle/>
                    <a:p>
                      <a:pPr algn="ctr"/>
                      <a:r>
                        <a:rPr lang="en-US" b="1" dirty="0"/>
                        <a:t>Item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1091916"/>
                  </a:ext>
                </a:extLst>
              </a:tr>
              <a:tr h="370840">
                <a:tc>
                  <a:txBody>
                    <a:bodyPr/>
                    <a:lstStyle/>
                    <a:p>
                      <a:pPr algn="ctr"/>
                      <a:r>
                        <a:rPr lang="en-US" b="0" dirty="0"/>
                        <a:t>Total active load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3466 kW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1161969"/>
                  </a:ext>
                </a:extLst>
              </a:tr>
              <a:tr h="370840">
                <a:tc>
                  <a:txBody>
                    <a:bodyPr/>
                    <a:lstStyle/>
                    <a:p>
                      <a:pPr algn="ctr"/>
                      <a:r>
                        <a:rPr lang="en-US" b="0" dirty="0"/>
                        <a:t>Total reactive load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2102 </a:t>
                      </a:r>
                      <a:r>
                        <a:rPr lang="en-US" b="0" dirty="0" err="1"/>
                        <a:t>kvar</a:t>
                      </a: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8732716"/>
                  </a:ext>
                </a:extLst>
              </a:tr>
              <a:tr h="370840">
                <a:tc>
                  <a:txBody>
                    <a:bodyPr/>
                    <a:lstStyle/>
                    <a:p>
                      <a:pPr algn="ctr"/>
                      <a:r>
                        <a:rPr lang="en-US" b="0" dirty="0"/>
                        <a:t>Motor replace locations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 634, 645, 675, 611, 652, 670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8566878"/>
                  </a:ext>
                </a:extLst>
              </a:tr>
              <a:tr h="370840">
                <a:tc>
                  <a:txBody>
                    <a:bodyPr/>
                    <a:lstStyle/>
                    <a:p>
                      <a:pPr algn="ctr"/>
                      <a:r>
                        <a:rPr lang="en-US" b="0" dirty="0"/>
                        <a:t>Maximum Motor D active load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 1911 kW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2695006"/>
                  </a:ext>
                </a:extLst>
              </a:tr>
              <a:tr h="370840">
                <a:tc>
                  <a:txBody>
                    <a:bodyPr/>
                    <a:lstStyle/>
                    <a:p>
                      <a:pPr algn="ctr"/>
                      <a:r>
                        <a:rPr lang="en-US" b="0" dirty="0"/>
                        <a:t>Maximum motor D active load share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2051" rtl="0" eaLnBrk="1" fontAlgn="auto" latinLnBrk="0" hangingPunct="1">
                        <a:lnSpc>
                          <a:spcPct val="100000"/>
                        </a:lnSpc>
                        <a:spcBef>
                          <a:spcPts val="0"/>
                        </a:spcBef>
                        <a:spcAft>
                          <a:spcPts val="0"/>
                        </a:spcAft>
                        <a:buClrTx/>
                        <a:buSzTx/>
                        <a:buFontTx/>
                        <a:buNone/>
                        <a:tabLst/>
                        <a:defRPr/>
                      </a:pPr>
                      <a:r>
                        <a:rPr lang="en-US" b="0" dirty="0"/>
                        <a:t>55.1%</a:t>
                      </a:r>
                    </a:p>
                    <a:p>
                      <a:pPr algn="ctr"/>
                      <a:endParaRPr lang="en-US"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3357057"/>
                  </a:ext>
                </a:extLst>
              </a:tr>
              <a:tr h="370840">
                <a:tc>
                  <a:txBody>
                    <a:bodyPr/>
                    <a:lstStyle/>
                    <a:p>
                      <a:pPr algn="ctr"/>
                      <a:r>
                        <a:rPr lang="en-US" b="0" dirty="0"/>
                        <a:t>Capacitor at Bus 675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600 </a:t>
                      </a:r>
                      <a:r>
                        <a:rPr lang="en-US" b="0" dirty="0" err="1"/>
                        <a:t>kvar</a:t>
                      </a:r>
                      <a:r>
                        <a:rPr lang="en-US" b="0" dirty="0"/>
                        <a:t>, three-phase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802316"/>
                  </a:ext>
                </a:extLst>
              </a:tr>
              <a:tr h="370840">
                <a:tc>
                  <a:txBody>
                    <a:bodyPr/>
                    <a:lstStyle/>
                    <a:p>
                      <a:pPr algn="ctr"/>
                      <a:r>
                        <a:rPr lang="en-US" b="0" dirty="0"/>
                        <a:t>Capacitor at Bus 611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t>100 </a:t>
                      </a:r>
                      <a:r>
                        <a:rPr lang="en-US" b="0" dirty="0" err="1"/>
                        <a:t>kvar</a:t>
                      </a:r>
                      <a:r>
                        <a:rPr lang="en-US" b="0" dirty="0"/>
                        <a:t>, single-phase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1207865"/>
                  </a:ext>
                </a:extLst>
              </a:tr>
            </a:tbl>
          </a:graphicData>
        </a:graphic>
      </p:graphicFrame>
      <p:sp>
        <p:nvSpPr>
          <p:cNvPr id="10" name="Content Placeholder 2">
            <a:extLst>
              <a:ext uri="{FF2B5EF4-FFF2-40B4-BE49-F238E27FC236}">
                <a16:creationId xmlns:a16="http://schemas.microsoft.com/office/drawing/2014/main" id="{A5BAA5BB-6A27-0A1B-E206-674616A1BFCB}"/>
              </a:ext>
            </a:extLst>
          </p:cNvPr>
          <p:cNvSpPr txBox="1">
            <a:spLocks/>
          </p:cNvSpPr>
          <p:nvPr/>
        </p:nvSpPr>
        <p:spPr>
          <a:xfrm>
            <a:off x="6909566" y="1071470"/>
            <a:ext cx="4672610" cy="693540"/>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a:buClr>
                <a:srgbClr val="262626"/>
              </a:buClr>
              <a:buSzPct val="100000"/>
              <a:buNone/>
            </a:pPr>
            <a:r>
              <a:rPr lang="en-US" sz="1800" b="1" dirty="0"/>
              <a:t>Table1: Basic information of the IEEE 13-node feeder  </a:t>
            </a:r>
            <a:endParaRPr kumimoji="0" lang="en-US" sz="1800" b="1" i="0" u="none" strike="noStrike" kern="1200" cap="none" spc="0" normalizeH="0" baseline="0" noProof="0" dirty="0">
              <a:ln>
                <a:noFill/>
              </a:ln>
              <a:effectLst/>
              <a:uLnTx/>
              <a:uFillTx/>
              <a:latin typeface="Arial"/>
              <a:ea typeface="+mn-ea"/>
              <a:cs typeface="+mn-cs"/>
            </a:endParaRPr>
          </a:p>
        </p:txBody>
      </p:sp>
      <mc:AlternateContent xmlns:mc="http://schemas.openxmlformats.org/markup-compatibility/2006">
        <mc:Choice xmlns:a14="http://schemas.microsoft.com/office/drawing/2010/main" Requires="a14">
          <p:sp>
            <p:nvSpPr>
              <p:cNvPr id="17" name="Content Placeholder 2">
                <a:extLst>
                  <a:ext uri="{FF2B5EF4-FFF2-40B4-BE49-F238E27FC236}">
                    <a16:creationId xmlns:a16="http://schemas.microsoft.com/office/drawing/2014/main" id="{D309478E-BAA5-2279-1159-BE4F7E1B24AE}"/>
                  </a:ext>
                </a:extLst>
              </p:cNvPr>
              <p:cNvSpPr txBox="1">
                <a:spLocks/>
              </p:cNvSpPr>
              <p:nvPr/>
            </p:nvSpPr>
            <p:spPr>
              <a:xfrm>
                <a:off x="255917" y="4343400"/>
                <a:ext cx="6553200" cy="1981201"/>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Clr>
                    <a:srgbClr val="262626"/>
                  </a:buClr>
                  <a:buSzPct val="100000"/>
                  <a:buNone/>
                </a:pPr>
                <a:r>
                  <a:rPr lang="en-US" sz="1800" dirty="0"/>
                  <a:t>For each selected phase load, the original load is decomposed into a static component and a motor component. When the motor share</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𝐹</m:t>
                        </m:r>
                      </m:e>
                      <m:sub>
                        <m:r>
                          <a:rPr lang="en-US" sz="1800" i="1">
                            <a:latin typeface="Cambria Math" panose="02040503050406030204" pitchFamily="18" charset="0"/>
                          </a:rPr>
                          <m:t>𝑚</m:t>
                        </m:r>
                      </m:sub>
                    </m:sSub>
                    <m:r>
                      <a:rPr lang="en-US" sz="1800" i="1">
                        <a:latin typeface="Cambria Math" panose="02040503050406030204" pitchFamily="18" charset="0"/>
                      </a:rPr>
                      <m:t>=1</m:t>
                    </m:r>
                  </m:oMath>
                </a14:m>
                <a:r>
                  <a:rPr lang="ar-AE" sz="1800" dirty="0"/>
                  <a:t>, </a:t>
                </a:r>
                <a:r>
                  <a:rPr lang="en-US" sz="1800" dirty="0"/>
                  <a:t>the entire static load at the chosen node is replaced by the motor model. Conversely, when</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𝐹</m:t>
                        </m:r>
                      </m:e>
                      <m:sub>
                        <m:r>
                          <a:rPr lang="en-US" sz="1800" i="1">
                            <a:latin typeface="Cambria Math" panose="02040503050406030204" pitchFamily="18" charset="0"/>
                          </a:rPr>
                          <m:t>𝑚</m:t>
                        </m:r>
                      </m:sub>
                    </m:sSub>
                    <m:r>
                      <a:rPr lang="en-US" sz="1800" i="1">
                        <a:latin typeface="Cambria Math" panose="02040503050406030204" pitchFamily="18" charset="0"/>
                      </a:rPr>
                      <m:t>=</m:t>
                    </m:r>
                    <m:r>
                      <a:rPr lang="en-US" sz="1800" i="1">
                        <a:latin typeface="Cambria Math" panose="02040503050406030204" pitchFamily="18" charset="0"/>
                      </a:rPr>
                      <m:t>0</m:t>
                    </m:r>
                  </m:oMath>
                </a14:m>
                <a:r>
                  <a:rPr lang="ar-AE" sz="1800" dirty="0"/>
                  <a:t>, </a:t>
                </a:r>
                <a:r>
                  <a:rPr lang="en-US" sz="1800" dirty="0"/>
                  <a:t>no motor is added to the feeder, which serves as the benchmark for the simulation.</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mc:Choice>
        <mc:Fallback>
          <p:sp>
            <p:nvSpPr>
              <p:cNvPr id="17" name="Content Placeholder 2">
                <a:extLst>
                  <a:ext uri="{FF2B5EF4-FFF2-40B4-BE49-F238E27FC236}">
                    <a16:creationId xmlns:a16="http://schemas.microsoft.com/office/drawing/2014/main" id="{D309478E-BAA5-2279-1159-BE4F7E1B24AE}"/>
                  </a:ext>
                </a:extLst>
              </p:cNvPr>
              <p:cNvSpPr txBox="1">
                <a:spLocks noRot="1" noChangeAspect="1" noMove="1" noResize="1" noEditPoints="1" noAdjustHandles="1" noChangeArrowheads="1" noChangeShapeType="1" noTextEdit="1"/>
              </p:cNvSpPr>
              <p:nvPr/>
            </p:nvSpPr>
            <p:spPr>
              <a:xfrm>
                <a:off x="255917" y="4343400"/>
                <a:ext cx="6553200" cy="1981201"/>
              </a:xfrm>
              <a:prstGeom prst="rect">
                <a:avLst/>
              </a:prstGeom>
              <a:blipFill>
                <a:blip r:embed="rId5"/>
                <a:stretch>
                  <a:fillRect l="-837" t="-1846" r="-1209"/>
                </a:stretch>
              </a:blipFill>
            </p:spPr>
            <p:txBody>
              <a:bodyPr/>
              <a:lstStyle/>
              <a:p>
                <a:r>
                  <a:rPr lang="en-US">
                    <a:noFill/>
                  </a:rPr>
                  <a:t> </a:t>
                </a:r>
              </a:p>
            </p:txBody>
          </p:sp>
        </mc:Fallback>
      </mc:AlternateContent>
    </p:spTree>
    <p:extLst>
      <p:ext uri="{BB962C8B-B14F-4D97-AF65-F5344CB8AC3E}">
        <p14:creationId xmlns:p14="http://schemas.microsoft.com/office/powerpoint/2010/main" val="2708252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27861-8641-A3DE-A85C-1AD759D2D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E6F55D-DDF6-5023-0A73-90968665E7A2}"/>
              </a:ext>
            </a:extLst>
          </p:cNvPr>
          <p:cNvSpPr>
            <a:spLocks noGrp="1"/>
          </p:cNvSpPr>
          <p:nvPr>
            <p:ph type="title"/>
          </p:nvPr>
        </p:nvSpPr>
        <p:spPr/>
        <p:txBody>
          <a:bodyPr>
            <a:normAutofit/>
          </a:bodyPr>
          <a:lstStyle/>
          <a:p>
            <a:r>
              <a:rPr lang="en-US" dirty="0"/>
              <a:t>Case Studies: Fault setup</a:t>
            </a:r>
          </a:p>
        </p:txBody>
      </p:sp>
      <p:sp>
        <p:nvSpPr>
          <p:cNvPr id="4" name="Slide Number Placeholder 3">
            <a:extLst>
              <a:ext uri="{FF2B5EF4-FFF2-40B4-BE49-F238E27FC236}">
                <a16:creationId xmlns:a16="http://schemas.microsoft.com/office/drawing/2014/main" id="{B4AB93B4-F29D-B7C0-3106-3C97CE6D1DA3}"/>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
        <p:nvSpPr>
          <p:cNvPr id="5" name="TextBox 4">
            <a:extLst>
              <a:ext uri="{FF2B5EF4-FFF2-40B4-BE49-F238E27FC236}">
                <a16:creationId xmlns:a16="http://schemas.microsoft.com/office/drawing/2014/main" id="{4C74C556-5C3E-572A-62EF-C61B39565ADF}"/>
              </a:ext>
            </a:extLst>
          </p:cNvPr>
          <p:cNvSpPr txBox="1"/>
          <p:nvPr/>
        </p:nvSpPr>
        <p:spPr>
          <a:xfrm>
            <a:off x="27317" y="917274"/>
            <a:ext cx="3657600" cy="369332"/>
          </a:xfrm>
          <a:prstGeom prst="rect">
            <a:avLst/>
          </a:prstGeom>
          <a:noFill/>
        </p:spPr>
        <p:txBody>
          <a:bodyPr wrap="square">
            <a:spAutoFit/>
          </a:bodyPr>
          <a:lstStyle/>
          <a:p>
            <a:r>
              <a:rPr lang="en-US" dirty="0"/>
              <a:t>Set up the transmission side fault.</a:t>
            </a:r>
          </a:p>
        </p:txBody>
      </p:sp>
      <p:graphicFrame>
        <p:nvGraphicFramePr>
          <p:cNvPr id="8" name="Table 7">
            <a:extLst>
              <a:ext uri="{FF2B5EF4-FFF2-40B4-BE49-F238E27FC236}">
                <a16:creationId xmlns:a16="http://schemas.microsoft.com/office/drawing/2014/main" id="{9B1935AD-3241-E165-39D6-1A6D1B56A94E}"/>
              </a:ext>
            </a:extLst>
          </p:cNvPr>
          <p:cNvGraphicFramePr>
            <a:graphicFrameLocks noGrp="1"/>
          </p:cNvGraphicFramePr>
          <p:nvPr>
            <p:extLst>
              <p:ext uri="{D42A27DB-BD31-4B8C-83A1-F6EECF244321}">
                <p14:modId xmlns:p14="http://schemas.microsoft.com/office/powerpoint/2010/main" val="1337234120"/>
              </p:ext>
            </p:extLst>
          </p:nvPr>
        </p:nvGraphicFramePr>
        <p:xfrm>
          <a:off x="6858000" y="1658813"/>
          <a:ext cx="4419600" cy="2879934"/>
        </p:xfrm>
        <a:graphic>
          <a:graphicData uri="http://schemas.openxmlformats.org/drawingml/2006/table">
            <a:tbl>
              <a:tblPr firstRow="1" bandRow="1">
                <a:tableStyleId>{BC89EF96-8CEA-46FF-86C4-4CE0E7609802}</a:tableStyleId>
              </a:tblPr>
              <a:tblGrid>
                <a:gridCol w="1977833">
                  <a:extLst>
                    <a:ext uri="{9D8B030D-6E8A-4147-A177-3AD203B41FA5}">
                      <a16:colId xmlns:a16="http://schemas.microsoft.com/office/drawing/2014/main" val="1123080818"/>
                    </a:ext>
                  </a:extLst>
                </a:gridCol>
                <a:gridCol w="2441767">
                  <a:extLst>
                    <a:ext uri="{9D8B030D-6E8A-4147-A177-3AD203B41FA5}">
                      <a16:colId xmlns:a16="http://schemas.microsoft.com/office/drawing/2014/main" val="1915134910"/>
                    </a:ext>
                  </a:extLst>
                </a:gridCol>
              </a:tblGrid>
              <a:tr h="373309">
                <a:tc>
                  <a:txBody>
                    <a:bodyPr/>
                    <a:lstStyle/>
                    <a:p>
                      <a:pPr algn="ctr"/>
                      <a:r>
                        <a:rPr lang="en-US" sz="1800" b="1" dirty="0"/>
                        <a:t>Item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1" dirty="0"/>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1091916"/>
                  </a:ext>
                </a:extLst>
              </a:tr>
              <a:tr h="373309">
                <a:tc>
                  <a:txBody>
                    <a:bodyPr/>
                    <a:lstStyle/>
                    <a:p>
                      <a:pPr algn="ctr"/>
                      <a:r>
                        <a:rPr lang="en-US" sz="1800" b="0" dirty="0"/>
                        <a:t>Fault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t>Three-phase to ground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1161969"/>
                  </a:ext>
                </a:extLst>
              </a:tr>
              <a:tr h="373309">
                <a:tc>
                  <a:txBody>
                    <a:bodyPr/>
                    <a:lstStyle/>
                    <a:p>
                      <a:pPr algn="ctr"/>
                      <a:r>
                        <a:rPr lang="en-US" sz="1800" b="0" dirty="0"/>
                        <a:t>Fault bus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8732716"/>
                  </a:ext>
                </a:extLst>
              </a:tr>
              <a:tr h="373309">
                <a:tc>
                  <a:txBody>
                    <a:bodyPr/>
                    <a:lstStyle/>
                    <a:p>
                      <a:pPr algn="ctr"/>
                      <a:r>
                        <a:rPr lang="en-US" sz="1800" b="0" dirty="0"/>
                        <a:t>Fault start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t>1s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8566878"/>
                  </a:ext>
                </a:extLst>
              </a:tr>
              <a:tr h="373309">
                <a:tc>
                  <a:txBody>
                    <a:bodyPr/>
                    <a:lstStyle/>
                    <a:p>
                      <a:pPr algn="ctr"/>
                      <a:r>
                        <a:rPr lang="en-US" sz="1800" b="0" dirty="0"/>
                        <a:t>Fault clear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t>1.08s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2695006"/>
                  </a:ext>
                </a:extLst>
              </a:tr>
              <a:tr h="373309">
                <a:tc>
                  <a:txBody>
                    <a:bodyPr/>
                    <a:lstStyle/>
                    <a:p>
                      <a:pPr algn="ctr"/>
                      <a:r>
                        <a:rPr lang="en-US" sz="1800" b="0" dirty="0"/>
                        <a:t>Fault resistance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2051" rtl="0" eaLnBrk="1" fontAlgn="auto" latinLnBrk="0" hangingPunct="1">
                        <a:lnSpc>
                          <a:spcPct val="100000"/>
                        </a:lnSpc>
                        <a:spcBef>
                          <a:spcPts val="0"/>
                        </a:spcBef>
                        <a:spcAft>
                          <a:spcPts val="0"/>
                        </a:spcAft>
                        <a:buClrTx/>
                        <a:buSzTx/>
                        <a:buFontTx/>
                        <a:buNone/>
                        <a:tabLst/>
                        <a:defRPr/>
                      </a:pPr>
                      <a:r>
                        <a:rPr lang="en-US" sz="1800" b="0" dirty="0"/>
                        <a:t>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3357057"/>
                  </a:ext>
                </a:extLst>
              </a:tr>
              <a:tr h="373309">
                <a:tc>
                  <a:txBody>
                    <a:bodyPr/>
                    <a:lstStyle/>
                    <a:p>
                      <a:pPr algn="ctr"/>
                      <a:r>
                        <a:rPr lang="en-US" sz="1800" b="0" dirty="0"/>
                        <a:t>Fault reactance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dirty="0"/>
                        <a:t>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802316"/>
                  </a:ext>
                </a:extLst>
              </a:tr>
            </a:tbl>
          </a:graphicData>
        </a:graphic>
      </p:graphicFrame>
      <p:sp>
        <p:nvSpPr>
          <p:cNvPr id="10" name="Content Placeholder 2">
            <a:extLst>
              <a:ext uri="{FF2B5EF4-FFF2-40B4-BE49-F238E27FC236}">
                <a16:creationId xmlns:a16="http://schemas.microsoft.com/office/drawing/2014/main" id="{05A452D5-3378-8570-FCF0-722C1EFBEE42}"/>
              </a:ext>
            </a:extLst>
          </p:cNvPr>
          <p:cNvSpPr txBox="1">
            <a:spLocks/>
          </p:cNvSpPr>
          <p:nvPr/>
        </p:nvSpPr>
        <p:spPr>
          <a:xfrm>
            <a:off x="6248400" y="1286606"/>
            <a:ext cx="5574059" cy="535792"/>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a:buClr>
                <a:srgbClr val="262626"/>
              </a:buClr>
              <a:buSzPct val="100000"/>
              <a:buNone/>
            </a:pPr>
            <a:r>
              <a:rPr kumimoji="0" lang="en-US" sz="1800" b="1" i="0" u="none" strike="noStrike" kern="1200" cap="none" spc="0" normalizeH="0" baseline="0" noProof="0" dirty="0">
                <a:ln>
                  <a:noFill/>
                </a:ln>
                <a:effectLst/>
                <a:uLnTx/>
                <a:uFillTx/>
                <a:latin typeface="Arial"/>
                <a:ea typeface="+mn-ea"/>
                <a:cs typeface="+mn-cs"/>
              </a:rPr>
              <a:t>Table2: Fault information</a:t>
            </a:r>
          </a:p>
        </p:txBody>
      </p:sp>
      <p:sp>
        <p:nvSpPr>
          <p:cNvPr id="11" name="TextBox 10">
            <a:extLst>
              <a:ext uri="{FF2B5EF4-FFF2-40B4-BE49-F238E27FC236}">
                <a16:creationId xmlns:a16="http://schemas.microsoft.com/office/drawing/2014/main" id="{4DE7A433-C37D-0945-9D51-95A6127CBC5C}"/>
              </a:ext>
            </a:extLst>
          </p:cNvPr>
          <p:cNvSpPr txBox="1"/>
          <p:nvPr/>
        </p:nvSpPr>
        <p:spPr>
          <a:xfrm>
            <a:off x="6553200" y="5386728"/>
            <a:ext cx="4611298" cy="369332"/>
          </a:xfrm>
          <a:prstGeom prst="rect">
            <a:avLst/>
          </a:prstGeom>
          <a:noFill/>
          <a:ln>
            <a:solidFill>
              <a:schemeClr val="tx1"/>
            </a:solidFill>
          </a:ln>
        </p:spPr>
        <p:txBody>
          <a:bodyPr wrap="square">
            <a:spAutoFit/>
          </a:bodyPr>
          <a:lstStyle/>
          <a:p>
            <a:r>
              <a:rPr lang="en-US" dirty="0"/>
              <a:t>Severe disturbances near the interface bus.</a:t>
            </a:r>
          </a:p>
        </p:txBody>
      </p:sp>
      <p:pic>
        <p:nvPicPr>
          <p:cNvPr id="6" name="Picture 5">
            <a:extLst>
              <a:ext uri="{FF2B5EF4-FFF2-40B4-BE49-F238E27FC236}">
                <a16:creationId xmlns:a16="http://schemas.microsoft.com/office/drawing/2014/main" id="{5546B172-5EDE-0DF5-E991-73A2E4BB76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4098" y="1557872"/>
            <a:ext cx="4759094" cy="4382854"/>
          </a:xfrm>
          <a:prstGeom prst="rect">
            <a:avLst/>
          </a:prstGeom>
        </p:spPr>
      </p:pic>
      <p:sp>
        <p:nvSpPr>
          <p:cNvPr id="7" name="Oval 6">
            <a:extLst>
              <a:ext uri="{FF2B5EF4-FFF2-40B4-BE49-F238E27FC236}">
                <a16:creationId xmlns:a16="http://schemas.microsoft.com/office/drawing/2014/main" id="{9586A518-362B-88B0-655A-246F161368E4}"/>
              </a:ext>
            </a:extLst>
          </p:cNvPr>
          <p:cNvSpPr/>
          <p:nvPr/>
        </p:nvSpPr>
        <p:spPr>
          <a:xfrm>
            <a:off x="2999117" y="1843964"/>
            <a:ext cx="685800" cy="685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CF31DEF-A2EB-D7DB-7E86-A5BB746F70FB}"/>
              </a:ext>
            </a:extLst>
          </p:cNvPr>
          <p:cNvSpPr/>
          <p:nvPr/>
        </p:nvSpPr>
        <p:spPr>
          <a:xfrm>
            <a:off x="3692106" y="1750994"/>
            <a:ext cx="3131388" cy="440115"/>
          </a:xfrm>
          <a:custGeom>
            <a:avLst/>
            <a:gdLst>
              <a:gd name="csX0" fmla="*/ 0 w 3131388"/>
              <a:gd name="csY0" fmla="*/ 440115 h 440115"/>
              <a:gd name="csX1" fmla="*/ 301924 w 3131388"/>
              <a:gd name="csY1" fmla="*/ 51927 h 440115"/>
              <a:gd name="csX2" fmla="*/ 1604513 w 3131388"/>
              <a:gd name="csY2" fmla="*/ 34674 h 440115"/>
              <a:gd name="csX3" fmla="*/ 3131388 w 3131388"/>
              <a:gd name="csY3" fmla="*/ 336598 h 440115"/>
            </a:gdLst>
            <a:ahLst/>
            <a:cxnLst>
              <a:cxn ang="0">
                <a:pos x="csX0" y="csY0"/>
              </a:cxn>
              <a:cxn ang="0">
                <a:pos x="csX1" y="csY1"/>
              </a:cxn>
              <a:cxn ang="0">
                <a:pos x="csX2" y="csY2"/>
              </a:cxn>
              <a:cxn ang="0">
                <a:pos x="csX3" y="csY3"/>
              </a:cxn>
            </a:cxnLst>
            <a:rect l="l" t="t" r="r" b="b"/>
            <a:pathLst>
              <a:path w="3131388" h="440115">
                <a:moveTo>
                  <a:pt x="0" y="440115"/>
                </a:moveTo>
                <a:cubicBezTo>
                  <a:pt x="17252" y="279807"/>
                  <a:pt x="34505" y="119500"/>
                  <a:pt x="301924" y="51927"/>
                </a:cubicBezTo>
                <a:cubicBezTo>
                  <a:pt x="569343" y="-15646"/>
                  <a:pt x="1132936" y="-12771"/>
                  <a:pt x="1604513" y="34674"/>
                </a:cubicBezTo>
                <a:cubicBezTo>
                  <a:pt x="2076090" y="82119"/>
                  <a:pt x="2603739" y="209358"/>
                  <a:pt x="3131388" y="336598"/>
                </a:cubicBezTo>
              </a:path>
            </a:pathLst>
          </a:cu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sp>
        <p:nvSpPr>
          <p:cNvPr id="16" name="Lightning Bolt 15">
            <a:extLst>
              <a:ext uri="{FF2B5EF4-FFF2-40B4-BE49-F238E27FC236}">
                <a16:creationId xmlns:a16="http://schemas.microsoft.com/office/drawing/2014/main" id="{62711E76-B503-CBFA-B74D-302EAD852C46}"/>
              </a:ext>
            </a:extLst>
          </p:cNvPr>
          <p:cNvSpPr/>
          <p:nvPr/>
        </p:nvSpPr>
        <p:spPr>
          <a:xfrm flipH="1">
            <a:off x="3420352" y="1248589"/>
            <a:ext cx="381000" cy="777182"/>
          </a:xfrm>
          <a:prstGeom prst="lightningBolt">
            <a:avLst/>
          </a:prstGeom>
          <a:solidFill>
            <a:srgbClr val="FF0000"/>
          </a:solid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0539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A8C99-80C5-D0B0-9575-CBB299E13892}"/>
            </a:ext>
          </a:extLst>
        </p:cNvPr>
        <p:cNvGrpSpPr/>
        <p:nvPr/>
      </p:nvGrpSpPr>
      <p:grpSpPr>
        <a:xfrm>
          <a:off x="0" y="0"/>
          <a:ext cx="0" cy="0"/>
          <a:chOff x="0" y="0"/>
          <a:chExt cx="0" cy="0"/>
        </a:xfrm>
      </p:grpSpPr>
      <p:pic>
        <p:nvPicPr>
          <p:cNvPr id="42" name="Picture 41">
            <a:extLst>
              <a:ext uri="{FF2B5EF4-FFF2-40B4-BE49-F238E27FC236}">
                <a16:creationId xmlns:a16="http://schemas.microsoft.com/office/drawing/2014/main" id="{018835BB-7874-FE8B-4D8B-320EEF6CFBC3}"/>
              </a:ext>
            </a:extLst>
          </p:cNvPr>
          <p:cNvPicPr>
            <a:picLocks noChangeAspect="1"/>
          </p:cNvPicPr>
          <p:nvPr/>
        </p:nvPicPr>
        <p:blipFill>
          <a:blip r:embed="rId3"/>
          <a:stretch>
            <a:fillRect/>
          </a:stretch>
        </p:blipFill>
        <p:spPr>
          <a:xfrm>
            <a:off x="135157" y="4082989"/>
            <a:ext cx="4479681" cy="2593500"/>
          </a:xfrm>
          <a:prstGeom prst="rect">
            <a:avLst/>
          </a:prstGeom>
        </p:spPr>
      </p:pic>
      <p:pic>
        <p:nvPicPr>
          <p:cNvPr id="40" name="Picture 39">
            <a:extLst>
              <a:ext uri="{FF2B5EF4-FFF2-40B4-BE49-F238E27FC236}">
                <a16:creationId xmlns:a16="http://schemas.microsoft.com/office/drawing/2014/main" id="{9AA912FE-4038-E991-4E15-737A3EE34550}"/>
              </a:ext>
            </a:extLst>
          </p:cNvPr>
          <p:cNvPicPr>
            <a:picLocks noChangeAspect="1"/>
          </p:cNvPicPr>
          <p:nvPr/>
        </p:nvPicPr>
        <p:blipFill>
          <a:blip r:embed="rId4"/>
          <a:stretch>
            <a:fillRect/>
          </a:stretch>
        </p:blipFill>
        <p:spPr>
          <a:xfrm>
            <a:off x="4640298" y="1458109"/>
            <a:ext cx="4755050" cy="2752924"/>
          </a:xfrm>
          <a:prstGeom prst="rect">
            <a:avLst/>
          </a:prstGeom>
        </p:spPr>
      </p:pic>
      <p:pic>
        <p:nvPicPr>
          <p:cNvPr id="38" name="Picture 37">
            <a:extLst>
              <a:ext uri="{FF2B5EF4-FFF2-40B4-BE49-F238E27FC236}">
                <a16:creationId xmlns:a16="http://schemas.microsoft.com/office/drawing/2014/main" id="{89E94D3A-A6DC-5955-67C7-1976A66A7634}"/>
              </a:ext>
            </a:extLst>
          </p:cNvPr>
          <p:cNvPicPr>
            <a:picLocks noChangeAspect="1"/>
          </p:cNvPicPr>
          <p:nvPr/>
        </p:nvPicPr>
        <p:blipFill>
          <a:blip r:embed="rId5"/>
          <a:stretch>
            <a:fillRect/>
          </a:stretch>
        </p:blipFill>
        <p:spPr>
          <a:xfrm>
            <a:off x="143373" y="1477670"/>
            <a:ext cx="4479682" cy="2593500"/>
          </a:xfrm>
          <a:prstGeom prst="rect">
            <a:avLst/>
          </a:prstGeom>
        </p:spPr>
      </p:pic>
      <p:pic>
        <p:nvPicPr>
          <p:cNvPr id="36" name="Picture 35">
            <a:extLst>
              <a:ext uri="{FF2B5EF4-FFF2-40B4-BE49-F238E27FC236}">
                <a16:creationId xmlns:a16="http://schemas.microsoft.com/office/drawing/2014/main" id="{E98EA775-675A-D406-E9A8-5974FEEC9536}"/>
              </a:ext>
            </a:extLst>
          </p:cNvPr>
          <p:cNvPicPr>
            <a:picLocks noChangeAspect="1"/>
          </p:cNvPicPr>
          <p:nvPr/>
        </p:nvPicPr>
        <p:blipFill>
          <a:blip r:embed="rId6"/>
          <a:stretch>
            <a:fillRect/>
          </a:stretch>
        </p:blipFill>
        <p:spPr>
          <a:xfrm>
            <a:off x="4727720" y="4102379"/>
            <a:ext cx="4698422" cy="2720140"/>
          </a:xfrm>
          <a:prstGeom prst="rect">
            <a:avLst/>
          </a:prstGeom>
        </p:spPr>
      </p:pic>
      <p:sp>
        <p:nvSpPr>
          <p:cNvPr id="14" name="Rectangle: Rounded Corners 13">
            <a:extLst>
              <a:ext uri="{FF2B5EF4-FFF2-40B4-BE49-F238E27FC236}">
                <a16:creationId xmlns:a16="http://schemas.microsoft.com/office/drawing/2014/main" id="{36EC9DE1-D71B-7C69-7312-D39988BA9C57}"/>
              </a:ext>
            </a:extLst>
          </p:cNvPr>
          <p:cNvSpPr/>
          <p:nvPr/>
        </p:nvSpPr>
        <p:spPr>
          <a:xfrm>
            <a:off x="152400" y="1066800"/>
            <a:ext cx="4583792" cy="5734050"/>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6FF626-1DB4-7311-4614-49A0563574D3}"/>
              </a:ext>
            </a:extLst>
          </p:cNvPr>
          <p:cNvSpPr>
            <a:spLocks noGrp="1"/>
          </p:cNvSpPr>
          <p:nvPr>
            <p:ph type="title"/>
          </p:nvPr>
        </p:nvSpPr>
        <p:spPr/>
        <p:txBody>
          <a:bodyPr>
            <a:normAutofit fontScale="90000"/>
          </a:bodyPr>
          <a:lstStyle/>
          <a:p>
            <a:r>
              <a:rPr lang="en-US" dirty="0"/>
              <a:t>Case Studies: various motor share effect voltage recovery--benchmark</a:t>
            </a:r>
          </a:p>
        </p:txBody>
      </p:sp>
      <p:sp>
        <p:nvSpPr>
          <p:cNvPr id="4" name="Slide Number Placeholder 3">
            <a:extLst>
              <a:ext uri="{FF2B5EF4-FFF2-40B4-BE49-F238E27FC236}">
                <a16:creationId xmlns:a16="http://schemas.microsoft.com/office/drawing/2014/main" id="{83CC9151-E8E3-58FD-8C83-8A2C5A23EE7E}"/>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grpSp>
        <p:nvGrpSpPr>
          <p:cNvPr id="5" name="Group 4">
            <a:extLst>
              <a:ext uri="{FF2B5EF4-FFF2-40B4-BE49-F238E27FC236}">
                <a16:creationId xmlns:a16="http://schemas.microsoft.com/office/drawing/2014/main" id="{A28DFE97-361C-F18B-59D2-E4EC7C5646EA}"/>
              </a:ext>
            </a:extLst>
          </p:cNvPr>
          <p:cNvGrpSpPr/>
          <p:nvPr/>
        </p:nvGrpSpPr>
        <p:grpSpPr>
          <a:xfrm>
            <a:off x="5105400" y="947192"/>
            <a:ext cx="4130040" cy="386822"/>
            <a:chOff x="5153420" y="3448350"/>
            <a:chExt cx="4130040" cy="386822"/>
          </a:xfrm>
        </p:grpSpPr>
        <p:sp>
          <p:nvSpPr>
            <p:cNvPr id="7" name="Rectangle: Rounded Corners 6">
              <a:extLst>
                <a:ext uri="{FF2B5EF4-FFF2-40B4-BE49-F238E27FC236}">
                  <a16:creationId xmlns:a16="http://schemas.microsoft.com/office/drawing/2014/main" id="{A06CEB22-705F-C03B-BB6F-5AF3D51E99C1}"/>
                </a:ext>
              </a:extLst>
            </p:cNvPr>
            <p:cNvSpPr/>
            <p:nvPr/>
          </p:nvSpPr>
          <p:spPr>
            <a:xfrm>
              <a:off x="5257800" y="3448350"/>
              <a:ext cx="3921281"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D2637DC-3510-8DFE-8AF6-F4DC905F4F0A}"/>
                </a:ext>
              </a:extLst>
            </p:cNvPr>
            <p:cNvSpPr txBox="1"/>
            <p:nvPr/>
          </p:nvSpPr>
          <p:spPr>
            <a:xfrm>
              <a:off x="5153420" y="3465840"/>
              <a:ext cx="4130040" cy="369332"/>
            </a:xfrm>
            <a:prstGeom prst="rect">
              <a:avLst/>
            </a:prstGeom>
            <a:noFill/>
          </p:spPr>
          <p:txBody>
            <a:bodyPr wrap="square">
              <a:spAutoFit/>
            </a:bodyPr>
            <a:lstStyle/>
            <a:p>
              <a:pPr algn="ctr"/>
              <a:r>
                <a:rPr lang="en-US" b="1" dirty="0">
                  <a:solidFill>
                    <a:srgbClr val="000000"/>
                  </a:solidFill>
                </a:rPr>
                <a:t>Distribution</a:t>
              </a:r>
            </a:p>
          </p:txBody>
        </p:sp>
      </p:grpSp>
      <p:grpSp>
        <p:nvGrpSpPr>
          <p:cNvPr id="10" name="Group 9">
            <a:extLst>
              <a:ext uri="{FF2B5EF4-FFF2-40B4-BE49-F238E27FC236}">
                <a16:creationId xmlns:a16="http://schemas.microsoft.com/office/drawing/2014/main" id="{951B41C6-55E1-1410-8E06-78A22C042449}"/>
              </a:ext>
            </a:extLst>
          </p:cNvPr>
          <p:cNvGrpSpPr/>
          <p:nvPr/>
        </p:nvGrpSpPr>
        <p:grpSpPr>
          <a:xfrm>
            <a:off x="516548" y="938447"/>
            <a:ext cx="4130040" cy="386822"/>
            <a:chOff x="5153420" y="3448350"/>
            <a:chExt cx="4130040" cy="386822"/>
          </a:xfrm>
        </p:grpSpPr>
        <p:sp>
          <p:nvSpPr>
            <p:cNvPr id="11" name="Rectangle: Rounded Corners 10">
              <a:extLst>
                <a:ext uri="{FF2B5EF4-FFF2-40B4-BE49-F238E27FC236}">
                  <a16:creationId xmlns:a16="http://schemas.microsoft.com/office/drawing/2014/main" id="{F31BBF6F-3813-5191-6EF0-CCB7D4A583D0}"/>
                </a:ext>
              </a:extLst>
            </p:cNvPr>
            <p:cNvSpPr/>
            <p:nvPr/>
          </p:nvSpPr>
          <p:spPr>
            <a:xfrm>
              <a:off x="5257800" y="3448350"/>
              <a:ext cx="3921281"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43D587B-6452-6A0D-1CC0-9A30E751B2EC}"/>
                </a:ext>
              </a:extLst>
            </p:cNvPr>
            <p:cNvSpPr txBox="1"/>
            <p:nvPr/>
          </p:nvSpPr>
          <p:spPr>
            <a:xfrm>
              <a:off x="5153420" y="3465840"/>
              <a:ext cx="4130040" cy="369332"/>
            </a:xfrm>
            <a:prstGeom prst="rect">
              <a:avLst/>
            </a:prstGeom>
            <a:noFill/>
          </p:spPr>
          <p:txBody>
            <a:bodyPr wrap="square">
              <a:spAutoFit/>
            </a:bodyPr>
            <a:lstStyle/>
            <a:p>
              <a:pPr algn="ctr"/>
              <a:r>
                <a:rPr lang="en-US" b="1" dirty="0">
                  <a:solidFill>
                    <a:srgbClr val="000000"/>
                  </a:solidFill>
                </a:rPr>
                <a:t>Transmission</a:t>
              </a:r>
            </a:p>
          </p:txBody>
        </p:sp>
      </p:grpSp>
      <p:sp>
        <p:nvSpPr>
          <p:cNvPr id="15" name="Rectangle: Rounded Corners 14">
            <a:extLst>
              <a:ext uri="{FF2B5EF4-FFF2-40B4-BE49-F238E27FC236}">
                <a16:creationId xmlns:a16="http://schemas.microsoft.com/office/drawing/2014/main" id="{888FE4EC-2F3C-D7D6-BE08-64B77FD8ECD1}"/>
              </a:ext>
            </a:extLst>
          </p:cNvPr>
          <p:cNvSpPr/>
          <p:nvPr/>
        </p:nvSpPr>
        <p:spPr>
          <a:xfrm>
            <a:off x="4805145" y="1060450"/>
            <a:ext cx="4755050" cy="5734050"/>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9DFC890A-26BE-DCC3-33CF-E999B77C437B}"/>
              </a:ext>
            </a:extLst>
          </p:cNvPr>
          <p:cNvGrpSpPr/>
          <p:nvPr/>
        </p:nvGrpSpPr>
        <p:grpSpPr>
          <a:xfrm>
            <a:off x="1404103" y="1364971"/>
            <a:ext cx="2665388" cy="386822"/>
            <a:chOff x="5153420" y="3448350"/>
            <a:chExt cx="4130040" cy="386822"/>
          </a:xfrm>
        </p:grpSpPr>
        <p:sp>
          <p:nvSpPr>
            <p:cNvPr id="18" name="Rectangle: Rounded Corners 17">
              <a:extLst>
                <a:ext uri="{FF2B5EF4-FFF2-40B4-BE49-F238E27FC236}">
                  <a16:creationId xmlns:a16="http://schemas.microsoft.com/office/drawing/2014/main" id="{6A8F1484-44E9-A6F5-B80B-612A5B0A714F}"/>
                </a:ext>
              </a:extLst>
            </p:cNvPr>
            <p:cNvSpPr/>
            <p:nvPr/>
          </p:nvSpPr>
          <p:spPr>
            <a:xfrm>
              <a:off x="5257800" y="3448350"/>
              <a:ext cx="3921281"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7A4D8F0-5A51-2F9E-033A-2EB7D92F6E25}"/>
                </a:ext>
              </a:extLst>
            </p:cNvPr>
            <p:cNvSpPr txBox="1"/>
            <p:nvPr/>
          </p:nvSpPr>
          <p:spPr>
            <a:xfrm>
              <a:off x="5153420" y="3465840"/>
              <a:ext cx="4130040" cy="369332"/>
            </a:xfrm>
            <a:prstGeom prst="rect">
              <a:avLst/>
            </a:prstGeom>
            <a:noFill/>
          </p:spPr>
          <p:txBody>
            <a:bodyPr wrap="square">
              <a:spAutoFit/>
            </a:bodyPr>
            <a:lstStyle/>
            <a:p>
              <a:pPr algn="ctr"/>
              <a:r>
                <a:rPr lang="en-US" b="1" dirty="0">
                  <a:solidFill>
                    <a:srgbClr val="000000"/>
                  </a:solidFill>
                </a:rPr>
                <a:t>Frequency response</a:t>
              </a:r>
            </a:p>
          </p:txBody>
        </p:sp>
      </p:grpSp>
      <p:grpSp>
        <p:nvGrpSpPr>
          <p:cNvPr id="20" name="Group 19">
            <a:extLst>
              <a:ext uri="{FF2B5EF4-FFF2-40B4-BE49-F238E27FC236}">
                <a16:creationId xmlns:a16="http://schemas.microsoft.com/office/drawing/2014/main" id="{4B702426-FD5F-DEDF-F23F-0C06CB653E87}"/>
              </a:ext>
            </a:extLst>
          </p:cNvPr>
          <p:cNvGrpSpPr/>
          <p:nvPr/>
        </p:nvGrpSpPr>
        <p:grpSpPr>
          <a:xfrm>
            <a:off x="6134100" y="1383269"/>
            <a:ext cx="2665388" cy="369331"/>
            <a:chOff x="5153420" y="3448350"/>
            <a:chExt cx="4130040" cy="386823"/>
          </a:xfrm>
        </p:grpSpPr>
        <p:sp>
          <p:nvSpPr>
            <p:cNvPr id="21" name="Rectangle: Rounded Corners 20">
              <a:extLst>
                <a:ext uri="{FF2B5EF4-FFF2-40B4-BE49-F238E27FC236}">
                  <a16:creationId xmlns:a16="http://schemas.microsoft.com/office/drawing/2014/main" id="{1FD5329A-70F8-96B5-E61F-5A4722EDD39C}"/>
                </a:ext>
              </a:extLst>
            </p:cNvPr>
            <p:cNvSpPr/>
            <p:nvPr/>
          </p:nvSpPr>
          <p:spPr>
            <a:xfrm>
              <a:off x="5257800" y="3448350"/>
              <a:ext cx="3921281"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BDD179E-4EC2-2FE7-B4A8-7A7D3B05BEEA}"/>
                </a:ext>
              </a:extLst>
            </p:cNvPr>
            <p:cNvSpPr txBox="1"/>
            <p:nvPr/>
          </p:nvSpPr>
          <p:spPr>
            <a:xfrm>
              <a:off x="5153420" y="3465842"/>
              <a:ext cx="4130040" cy="369331"/>
            </a:xfrm>
            <a:prstGeom prst="rect">
              <a:avLst/>
            </a:prstGeom>
            <a:noFill/>
          </p:spPr>
          <p:txBody>
            <a:bodyPr wrap="square">
              <a:spAutoFit/>
            </a:bodyPr>
            <a:lstStyle/>
            <a:p>
              <a:pPr algn="ctr"/>
              <a:r>
                <a:rPr lang="en-US" b="1" dirty="0">
                  <a:solidFill>
                    <a:srgbClr val="000000"/>
                  </a:solidFill>
                </a:rPr>
                <a:t>Q response</a:t>
              </a:r>
            </a:p>
          </p:txBody>
        </p:sp>
      </p:grpSp>
      <p:grpSp>
        <p:nvGrpSpPr>
          <p:cNvPr id="23" name="Group 22">
            <a:extLst>
              <a:ext uri="{FF2B5EF4-FFF2-40B4-BE49-F238E27FC236}">
                <a16:creationId xmlns:a16="http://schemas.microsoft.com/office/drawing/2014/main" id="{23265CFB-7134-F849-AF36-3D752541D9DE}"/>
              </a:ext>
            </a:extLst>
          </p:cNvPr>
          <p:cNvGrpSpPr/>
          <p:nvPr/>
        </p:nvGrpSpPr>
        <p:grpSpPr>
          <a:xfrm>
            <a:off x="1337493" y="3908968"/>
            <a:ext cx="2665388" cy="386822"/>
            <a:chOff x="5153420" y="3448350"/>
            <a:chExt cx="4130040" cy="386822"/>
          </a:xfrm>
        </p:grpSpPr>
        <p:sp>
          <p:nvSpPr>
            <p:cNvPr id="24" name="Rectangle: Rounded Corners 23">
              <a:extLst>
                <a:ext uri="{FF2B5EF4-FFF2-40B4-BE49-F238E27FC236}">
                  <a16:creationId xmlns:a16="http://schemas.microsoft.com/office/drawing/2014/main" id="{7E1CB6C3-F4A8-F571-2E9F-3FF71BF6F620}"/>
                </a:ext>
              </a:extLst>
            </p:cNvPr>
            <p:cNvSpPr/>
            <p:nvPr/>
          </p:nvSpPr>
          <p:spPr>
            <a:xfrm>
              <a:off x="5257800" y="3448350"/>
              <a:ext cx="3921281"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F94A37E-116B-D1F0-EDC8-5508BE210B7B}"/>
                </a:ext>
              </a:extLst>
            </p:cNvPr>
            <p:cNvSpPr txBox="1"/>
            <p:nvPr/>
          </p:nvSpPr>
          <p:spPr>
            <a:xfrm>
              <a:off x="5153420" y="3465840"/>
              <a:ext cx="4130040" cy="369332"/>
            </a:xfrm>
            <a:prstGeom prst="rect">
              <a:avLst/>
            </a:prstGeom>
            <a:noFill/>
          </p:spPr>
          <p:txBody>
            <a:bodyPr wrap="square">
              <a:spAutoFit/>
            </a:bodyPr>
            <a:lstStyle/>
            <a:p>
              <a:pPr algn="ctr"/>
              <a:r>
                <a:rPr lang="en-US" b="1" dirty="0">
                  <a:solidFill>
                    <a:srgbClr val="000000"/>
                  </a:solidFill>
                </a:rPr>
                <a:t>Voltage response</a:t>
              </a:r>
            </a:p>
          </p:txBody>
        </p:sp>
      </p:grpSp>
      <p:grpSp>
        <p:nvGrpSpPr>
          <p:cNvPr id="26" name="Group 25">
            <a:extLst>
              <a:ext uri="{FF2B5EF4-FFF2-40B4-BE49-F238E27FC236}">
                <a16:creationId xmlns:a16="http://schemas.microsoft.com/office/drawing/2014/main" id="{BDD8F235-1835-1E71-F7D9-B3DF3BB4375B}"/>
              </a:ext>
            </a:extLst>
          </p:cNvPr>
          <p:cNvGrpSpPr/>
          <p:nvPr/>
        </p:nvGrpSpPr>
        <p:grpSpPr>
          <a:xfrm>
            <a:off x="6233213" y="3933004"/>
            <a:ext cx="2665388" cy="344180"/>
            <a:chOff x="5153420" y="3448350"/>
            <a:chExt cx="4130040" cy="386822"/>
          </a:xfrm>
        </p:grpSpPr>
        <p:sp>
          <p:nvSpPr>
            <p:cNvPr id="27" name="Rectangle: Rounded Corners 26">
              <a:extLst>
                <a:ext uri="{FF2B5EF4-FFF2-40B4-BE49-F238E27FC236}">
                  <a16:creationId xmlns:a16="http://schemas.microsoft.com/office/drawing/2014/main" id="{7C675AAF-3DE2-7D2B-50E1-0DA0A326B87B}"/>
                </a:ext>
              </a:extLst>
            </p:cNvPr>
            <p:cNvSpPr/>
            <p:nvPr/>
          </p:nvSpPr>
          <p:spPr>
            <a:xfrm>
              <a:off x="5257800" y="3448350"/>
              <a:ext cx="3921281"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655558D-A1F4-FFF6-9411-0DE6A8D00A2F}"/>
                </a:ext>
              </a:extLst>
            </p:cNvPr>
            <p:cNvSpPr txBox="1"/>
            <p:nvPr/>
          </p:nvSpPr>
          <p:spPr>
            <a:xfrm>
              <a:off x="5153420" y="3465840"/>
              <a:ext cx="4130040" cy="369332"/>
            </a:xfrm>
            <a:prstGeom prst="rect">
              <a:avLst/>
            </a:prstGeom>
            <a:noFill/>
          </p:spPr>
          <p:txBody>
            <a:bodyPr wrap="square">
              <a:spAutoFit/>
            </a:bodyPr>
            <a:lstStyle/>
            <a:p>
              <a:pPr algn="ctr"/>
              <a:r>
                <a:rPr lang="en-US" b="1" dirty="0">
                  <a:solidFill>
                    <a:srgbClr val="000000"/>
                  </a:solidFill>
                </a:rPr>
                <a:t>Voltage response</a:t>
              </a:r>
            </a:p>
          </p:txBody>
        </p:sp>
      </p:grpSp>
      <p:sp>
        <p:nvSpPr>
          <p:cNvPr id="29" name="TextBox 28">
            <a:extLst>
              <a:ext uri="{FF2B5EF4-FFF2-40B4-BE49-F238E27FC236}">
                <a16:creationId xmlns:a16="http://schemas.microsoft.com/office/drawing/2014/main" id="{9F7B78E1-146D-78AA-A18A-60891D901419}"/>
              </a:ext>
            </a:extLst>
          </p:cNvPr>
          <p:cNvSpPr txBox="1"/>
          <p:nvPr/>
        </p:nvSpPr>
        <p:spPr>
          <a:xfrm>
            <a:off x="9584699" y="965313"/>
            <a:ext cx="2607301" cy="5909310"/>
          </a:xfrm>
          <a:prstGeom prst="rect">
            <a:avLst/>
          </a:prstGeom>
          <a:noFill/>
        </p:spPr>
        <p:txBody>
          <a:bodyPr wrap="square">
            <a:spAutoFit/>
          </a:bodyPr>
          <a:lstStyle/>
          <a:p>
            <a:r>
              <a:rPr lang="en-US" b="1" dirty="0">
                <a:solidFill>
                  <a:srgbClr val="000000"/>
                </a:solidFill>
              </a:rPr>
              <a:t>Applying the same fault and various motor fraction. </a:t>
            </a:r>
            <a:r>
              <a:rPr lang="en-US" dirty="0"/>
              <a:t>Observe the 675 node voltage at feeder.</a:t>
            </a:r>
            <a:endParaRPr lang="en-US" dirty="0">
              <a:solidFill>
                <a:srgbClr val="FF0000"/>
              </a:solidFill>
            </a:endParaRPr>
          </a:p>
          <a:p>
            <a:r>
              <a:rPr lang="en-US" dirty="0">
                <a:solidFill>
                  <a:srgbClr val="000000"/>
                </a:solidFill>
              </a:rPr>
              <a:t>The result shows Motor share is the key sensitivity parameter for FIDVR. With 0% motor share, the feeder behaves as the static load benchmark and voltage recovers quickly. As Motor D share increases, post-fault reactive demand increases, the voltage recovery becomes slower, and high motor share cases show delayed recovery</a:t>
            </a:r>
          </a:p>
        </p:txBody>
      </p:sp>
    </p:spTree>
    <p:extLst>
      <p:ext uri="{BB962C8B-B14F-4D97-AF65-F5344CB8AC3E}">
        <p14:creationId xmlns:p14="http://schemas.microsoft.com/office/powerpoint/2010/main" val="894268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B7F55-31DA-E223-1486-B47FB5044630}"/>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4898BBA3-5706-38FE-D45F-BAA73422CA87}"/>
              </a:ext>
            </a:extLst>
          </p:cNvPr>
          <p:cNvPicPr>
            <a:picLocks noChangeAspect="1"/>
          </p:cNvPicPr>
          <p:nvPr/>
        </p:nvPicPr>
        <p:blipFill>
          <a:blip r:embed="rId3"/>
          <a:stretch>
            <a:fillRect/>
          </a:stretch>
        </p:blipFill>
        <p:spPr>
          <a:xfrm>
            <a:off x="208328" y="1066800"/>
            <a:ext cx="8097472" cy="4627127"/>
          </a:xfrm>
          <a:prstGeom prst="rect">
            <a:avLst/>
          </a:prstGeom>
        </p:spPr>
      </p:pic>
      <p:pic>
        <p:nvPicPr>
          <p:cNvPr id="6" name="Picture 5">
            <a:extLst>
              <a:ext uri="{FF2B5EF4-FFF2-40B4-BE49-F238E27FC236}">
                <a16:creationId xmlns:a16="http://schemas.microsoft.com/office/drawing/2014/main" id="{5268B0A1-5A3C-617D-C3D0-6AAB9D3171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75213" y="1143000"/>
            <a:ext cx="4060859" cy="3668776"/>
          </a:xfrm>
          <a:prstGeom prst="rect">
            <a:avLst/>
          </a:prstGeom>
        </p:spPr>
      </p:pic>
      <p:sp>
        <p:nvSpPr>
          <p:cNvPr id="2" name="Title 1">
            <a:extLst>
              <a:ext uri="{FF2B5EF4-FFF2-40B4-BE49-F238E27FC236}">
                <a16:creationId xmlns:a16="http://schemas.microsoft.com/office/drawing/2014/main" id="{360E6224-F442-51E7-AF55-A3D99F09C729}"/>
              </a:ext>
            </a:extLst>
          </p:cNvPr>
          <p:cNvSpPr>
            <a:spLocks noGrp="1"/>
          </p:cNvSpPr>
          <p:nvPr>
            <p:ph type="title"/>
          </p:nvPr>
        </p:nvSpPr>
        <p:spPr/>
        <p:txBody>
          <a:bodyPr>
            <a:normAutofit fontScale="90000"/>
          </a:bodyPr>
          <a:lstStyle/>
          <a:p>
            <a:r>
              <a:rPr lang="en-US" dirty="0"/>
              <a:t>Case Studies: feeder level voltage recovery</a:t>
            </a:r>
          </a:p>
        </p:txBody>
      </p:sp>
      <p:sp>
        <p:nvSpPr>
          <p:cNvPr id="4" name="Slide Number Placeholder 3">
            <a:extLst>
              <a:ext uri="{FF2B5EF4-FFF2-40B4-BE49-F238E27FC236}">
                <a16:creationId xmlns:a16="http://schemas.microsoft.com/office/drawing/2014/main" id="{CEA6E2A3-145F-3F3F-BF99-99E4DC70A6A8}"/>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3A83994-BCFA-EB02-F09F-E51B78755887}"/>
                  </a:ext>
                </a:extLst>
              </p:cNvPr>
              <p:cNvSpPr txBox="1"/>
              <p:nvPr/>
            </p:nvSpPr>
            <p:spPr>
              <a:xfrm>
                <a:off x="0" y="5597779"/>
                <a:ext cx="12192000" cy="1200329"/>
              </a:xfrm>
              <a:prstGeom prst="rect">
                <a:avLst/>
              </a:prstGeom>
              <a:noFill/>
            </p:spPr>
            <p:txBody>
              <a:bodyPr wrap="square">
                <a:spAutoFit/>
              </a:bodyPr>
              <a:lstStyle/>
              <a:p>
                <a:r>
                  <a:rPr lang="en-US" dirty="0"/>
                  <a:t>Applying the same fault at bus 14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𝑚</m:t>
                        </m:r>
                      </m:sub>
                    </m:sSub>
                    <m:r>
                      <a:rPr lang="en-US" i="1">
                        <a:latin typeface="Cambria Math" panose="02040503050406030204" pitchFamily="18" charset="0"/>
                      </a:rPr>
                      <m:t>=1</m:t>
                    </m:r>
                  </m:oMath>
                </a14:m>
                <a:r>
                  <a:rPr lang="en-US" dirty="0"/>
                  <a:t> .</a:t>
                </a:r>
              </a:p>
              <a:p>
                <a:r>
                  <a:rPr lang="en-US" dirty="0"/>
                  <a:t>The feeder head recovers faster than downstream nodes. Node 650 remains close to the source voltage, while downstream nodes such as 652 and 675 experience deeper and longer voltage depression. </a:t>
                </a:r>
                <a:r>
                  <a:rPr lang="en-US" b="1" dirty="0"/>
                  <a:t>This feeder level voltage diversity would be hidden if the distribution system were represented only as an equivalent load.</a:t>
                </a:r>
              </a:p>
            </p:txBody>
          </p:sp>
        </mc:Choice>
        <mc:Fallback>
          <p:sp>
            <p:nvSpPr>
              <p:cNvPr id="3" name="TextBox 2">
                <a:extLst>
                  <a:ext uri="{FF2B5EF4-FFF2-40B4-BE49-F238E27FC236}">
                    <a16:creationId xmlns:a16="http://schemas.microsoft.com/office/drawing/2014/main" id="{73A83994-BCFA-EB02-F09F-E51B78755887}"/>
                  </a:ext>
                </a:extLst>
              </p:cNvPr>
              <p:cNvSpPr txBox="1">
                <a:spLocks noRot="1" noChangeAspect="1" noMove="1" noResize="1" noEditPoints="1" noAdjustHandles="1" noChangeArrowheads="1" noChangeShapeType="1" noTextEdit="1"/>
              </p:cNvSpPr>
              <p:nvPr/>
            </p:nvSpPr>
            <p:spPr>
              <a:xfrm>
                <a:off x="0" y="5597779"/>
                <a:ext cx="12192000" cy="1200329"/>
              </a:xfrm>
              <a:prstGeom prst="rect">
                <a:avLst/>
              </a:prstGeom>
              <a:blipFill>
                <a:blip r:embed="rId5"/>
                <a:stretch>
                  <a:fillRect l="-400" t="-2538" r="-650" b="-7107"/>
                </a:stretch>
              </a:blipFill>
            </p:spPr>
            <p:txBody>
              <a:bodyPr/>
              <a:lstStyle/>
              <a:p>
                <a:r>
                  <a:rPr lang="en-US">
                    <a:noFill/>
                  </a:rPr>
                  <a:t> </a:t>
                </a:r>
              </a:p>
            </p:txBody>
          </p:sp>
        </mc:Fallback>
      </mc:AlternateContent>
      <p:cxnSp>
        <p:nvCxnSpPr>
          <p:cNvPr id="10" name="Connector: Elbow 9">
            <a:extLst>
              <a:ext uri="{FF2B5EF4-FFF2-40B4-BE49-F238E27FC236}">
                <a16:creationId xmlns:a16="http://schemas.microsoft.com/office/drawing/2014/main" id="{7C0439E6-8AE6-7248-F65C-59A1D92E5E95}"/>
              </a:ext>
            </a:extLst>
          </p:cNvPr>
          <p:cNvCxnSpPr>
            <a:cxnSpLocks/>
          </p:cNvCxnSpPr>
          <p:nvPr/>
        </p:nvCxnSpPr>
        <p:spPr>
          <a:xfrm>
            <a:off x="8075213" y="2667000"/>
            <a:ext cx="2135587" cy="1600200"/>
          </a:xfrm>
          <a:prstGeom prst="bentConnector3">
            <a:avLst>
              <a:gd name="adj1" fmla="val 50000"/>
            </a:avLst>
          </a:prstGeom>
          <a:ln w="28575">
            <a:tailEnd type="triangle"/>
          </a:ln>
        </p:spPr>
        <p:style>
          <a:lnRef idx="1">
            <a:schemeClr val="accent6"/>
          </a:lnRef>
          <a:fillRef idx="0">
            <a:schemeClr val="accent6"/>
          </a:fillRef>
          <a:effectRef idx="0">
            <a:schemeClr val="accent6"/>
          </a:effectRef>
          <a:fontRef idx="minor">
            <a:schemeClr val="tx1"/>
          </a:fontRef>
        </p:style>
      </p:cxnSp>
      <p:cxnSp>
        <p:nvCxnSpPr>
          <p:cNvPr id="13" name="Connector: Elbow 12">
            <a:extLst>
              <a:ext uri="{FF2B5EF4-FFF2-40B4-BE49-F238E27FC236}">
                <a16:creationId xmlns:a16="http://schemas.microsoft.com/office/drawing/2014/main" id="{00ED0EC2-B4EA-952D-D662-754414ADAFCB}"/>
              </a:ext>
            </a:extLst>
          </p:cNvPr>
          <p:cNvCxnSpPr>
            <a:cxnSpLocks/>
          </p:cNvCxnSpPr>
          <p:nvPr/>
        </p:nvCxnSpPr>
        <p:spPr>
          <a:xfrm>
            <a:off x="8305800" y="1524000"/>
            <a:ext cx="1066800" cy="381000"/>
          </a:xfrm>
          <a:prstGeom prst="bentConnector3">
            <a:avLst>
              <a:gd name="adj1" fmla="val 50000"/>
            </a:avLst>
          </a:prstGeom>
          <a:ln w="28575">
            <a:tailEnd type="triangle"/>
          </a:ln>
        </p:spPr>
        <p:style>
          <a:lnRef idx="1">
            <a:schemeClr val="accent6"/>
          </a:lnRef>
          <a:fillRef idx="0">
            <a:schemeClr val="accent6"/>
          </a:fillRef>
          <a:effectRef idx="0">
            <a:schemeClr val="accent6"/>
          </a:effectRef>
          <a:fontRef idx="minor">
            <a:schemeClr val="tx1"/>
          </a:fontRef>
        </p:style>
      </p:cxnSp>
      <p:sp>
        <p:nvSpPr>
          <p:cNvPr id="7" name="Rectangle 9">
            <a:extLst>
              <a:ext uri="{FF2B5EF4-FFF2-40B4-BE49-F238E27FC236}">
                <a16:creationId xmlns:a16="http://schemas.microsoft.com/office/drawing/2014/main" id="{DFDFB840-00A4-6580-548C-59F1BED966CB}"/>
              </a:ext>
            </a:extLst>
          </p:cNvPr>
          <p:cNvSpPr/>
          <p:nvPr/>
        </p:nvSpPr>
        <p:spPr>
          <a:xfrm>
            <a:off x="1752600" y="1447800"/>
            <a:ext cx="6553200" cy="217768"/>
          </a:xfrm>
          <a:prstGeom prst="rect">
            <a:avLst/>
          </a:prstGeom>
          <a:solidFill>
            <a:schemeClr val="accent6">
              <a:lumMod val="40000"/>
              <a:lumOff val="60000"/>
              <a:alpha val="1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Rectangle 9">
            <a:extLst>
              <a:ext uri="{FF2B5EF4-FFF2-40B4-BE49-F238E27FC236}">
                <a16:creationId xmlns:a16="http://schemas.microsoft.com/office/drawing/2014/main" id="{D75F240F-BC4C-D53A-4F47-7395031D9C45}"/>
              </a:ext>
            </a:extLst>
          </p:cNvPr>
          <p:cNvSpPr/>
          <p:nvPr/>
        </p:nvSpPr>
        <p:spPr>
          <a:xfrm>
            <a:off x="1522013" y="2624433"/>
            <a:ext cx="6553200" cy="118768"/>
          </a:xfrm>
          <a:prstGeom prst="rect">
            <a:avLst/>
          </a:prstGeom>
          <a:solidFill>
            <a:schemeClr val="accent6">
              <a:lumMod val="40000"/>
              <a:lumOff val="60000"/>
              <a:alpha val="1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15" name="Group 14">
            <a:extLst>
              <a:ext uri="{FF2B5EF4-FFF2-40B4-BE49-F238E27FC236}">
                <a16:creationId xmlns:a16="http://schemas.microsoft.com/office/drawing/2014/main" id="{0CEB1910-DF1E-2F2D-2A6F-BA7ACE75D793}"/>
              </a:ext>
            </a:extLst>
          </p:cNvPr>
          <p:cNvGrpSpPr/>
          <p:nvPr/>
        </p:nvGrpSpPr>
        <p:grpSpPr>
          <a:xfrm>
            <a:off x="457199" y="938447"/>
            <a:ext cx="7974511" cy="389219"/>
            <a:chOff x="5094072" y="3448350"/>
            <a:chExt cx="4130040" cy="389219"/>
          </a:xfrm>
        </p:grpSpPr>
        <p:sp>
          <p:nvSpPr>
            <p:cNvPr id="16" name="Rectangle: Rounded Corners 15">
              <a:extLst>
                <a:ext uri="{FF2B5EF4-FFF2-40B4-BE49-F238E27FC236}">
                  <a16:creationId xmlns:a16="http://schemas.microsoft.com/office/drawing/2014/main" id="{4E8378B8-08F2-99ED-0CF6-884C299782D4}"/>
                </a:ext>
              </a:extLst>
            </p:cNvPr>
            <p:cNvSpPr/>
            <p:nvPr/>
          </p:nvSpPr>
          <p:spPr>
            <a:xfrm>
              <a:off x="5257800" y="3448350"/>
              <a:ext cx="3921281"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37D4DE8-A39E-AF8A-0CAF-9589FFF6BBB0}"/>
                </a:ext>
              </a:extLst>
            </p:cNvPr>
            <p:cNvSpPr txBox="1"/>
            <p:nvPr/>
          </p:nvSpPr>
          <p:spPr>
            <a:xfrm>
              <a:off x="5094072" y="3468237"/>
              <a:ext cx="4130040" cy="369332"/>
            </a:xfrm>
            <a:prstGeom prst="rect">
              <a:avLst/>
            </a:prstGeom>
            <a:noFill/>
          </p:spPr>
          <p:txBody>
            <a:bodyPr wrap="square">
              <a:spAutoFit/>
            </a:bodyPr>
            <a:lstStyle/>
            <a:p>
              <a:pPr algn="ctr"/>
              <a:r>
                <a:rPr lang="en-US" b="1" dirty="0">
                  <a:solidFill>
                    <a:srgbClr val="000000"/>
                  </a:solidFill>
                </a:rPr>
                <a:t>Voltage recovery at different feeder location</a:t>
              </a:r>
            </a:p>
          </p:txBody>
        </p:sp>
      </p:grpSp>
    </p:spTree>
    <p:extLst>
      <p:ext uri="{BB962C8B-B14F-4D97-AF65-F5344CB8AC3E}">
        <p14:creationId xmlns:p14="http://schemas.microsoft.com/office/powerpoint/2010/main" val="3047883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407685-2407-44A8-E46C-31DA1A1F5C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12941" y="927099"/>
            <a:ext cx="4426659" cy="4076700"/>
          </a:xfrm>
          <a:prstGeom prst="rect">
            <a:avLst/>
          </a:prstGeom>
        </p:spPr>
      </p:pic>
      <p:sp>
        <p:nvSpPr>
          <p:cNvPr id="8" name="Oval 7">
            <a:extLst>
              <a:ext uri="{FF2B5EF4-FFF2-40B4-BE49-F238E27FC236}">
                <a16:creationId xmlns:a16="http://schemas.microsoft.com/office/drawing/2014/main" id="{EA26AD04-BE1C-9833-E1B0-71166C4B8A14}"/>
              </a:ext>
            </a:extLst>
          </p:cNvPr>
          <p:cNvSpPr/>
          <p:nvPr/>
        </p:nvSpPr>
        <p:spPr>
          <a:xfrm>
            <a:off x="9372600" y="825498"/>
            <a:ext cx="685800" cy="685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91BB2363-34EC-BD12-C825-62D1AC02AA34}"/>
              </a:ext>
            </a:extLst>
          </p:cNvPr>
          <p:cNvSpPr>
            <a:spLocks noGrp="1"/>
          </p:cNvSpPr>
          <p:nvPr>
            <p:ph type="title"/>
          </p:nvPr>
        </p:nvSpPr>
        <p:spPr>
          <a:xfrm>
            <a:off x="2804160" y="-1"/>
            <a:ext cx="6583680" cy="914400"/>
          </a:xfrm>
        </p:spPr>
        <p:txBody>
          <a:bodyPr>
            <a:normAutofit/>
          </a:bodyPr>
          <a:lstStyle/>
          <a:p>
            <a:r>
              <a:rPr lang="en-US" dirty="0"/>
              <a:t>Case Studies: fault variation</a:t>
            </a:r>
          </a:p>
        </p:txBody>
      </p:sp>
      <p:pic>
        <p:nvPicPr>
          <p:cNvPr id="12" name="Picture 11">
            <a:extLst>
              <a:ext uri="{FF2B5EF4-FFF2-40B4-BE49-F238E27FC236}">
                <a16:creationId xmlns:a16="http://schemas.microsoft.com/office/drawing/2014/main" id="{794CBD0F-2191-E90D-651E-A335AD4D88AF}"/>
              </a:ext>
            </a:extLst>
          </p:cNvPr>
          <p:cNvPicPr>
            <a:picLocks noChangeAspect="1"/>
          </p:cNvPicPr>
          <p:nvPr/>
        </p:nvPicPr>
        <p:blipFill>
          <a:blip r:embed="rId3"/>
          <a:stretch>
            <a:fillRect/>
          </a:stretch>
        </p:blipFill>
        <p:spPr>
          <a:xfrm>
            <a:off x="82551" y="1333500"/>
            <a:ext cx="7239000" cy="4191000"/>
          </a:xfrm>
          <a:prstGeom prst="rect">
            <a:avLst/>
          </a:prstGeom>
        </p:spPr>
      </p:pic>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BD79FB87-AD33-15EF-781D-D1C14CA14DAB}"/>
                  </a:ext>
                </a:extLst>
              </p:cNvPr>
              <p:cNvGraphicFramePr>
                <a:graphicFrameLocks noGrp="1"/>
              </p:cNvGraphicFramePr>
              <p:nvPr>
                <p:extLst>
                  <p:ext uri="{D42A27DB-BD31-4B8C-83A1-F6EECF244321}">
                    <p14:modId xmlns:p14="http://schemas.microsoft.com/office/powerpoint/2010/main" val="2913591010"/>
                  </p:ext>
                </p:extLst>
              </p:nvPr>
            </p:nvGraphicFramePr>
            <p:xfrm>
              <a:off x="7371283" y="5099049"/>
              <a:ext cx="4769916" cy="1643643"/>
            </p:xfrm>
            <a:graphic>
              <a:graphicData uri="http://schemas.openxmlformats.org/drawingml/2006/table">
                <a:tbl>
                  <a:tblPr/>
                  <a:tblGrid>
                    <a:gridCol w="1589972">
                      <a:extLst>
                        <a:ext uri="{9D8B030D-6E8A-4147-A177-3AD203B41FA5}">
                          <a16:colId xmlns:a16="http://schemas.microsoft.com/office/drawing/2014/main" val="1731542807"/>
                        </a:ext>
                      </a:extLst>
                    </a:gridCol>
                    <a:gridCol w="1589972">
                      <a:extLst>
                        <a:ext uri="{9D8B030D-6E8A-4147-A177-3AD203B41FA5}">
                          <a16:colId xmlns:a16="http://schemas.microsoft.com/office/drawing/2014/main" val="2405257657"/>
                        </a:ext>
                      </a:extLst>
                    </a:gridCol>
                    <a:gridCol w="1589972">
                      <a:extLst>
                        <a:ext uri="{9D8B030D-6E8A-4147-A177-3AD203B41FA5}">
                          <a16:colId xmlns:a16="http://schemas.microsoft.com/office/drawing/2014/main" val="2112143365"/>
                        </a:ext>
                      </a:extLst>
                    </a:gridCol>
                  </a:tblGrid>
                  <a:tr h="196158">
                    <a:tc>
                      <a:txBody>
                        <a:bodyPr/>
                        <a:lstStyle/>
                        <a:p>
                          <a:pPr algn="ctr">
                            <a:buNone/>
                          </a:pPr>
                          <a:r>
                            <a:rPr lang="en-US" sz="1200" b="0" dirty="0">
                              <a:solidFill>
                                <a:schemeClr val="tx1"/>
                              </a:solidFill>
                              <a:effectLst/>
                              <a:latin typeface="+mn-lt"/>
                            </a:rPr>
                            <a:t>Scenarios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Description</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a:solidFill>
                                <a:schemeClr val="tx1"/>
                              </a:solidFill>
                              <a:effectLst/>
                              <a:latin typeface="+mn-lt"/>
                            </a:rPr>
                            <a:t>Parameters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823697"/>
                      </a:ext>
                    </a:extLst>
                  </a:tr>
                  <a:tr h="208344">
                    <a:tc>
                      <a:txBody>
                        <a:bodyPr/>
                        <a:lstStyle/>
                        <a:p>
                          <a:pPr algn="ctr">
                            <a:buNone/>
                          </a:pPr>
                          <a:r>
                            <a:rPr lang="en-US" sz="1200" b="0" dirty="0">
                              <a:solidFill>
                                <a:schemeClr val="tx1"/>
                              </a:solidFill>
                              <a:effectLst/>
                              <a:latin typeface="+mn-lt"/>
                            </a:rPr>
                            <a:t>Bus 14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Interface and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200" b="0" i="1" smtClean="0">
                                      <a:solidFill>
                                        <a:schemeClr val="tx1"/>
                                      </a:solidFill>
                                      <a:effectLst/>
                                      <a:latin typeface="Cambria Math" panose="02040503050406030204" pitchFamily="18" charset="0"/>
                                    </a:rPr>
                                  </m:ctrlPr>
                                </m:sSubPr>
                                <m:e>
                                  <m:r>
                                    <a:rPr lang="en-US" sz="1200" b="0" i="1" smtClean="0">
                                      <a:solidFill>
                                        <a:schemeClr val="tx1"/>
                                      </a:solidFill>
                                      <a:effectLst/>
                                      <a:latin typeface="Cambria Math" panose="02040503050406030204" pitchFamily="18" charset="0"/>
                                    </a:rPr>
                                    <m:t>𝑟</m:t>
                                  </m:r>
                                </m:e>
                                <m:sub>
                                  <m:r>
                                    <a:rPr lang="en-US" sz="1200" b="0" i="1" smtClean="0">
                                      <a:solidFill>
                                        <a:schemeClr val="tx1"/>
                                      </a:solidFill>
                                      <a:effectLst/>
                                      <a:latin typeface="Cambria Math" panose="02040503050406030204" pitchFamily="18" charset="0"/>
                                    </a:rPr>
                                    <m:t>𝑓</m:t>
                                  </m:r>
                                </m:sub>
                              </m:sSub>
                              <m:r>
                                <a:rPr lang="en-US" sz="1200" b="0" i="1" smtClean="0">
                                  <a:solidFill>
                                    <a:schemeClr val="tx1"/>
                                  </a:solidFill>
                                  <a:effectLst/>
                                  <a:latin typeface="Cambria Math" panose="02040503050406030204" pitchFamily="18" charset="0"/>
                                </a:rPr>
                                <m:t>=0.0</m:t>
                              </m:r>
                            </m:oMath>
                          </a14:m>
                          <a:r>
                            <a:rPr lang="en-US" sz="1200" b="0" dirty="0">
                              <a:solidFill>
                                <a:schemeClr val="tx1"/>
                              </a:solidFill>
                              <a:effectLst/>
                              <a:latin typeface="+mn-lt"/>
                            </a:rPr>
                            <a:t>, </a:t>
                          </a:r>
                          <a14:m>
                            <m:oMath xmlns:m="http://schemas.openxmlformats.org/officeDocument/2006/math">
                              <m:sSub>
                                <m:sSubPr>
                                  <m:ctrlPr>
                                    <a:rPr lang="en-US" sz="1200" b="0" i="1" smtClean="0">
                                      <a:solidFill>
                                        <a:schemeClr val="tx1"/>
                                      </a:solidFill>
                                      <a:effectLst/>
                                      <a:latin typeface="Cambria Math" panose="02040503050406030204" pitchFamily="18" charset="0"/>
                                    </a:rPr>
                                  </m:ctrlPr>
                                </m:sSubPr>
                                <m:e>
                                  <m:r>
                                    <a:rPr lang="en-US" sz="1200" b="0" i="1" smtClean="0">
                                      <a:solidFill>
                                        <a:schemeClr val="tx1"/>
                                      </a:solidFill>
                                      <a:effectLst/>
                                      <a:latin typeface="Cambria Math" panose="02040503050406030204" pitchFamily="18" charset="0"/>
                                    </a:rPr>
                                    <m:t>𝑥</m:t>
                                  </m:r>
                                </m:e>
                                <m:sub>
                                  <m:r>
                                    <a:rPr lang="en-US" sz="1200" b="0" i="1" smtClean="0">
                                      <a:solidFill>
                                        <a:schemeClr val="tx1"/>
                                      </a:solidFill>
                                      <a:effectLst/>
                                      <a:latin typeface="Cambria Math" panose="02040503050406030204" pitchFamily="18" charset="0"/>
                                    </a:rPr>
                                    <m:t>𝑓</m:t>
                                  </m:r>
                                </m:sub>
                              </m:sSub>
                              <m:r>
                                <a:rPr lang="en-US" sz="1200" b="0" i="1" smtClean="0">
                                  <a:solidFill>
                                    <a:schemeClr val="tx1"/>
                                  </a:solidFill>
                                  <a:effectLst/>
                                  <a:latin typeface="Cambria Math" panose="02040503050406030204" pitchFamily="18" charset="0"/>
                                </a:rPr>
                                <m:t>=0.3</m:t>
                              </m:r>
                            </m:oMath>
                          </a14:m>
                          <a:endParaRPr lang="en-US" sz="12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7467417"/>
                      </a:ext>
                    </a:extLst>
                  </a:tr>
                  <a:tr h="348082">
                    <a:tc>
                      <a:txBody>
                        <a:bodyPr/>
                        <a:lstStyle/>
                        <a:p>
                          <a:pPr algn="ctr">
                            <a:buNone/>
                          </a:pPr>
                          <a:r>
                            <a:rPr lang="en-US" sz="1200" b="0" dirty="0">
                              <a:solidFill>
                                <a:schemeClr val="tx1"/>
                              </a:solidFill>
                              <a:effectLst/>
                              <a:latin typeface="+mn-lt"/>
                            </a:rPr>
                            <a:t>Bus 13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Near interface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200" b="0" i="1" smtClean="0">
                                      <a:solidFill>
                                        <a:schemeClr val="tx1"/>
                                      </a:solidFill>
                                      <a:effectLst/>
                                      <a:latin typeface="Cambria Math" panose="02040503050406030204" pitchFamily="18" charset="0"/>
                                    </a:rPr>
                                  </m:ctrlPr>
                                </m:sSubPr>
                                <m:e>
                                  <m:r>
                                    <a:rPr lang="en-US" sz="1200" b="0" i="1" smtClean="0">
                                      <a:solidFill>
                                        <a:schemeClr val="tx1"/>
                                      </a:solidFill>
                                      <a:effectLst/>
                                      <a:latin typeface="Cambria Math" panose="02040503050406030204" pitchFamily="18" charset="0"/>
                                    </a:rPr>
                                    <m:t>𝑟</m:t>
                                  </m:r>
                                </m:e>
                                <m:sub>
                                  <m:r>
                                    <a:rPr lang="en-US" sz="1200" b="0" i="1" smtClean="0">
                                      <a:solidFill>
                                        <a:schemeClr val="tx1"/>
                                      </a:solidFill>
                                      <a:effectLst/>
                                      <a:latin typeface="Cambria Math" panose="02040503050406030204" pitchFamily="18" charset="0"/>
                                    </a:rPr>
                                    <m:t>𝑓</m:t>
                                  </m:r>
                                </m:sub>
                              </m:sSub>
                              <m:r>
                                <a:rPr lang="en-US" sz="1200" b="0" i="1" smtClean="0">
                                  <a:solidFill>
                                    <a:schemeClr val="tx1"/>
                                  </a:solidFill>
                                  <a:effectLst/>
                                  <a:latin typeface="Cambria Math" panose="02040503050406030204" pitchFamily="18" charset="0"/>
                                </a:rPr>
                                <m:t>=0.0</m:t>
                              </m:r>
                            </m:oMath>
                          </a14:m>
                          <a:r>
                            <a:rPr lang="en-US" sz="1200" b="0" dirty="0">
                              <a:solidFill>
                                <a:schemeClr val="tx1"/>
                              </a:solidFill>
                              <a:effectLst/>
                              <a:latin typeface="+mn-lt"/>
                            </a:rPr>
                            <a:t>, </a:t>
                          </a:r>
                          <a14:m>
                            <m:oMath xmlns:m="http://schemas.openxmlformats.org/officeDocument/2006/math">
                              <m:sSub>
                                <m:sSubPr>
                                  <m:ctrlPr>
                                    <a:rPr lang="en-US" sz="1200" b="0" i="1" smtClean="0">
                                      <a:solidFill>
                                        <a:schemeClr val="tx1"/>
                                      </a:solidFill>
                                      <a:effectLst/>
                                      <a:latin typeface="Cambria Math" panose="02040503050406030204" pitchFamily="18" charset="0"/>
                                    </a:rPr>
                                  </m:ctrlPr>
                                </m:sSubPr>
                                <m:e>
                                  <m:r>
                                    <a:rPr lang="en-US" sz="1200" b="0" i="1" smtClean="0">
                                      <a:solidFill>
                                        <a:schemeClr val="tx1"/>
                                      </a:solidFill>
                                      <a:effectLst/>
                                      <a:latin typeface="Cambria Math" panose="02040503050406030204" pitchFamily="18" charset="0"/>
                                    </a:rPr>
                                    <m:t>𝑥</m:t>
                                  </m:r>
                                </m:e>
                                <m:sub>
                                  <m:r>
                                    <a:rPr lang="en-US" sz="1200" b="0" i="1" smtClean="0">
                                      <a:solidFill>
                                        <a:schemeClr val="tx1"/>
                                      </a:solidFill>
                                      <a:effectLst/>
                                      <a:latin typeface="Cambria Math" panose="02040503050406030204" pitchFamily="18" charset="0"/>
                                    </a:rPr>
                                    <m:t>𝑓</m:t>
                                  </m:r>
                                </m:sub>
                              </m:sSub>
                              <m:r>
                                <a:rPr lang="en-US" sz="1200" b="0" i="1" smtClean="0">
                                  <a:solidFill>
                                    <a:schemeClr val="tx1"/>
                                  </a:solidFill>
                                  <a:effectLst/>
                                  <a:latin typeface="Cambria Math" panose="02040503050406030204" pitchFamily="18" charset="0"/>
                                </a:rPr>
                                <m:t>=0.3</m:t>
                              </m:r>
                            </m:oMath>
                          </a14:m>
                          <a:endParaRPr lang="en-US" sz="12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7773205"/>
                      </a:ext>
                    </a:extLst>
                  </a:tr>
                  <a:tr h="196158">
                    <a:tc>
                      <a:txBody>
                        <a:bodyPr/>
                        <a:lstStyle/>
                        <a:p>
                          <a:pPr algn="ctr">
                            <a:buNone/>
                          </a:pPr>
                          <a:r>
                            <a:rPr lang="en-US" sz="1200" b="0" dirty="0">
                              <a:solidFill>
                                <a:schemeClr val="tx1"/>
                              </a:solidFill>
                              <a:effectLst/>
                              <a:latin typeface="+mn-lt"/>
                            </a:rPr>
                            <a:t>Bus 7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Remote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200" b="0" i="1" smtClean="0">
                                      <a:solidFill>
                                        <a:schemeClr val="tx1"/>
                                      </a:solidFill>
                                      <a:effectLst/>
                                      <a:latin typeface="Cambria Math" panose="02040503050406030204" pitchFamily="18" charset="0"/>
                                    </a:rPr>
                                  </m:ctrlPr>
                                </m:sSubPr>
                                <m:e>
                                  <m:r>
                                    <a:rPr lang="en-US" sz="1200" b="0" i="1" smtClean="0">
                                      <a:solidFill>
                                        <a:schemeClr val="tx1"/>
                                      </a:solidFill>
                                      <a:effectLst/>
                                      <a:latin typeface="Cambria Math" panose="02040503050406030204" pitchFamily="18" charset="0"/>
                                    </a:rPr>
                                    <m:t>𝑟</m:t>
                                  </m:r>
                                </m:e>
                                <m:sub>
                                  <m:r>
                                    <a:rPr lang="en-US" sz="1200" b="0" i="1" smtClean="0">
                                      <a:solidFill>
                                        <a:schemeClr val="tx1"/>
                                      </a:solidFill>
                                      <a:effectLst/>
                                      <a:latin typeface="Cambria Math" panose="02040503050406030204" pitchFamily="18" charset="0"/>
                                    </a:rPr>
                                    <m:t>𝑓</m:t>
                                  </m:r>
                                </m:sub>
                              </m:sSub>
                              <m:r>
                                <a:rPr lang="en-US" sz="1200" b="0" i="1" smtClean="0">
                                  <a:solidFill>
                                    <a:schemeClr val="tx1"/>
                                  </a:solidFill>
                                  <a:effectLst/>
                                  <a:latin typeface="Cambria Math" panose="02040503050406030204" pitchFamily="18" charset="0"/>
                                </a:rPr>
                                <m:t>=0.0</m:t>
                              </m:r>
                            </m:oMath>
                          </a14:m>
                          <a:r>
                            <a:rPr lang="en-US" sz="1200" b="0" dirty="0">
                              <a:solidFill>
                                <a:schemeClr val="tx1"/>
                              </a:solidFill>
                              <a:effectLst/>
                              <a:latin typeface="+mn-lt"/>
                            </a:rPr>
                            <a:t>, </a:t>
                          </a:r>
                          <a14:m>
                            <m:oMath xmlns:m="http://schemas.openxmlformats.org/officeDocument/2006/math">
                              <m:sSub>
                                <m:sSubPr>
                                  <m:ctrlPr>
                                    <a:rPr lang="en-US" sz="1200" b="0" i="1" smtClean="0">
                                      <a:solidFill>
                                        <a:schemeClr val="tx1"/>
                                      </a:solidFill>
                                      <a:effectLst/>
                                      <a:latin typeface="Cambria Math" panose="02040503050406030204" pitchFamily="18" charset="0"/>
                                    </a:rPr>
                                  </m:ctrlPr>
                                </m:sSubPr>
                                <m:e>
                                  <m:r>
                                    <a:rPr lang="en-US" sz="1200" b="0" i="1" smtClean="0">
                                      <a:solidFill>
                                        <a:schemeClr val="tx1"/>
                                      </a:solidFill>
                                      <a:effectLst/>
                                      <a:latin typeface="Cambria Math" panose="02040503050406030204" pitchFamily="18" charset="0"/>
                                    </a:rPr>
                                    <m:t>𝑥</m:t>
                                  </m:r>
                                </m:e>
                                <m:sub>
                                  <m:r>
                                    <a:rPr lang="en-US" sz="1200" b="0" i="1" smtClean="0">
                                      <a:solidFill>
                                        <a:schemeClr val="tx1"/>
                                      </a:solidFill>
                                      <a:effectLst/>
                                      <a:latin typeface="Cambria Math" panose="02040503050406030204" pitchFamily="18" charset="0"/>
                                    </a:rPr>
                                    <m:t>𝑓</m:t>
                                  </m:r>
                                </m:sub>
                              </m:sSub>
                              <m:r>
                                <a:rPr lang="en-US" sz="1200" b="0" i="1" smtClean="0">
                                  <a:solidFill>
                                    <a:schemeClr val="tx1"/>
                                  </a:solidFill>
                                  <a:effectLst/>
                                  <a:latin typeface="Cambria Math" panose="02040503050406030204" pitchFamily="18" charset="0"/>
                                </a:rPr>
                                <m:t>=0.3</m:t>
                              </m:r>
                            </m:oMath>
                          </a14:m>
                          <a:endParaRPr lang="en-US" sz="12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9236823"/>
                      </a:ext>
                    </a:extLst>
                  </a:tr>
                  <a:tr h="208344">
                    <a:tc>
                      <a:txBody>
                        <a:bodyPr/>
                        <a:lstStyle/>
                        <a:p>
                          <a:pPr algn="ctr">
                            <a:buNone/>
                          </a:pPr>
                          <a:r>
                            <a:rPr lang="en-US" sz="1200" b="0" dirty="0">
                              <a:solidFill>
                                <a:schemeClr val="tx1"/>
                              </a:solidFill>
                              <a:effectLst/>
                              <a:latin typeface="+mn-lt"/>
                            </a:rPr>
                            <a:t>Bus 4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Remote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200" b="0" i="1" smtClean="0">
                                      <a:solidFill>
                                        <a:schemeClr val="tx1"/>
                                      </a:solidFill>
                                      <a:effectLst/>
                                      <a:latin typeface="Cambria Math" panose="02040503050406030204" pitchFamily="18" charset="0"/>
                                    </a:rPr>
                                  </m:ctrlPr>
                                </m:sSubPr>
                                <m:e>
                                  <m:r>
                                    <a:rPr lang="en-US" sz="1200" b="0" i="1" smtClean="0">
                                      <a:solidFill>
                                        <a:schemeClr val="tx1"/>
                                      </a:solidFill>
                                      <a:effectLst/>
                                      <a:latin typeface="Cambria Math" panose="02040503050406030204" pitchFamily="18" charset="0"/>
                                    </a:rPr>
                                    <m:t>𝑟</m:t>
                                  </m:r>
                                </m:e>
                                <m:sub>
                                  <m:r>
                                    <a:rPr lang="en-US" sz="1200" b="0" i="1" smtClean="0">
                                      <a:solidFill>
                                        <a:schemeClr val="tx1"/>
                                      </a:solidFill>
                                      <a:effectLst/>
                                      <a:latin typeface="Cambria Math" panose="02040503050406030204" pitchFamily="18" charset="0"/>
                                    </a:rPr>
                                    <m:t>𝑓</m:t>
                                  </m:r>
                                </m:sub>
                              </m:sSub>
                              <m:r>
                                <a:rPr lang="en-US" sz="1200" b="0" i="1" smtClean="0">
                                  <a:solidFill>
                                    <a:schemeClr val="tx1"/>
                                  </a:solidFill>
                                  <a:effectLst/>
                                  <a:latin typeface="Cambria Math" panose="02040503050406030204" pitchFamily="18" charset="0"/>
                                </a:rPr>
                                <m:t>=0.0</m:t>
                              </m:r>
                            </m:oMath>
                          </a14:m>
                          <a:r>
                            <a:rPr lang="en-US" sz="1200" b="0" dirty="0">
                              <a:solidFill>
                                <a:schemeClr val="tx1"/>
                              </a:solidFill>
                              <a:effectLst/>
                              <a:latin typeface="+mn-lt"/>
                            </a:rPr>
                            <a:t>, </a:t>
                          </a:r>
                          <a14:m>
                            <m:oMath xmlns:m="http://schemas.openxmlformats.org/officeDocument/2006/math">
                              <m:sSub>
                                <m:sSubPr>
                                  <m:ctrlPr>
                                    <a:rPr lang="en-US" sz="1200" b="0" i="1" smtClean="0">
                                      <a:solidFill>
                                        <a:schemeClr val="tx1"/>
                                      </a:solidFill>
                                      <a:effectLst/>
                                      <a:latin typeface="Cambria Math" panose="02040503050406030204" pitchFamily="18" charset="0"/>
                                    </a:rPr>
                                  </m:ctrlPr>
                                </m:sSubPr>
                                <m:e>
                                  <m:r>
                                    <a:rPr lang="en-US" sz="1200" b="0" i="1" smtClean="0">
                                      <a:solidFill>
                                        <a:schemeClr val="tx1"/>
                                      </a:solidFill>
                                      <a:effectLst/>
                                      <a:latin typeface="Cambria Math" panose="02040503050406030204" pitchFamily="18" charset="0"/>
                                    </a:rPr>
                                    <m:t>𝑥</m:t>
                                  </m:r>
                                </m:e>
                                <m:sub>
                                  <m:r>
                                    <a:rPr lang="en-US" sz="1200" b="0" i="1" smtClean="0">
                                      <a:solidFill>
                                        <a:schemeClr val="tx1"/>
                                      </a:solidFill>
                                      <a:effectLst/>
                                      <a:latin typeface="Cambria Math" panose="02040503050406030204" pitchFamily="18" charset="0"/>
                                    </a:rPr>
                                    <m:t>𝑓</m:t>
                                  </m:r>
                                </m:sub>
                              </m:sSub>
                              <m:r>
                                <a:rPr lang="en-US" sz="1200" b="0" i="1" smtClean="0">
                                  <a:solidFill>
                                    <a:schemeClr val="tx1"/>
                                  </a:solidFill>
                                  <a:effectLst/>
                                  <a:latin typeface="Cambria Math" panose="02040503050406030204" pitchFamily="18" charset="0"/>
                                </a:rPr>
                                <m:t>=0.3</m:t>
                              </m:r>
                            </m:oMath>
                          </a14:m>
                          <a:endParaRPr lang="en-US" sz="12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9433160"/>
                      </a:ext>
                    </a:extLst>
                  </a:tr>
                  <a:tr h="196158">
                    <a:tc>
                      <a:txBody>
                        <a:bodyPr/>
                        <a:lstStyle/>
                        <a:p>
                          <a:pPr algn="ctr">
                            <a:buNone/>
                          </a:pPr>
                          <a:r>
                            <a:rPr lang="en-US" sz="1200" b="0" dirty="0">
                              <a:solidFill>
                                <a:schemeClr val="tx1"/>
                              </a:solidFill>
                              <a:effectLst/>
                              <a:latin typeface="+mn-lt"/>
                            </a:rPr>
                            <a:t>Line 13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Line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n-US" sz="1200" b="0" i="1" smtClean="0">
                                    <a:solidFill>
                                      <a:schemeClr val="tx1"/>
                                    </a:solidFill>
                                    <a:effectLst/>
                                    <a:latin typeface="Cambria Math" panose="02040503050406030204" pitchFamily="18" charset="0"/>
                                  </a:rPr>
                                  <m:t>𝑏𝑢𝑠</m:t>
                                </m:r>
                                <m:r>
                                  <a:rPr lang="en-US" sz="1200" b="0" i="1" smtClean="0">
                                    <a:solidFill>
                                      <a:schemeClr val="tx1"/>
                                    </a:solidFill>
                                    <a:effectLst/>
                                    <a:latin typeface="Cambria Math" panose="02040503050406030204" pitchFamily="18" charset="0"/>
                                  </a:rPr>
                                  <m:t> 9 </m:t>
                                </m:r>
                                <m:r>
                                  <a:rPr lang="en-US" sz="1200" b="0" i="1" smtClean="0">
                                    <a:solidFill>
                                      <a:schemeClr val="tx1"/>
                                    </a:solidFill>
                                    <a:effectLst/>
                                    <a:latin typeface="Cambria Math" panose="02040503050406030204" pitchFamily="18" charset="0"/>
                                  </a:rPr>
                                  <m:t>𝑡𝑜</m:t>
                                </m:r>
                                <m:r>
                                  <a:rPr lang="en-US" sz="1200" b="0" i="1" smtClean="0">
                                    <a:solidFill>
                                      <a:schemeClr val="tx1"/>
                                    </a:solidFill>
                                    <a:effectLst/>
                                    <a:latin typeface="Cambria Math" panose="02040503050406030204" pitchFamily="18" charset="0"/>
                                  </a:rPr>
                                  <m:t> 14</m:t>
                                </m:r>
                              </m:oMath>
                            </m:oMathPara>
                          </a14:m>
                          <a:endParaRPr lang="en-US" sz="12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23883"/>
                      </a:ext>
                    </a:extLst>
                  </a:tr>
                </a:tbl>
              </a:graphicData>
            </a:graphic>
          </p:graphicFrame>
        </mc:Choice>
        <mc:Fallback xmlns="">
          <p:graphicFrame>
            <p:nvGraphicFramePr>
              <p:cNvPr id="13" name="Table 12">
                <a:extLst>
                  <a:ext uri="{FF2B5EF4-FFF2-40B4-BE49-F238E27FC236}">
                    <a16:creationId xmlns:a16="http://schemas.microsoft.com/office/drawing/2014/main" id="{BD79FB87-AD33-15EF-781D-D1C14CA14DAB}"/>
                  </a:ext>
                </a:extLst>
              </p:cNvPr>
              <p:cNvGraphicFramePr>
                <a:graphicFrameLocks noGrp="1"/>
              </p:cNvGraphicFramePr>
              <p:nvPr>
                <p:extLst>
                  <p:ext uri="{D42A27DB-BD31-4B8C-83A1-F6EECF244321}">
                    <p14:modId xmlns:p14="http://schemas.microsoft.com/office/powerpoint/2010/main" val="2913591010"/>
                  </p:ext>
                </p:extLst>
              </p:nvPr>
            </p:nvGraphicFramePr>
            <p:xfrm>
              <a:off x="7371283" y="5099049"/>
              <a:ext cx="4769916" cy="1643643"/>
            </p:xfrm>
            <a:graphic>
              <a:graphicData uri="http://schemas.openxmlformats.org/drawingml/2006/table">
                <a:tbl>
                  <a:tblPr/>
                  <a:tblGrid>
                    <a:gridCol w="1589972">
                      <a:extLst>
                        <a:ext uri="{9D8B030D-6E8A-4147-A177-3AD203B41FA5}">
                          <a16:colId xmlns:a16="http://schemas.microsoft.com/office/drawing/2014/main" val="1731542807"/>
                        </a:ext>
                      </a:extLst>
                    </a:gridCol>
                    <a:gridCol w="1589972">
                      <a:extLst>
                        <a:ext uri="{9D8B030D-6E8A-4147-A177-3AD203B41FA5}">
                          <a16:colId xmlns:a16="http://schemas.microsoft.com/office/drawing/2014/main" val="2405257657"/>
                        </a:ext>
                      </a:extLst>
                    </a:gridCol>
                    <a:gridCol w="1589972">
                      <a:extLst>
                        <a:ext uri="{9D8B030D-6E8A-4147-A177-3AD203B41FA5}">
                          <a16:colId xmlns:a16="http://schemas.microsoft.com/office/drawing/2014/main" val="2112143365"/>
                        </a:ext>
                      </a:extLst>
                    </a:gridCol>
                  </a:tblGrid>
                  <a:tr h="236126">
                    <a:tc>
                      <a:txBody>
                        <a:bodyPr/>
                        <a:lstStyle/>
                        <a:p>
                          <a:pPr algn="ctr">
                            <a:buNone/>
                          </a:pPr>
                          <a:r>
                            <a:rPr lang="en-US" sz="1200" b="0" dirty="0">
                              <a:solidFill>
                                <a:schemeClr val="tx1"/>
                              </a:solidFill>
                              <a:effectLst/>
                              <a:latin typeface="+mn-lt"/>
                            </a:rPr>
                            <a:t>Scenarios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Description</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a:solidFill>
                                <a:schemeClr val="tx1"/>
                              </a:solidFill>
                              <a:effectLst/>
                              <a:latin typeface="+mn-lt"/>
                            </a:rPr>
                            <a:t>Parameters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823697"/>
                      </a:ext>
                    </a:extLst>
                  </a:tr>
                  <a:tr h="250795">
                    <a:tc>
                      <a:txBody>
                        <a:bodyPr/>
                        <a:lstStyle/>
                        <a:p>
                          <a:pPr algn="ctr">
                            <a:buNone/>
                          </a:pPr>
                          <a:r>
                            <a:rPr lang="en-US" sz="1200" b="0" dirty="0">
                              <a:solidFill>
                                <a:schemeClr val="tx1"/>
                              </a:solidFill>
                              <a:effectLst/>
                              <a:latin typeface="+mn-lt"/>
                            </a:rPr>
                            <a:t>Bus 14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Interface and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383" t="-104878" r="-766" b="-487805"/>
                          </a:stretch>
                        </a:blipFill>
                      </a:tcPr>
                    </a:tc>
                    <a:extLst>
                      <a:ext uri="{0D108BD9-81ED-4DB2-BD59-A6C34878D82A}">
                        <a16:rowId xmlns:a16="http://schemas.microsoft.com/office/drawing/2014/main" val="987467417"/>
                      </a:ext>
                    </a:extLst>
                  </a:tr>
                  <a:tr h="419006">
                    <a:tc>
                      <a:txBody>
                        <a:bodyPr/>
                        <a:lstStyle/>
                        <a:p>
                          <a:pPr algn="ctr">
                            <a:buNone/>
                          </a:pPr>
                          <a:r>
                            <a:rPr lang="en-US" sz="1200" b="0" dirty="0">
                              <a:solidFill>
                                <a:schemeClr val="tx1"/>
                              </a:solidFill>
                              <a:effectLst/>
                              <a:latin typeface="+mn-lt"/>
                            </a:rPr>
                            <a:t>Bus 13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Near interface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383" t="-121739" r="-766" b="-189855"/>
                          </a:stretch>
                        </a:blipFill>
                      </a:tcPr>
                    </a:tc>
                    <a:extLst>
                      <a:ext uri="{0D108BD9-81ED-4DB2-BD59-A6C34878D82A}">
                        <a16:rowId xmlns:a16="http://schemas.microsoft.com/office/drawing/2014/main" val="2647773205"/>
                      </a:ext>
                    </a:extLst>
                  </a:tr>
                  <a:tr h="250795">
                    <a:tc>
                      <a:txBody>
                        <a:bodyPr/>
                        <a:lstStyle/>
                        <a:p>
                          <a:pPr algn="ctr">
                            <a:buNone/>
                          </a:pPr>
                          <a:r>
                            <a:rPr lang="en-US" sz="1200" b="0" dirty="0">
                              <a:solidFill>
                                <a:schemeClr val="tx1"/>
                              </a:solidFill>
                              <a:effectLst/>
                              <a:latin typeface="+mn-lt"/>
                            </a:rPr>
                            <a:t>Bus 7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Remote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383" t="-364286" r="-766" b="-211905"/>
                          </a:stretch>
                        </a:blipFill>
                      </a:tcPr>
                    </a:tc>
                    <a:extLst>
                      <a:ext uri="{0D108BD9-81ED-4DB2-BD59-A6C34878D82A}">
                        <a16:rowId xmlns:a16="http://schemas.microsoft.com/office/drawing/2014/main" val="2709236823"/>
                      </a:ext>
                    </a:extLst>
                  </a:tr>
                  <a:tr h="250795">
                    <a:tc>
                      <a:txBody>
                        <a:bodyPr/>
                        <a:lstStyle/>
                        <a:p>
                          <a:pPr algn="ctr">
                            <a:buNone/>
                          </a:pPr>
                          <a:r>
                            <a:rPr lang="en-US" sz="1200" b="0" dirty="0">
                              <a:solidFill>
                                <a:schemeClr val="tx1"/>
                              </a:solidFill>
                              <a:effectLst/>
                              <a:latin typeface="+mn-lt"/>
                            </a:rPr>
                            <a:t>Bus 4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Remote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383" t="-475610" r="-766" b="-117073"/>
                          </a:stretch>
                        </a:blipFill>
                      </a:tcPr>
                    </a:tc>
                    <a:extLst>
                      <a:ext uri="{0D108BD9-81ED-4DB2-BD59-A6C34878D82A}">
                        <a16:rowId xmlns:a16="http://schemas.microsoft.com/office/drawing/2014/main" val="3139433160"/>
                      </a:ext>
                    </a:extLst>
                  </a:tr>
                  <a:tr h="236126">
                    <a:tc>
                      <a:txBody>
                        <a:bodyPr/>
                        <a:lstStyle/>
                        <a:p>
                          <a:pPr algn="ctr">
                            <a:buNone/>
                          </a:pPr>
                          <a:r>
                            <a:rPr lang="en-US" sz="1200" b="0" dirty="0">
                              <a:solidFill>
                                <a:schemeClr val="tx1"/>
                              </a:solidFill>
                              <a:effectLst/>
                              <a:latin typeface="+mn-lt"/>
                            </a:rPr>
                            <a:t>Line 13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200" b="0" dirty="0">
                              <a:solidFill>
                                <a:schemeClr val="tx1"/>
                              </a:solidFill>
                              <a:effectLst/>
                              <a:latin typeface="+mn-lt"/>
                            </a:rPr>
                            <a:t>Line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0383" t="-605128" r="-766" b="-23077"/>
                          </a:stretch>
                        </a:blipFill>
                      </a:tcPr>
                    </a:tc>
                    <a:extLst>
                      <a:ext uri="{0D108BD9-81ED-4DB2-BD59-A6C34878D82A}">
                        <a16:rowId xmlns:a16="http://schemas.microsoft.com/office/drawing/2014/main" val="273123883"/>
                      </a:ext>
                    </a:extLst>
                  </a:tr>
                </a:tbl>
              </a:graphicData>
            </a:graphic>
          </p:graphicFrame>
        </mc:Fallback>
      </mc:AlternateContent>
      <p:sp>
        <p:nvSpPr>
          <p:cNvPr id="14" name="Oval 13">
            <a:extLst>
              <a:ext uri="{FF2B5EF4-FFF2-40B4-BE49-F238E27FC236}">
                <a16:creationId xmlns:a16="http://schemas.microsoft.com/office/drawing/2014/main" id="{C25A8285-B361-B0BE-D3F7-9555A5D540DD}"/>
              </a:ext>
            </a:extLst>
          </p:cNvPr>
          <p:cNvSpPr/>
          <p:nvPr/>
        </p:nvSpPr>
        <p:spPr>
          <a:xfrm>
            <a:off x="10151570" y="1147003"/>
            <a:ext cx="685800" cy="6858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96A7A4F-658F-4DF1-C0DC-118BDCFD995B}"/>
              </a:ext>
            </a:extLst>
          </p:cNvPr>
          <p:cNvSpPr/>
          <p:nvPr/>
        </p:nvSpPr>
        <p:spPr>
          <a:xfrm>
            <a:off x="10881421" y="2667000"/>
            <a:ext cx="472380" cy="4723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7D50EAF-51FD-FED9-7C68-27DF7A758DC8}"/>
              </a:ext>
            </a:extLst>
          </p:cNvPr>
          <p:cNvSpPr/>
          <p:nvPr/>
        </p:nvSpPr>
        <p:spPr>
          <a:xfrm>
            <a:off x="10524402" y="3100324"/>
            <a:ext cx="472380" cy="47238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EEB9FDF-5680-6B47-07D4-3668D89F120F}"/>
              </a:ext>
            </a:extLst>
          </p:cNvPr>
          <p:cNvSpPr txBox="1"/>
          <p:nvPr/>
        </p:nvSpPr>
        <p:spPr>
          <a:xfrm>
            <a:off x="-10619" y="5499308"/>
            <a:ext cx="7349480" cy="1200329"/>
          </a:xfrm>
          <a:prstGeom prst="rect">
            <a:avLst/>
          </a:prstGeom>
          <a:noFill/>
        </p:spPr>
        <p:txBody>
          <a:bodyPr wrap="square">
            <a:spAutoFit/>
          </a:bodyPr>
          <a:lstStyle/>
          <a:p>
            <a:r>
              <a:rPr lang="en-US" dirty="0"/>
              <a:t>FIDVR risk is not limited to faults directly at the interface bus. Bus 14 produces the strongest voltage depression, but nearby and remote transmission faults such as Bus 13, Bus 7, and Bus 4 can still depress the feeder voltage and produce delayed recovery. </a:t>
            </a:r>
          </a:p>
        </p:txBody>
      </p:sp>
      <p:grpSp>
        <p:nvGrpSpPr>
          <p:cNvPr id="20" name="Group 19">
            <a:extLst>
              <a:ext uri="{FF2B5EF4-FFF2-40B4-BE49-F238E27FC236}">
                <a16:creationId xmlns:a16="http://schemas.microsoft.com/office/drawing/2014/main" id="{E2D2529B-C8AB-A384-958A-3ED4CBB2F3C3}"/>
              </a:ext>
            </a:extLst>
          </p:cNvPr>
          <p:cNvGrpSpPr/>
          <p:nvPr/>
        </p:nvGrpSpPr>
        <p:grpSpPr>
          <a:xfrm>
            <a:off x="457199" y="938447"/>
            <a:ext cx="6957522" cy="666218"/>
            <a:chOff x="5094072" y="3448350"/>
            <a:chExt cx="4130040" cy="666218"/>
          </a:xfrm>
        </p:grpSpPr>
        <p:sp>
          <p:nvSpPr>
            <p:cNvPr id="21" name="Rectangle: Rounded Corners 20">
              <a:extLst>
                <a:ext uri="{FF2B5EF4-FFF2-40B4-BE49-F238E27FC236}">
                  <a16:creationId xmlns:a16="http://schemas.microsoft.com/office/drawing/2014/main" id="{88F71C17-9313-B1CE-CCD1-17C0F4F4B9DE}"/>
                </a:ext>
              </a:extLst>
            </p:cNvPr>
            <p:cNvSpPr/>
            <p:nvPr/>
          </p:nvSpPr>
          <p:spPr>
            <a:xfrm>
              <a:off x="5094072" y="3448350"/>
              <a:ext cx="4085009"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EB7981D-8653-E48E-6E8C-439CA53595CE}"/>
                </a:ext>
              </a:extLst>
            </p:cNvPr>
            <p:cNvSpPr txBox="1"/>
            <p:nvPr/>
          </p:nvSpPr>
          <p:spPr>
            <a:xfrm>
              <a:off x="5094072" y="3468237"/>
              <a:ext cx="4130040" cy="646331"/>
            </a:xfrm>
            <a:prstGeom prst="rect">
              <a:avLst/>
            </a:prstGeom>
            <a:noFill/>
          </p:spPr>
          <p:txBody>
            <a:bodyPr wrap="square">
              <a:spAutoFit/>
            </a:bodyPr>
            <a:lstStyle/>
            <a:p>
              <a:pPr algn="ctr"/>
              <a:r>
                <a:rPr lang="en-US" b="1" dirty="0">
                  <a:solidFill>
                    <a:srgbClr val="000000"/>
                  </a:solidFill>
                </a:rPr>
                <a:t>Voltage of node 675 at feeder with various transmission faults</a:t>
              </a:r>
            </a:p>
          </p:txBody>
        </p:sp>
      </p:grpSp>
    </p:spTree>
    <p:extLst>
      <p:ext uri="{BB962C8B-B14F-4D97-AF65-F5344CB8AC3E}">
        <p14:creationId xmlns:p14="http://schemas.microsoft.com/office/powerpoint/2010/main" val="472096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ED460-35C9-FDAA-700E-4ADFDEAD96B7}"/>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12A5E2C0-0162-8BC8-C7F6-349F075E25C8}"/>
              </a:ext>
            </a:extLst>
          </p:cNvPr>
          <p:cNvPicPr>
            <a:picLocks noChangeAspect="1"/>
          </p:cNvPicPr>
          <p:nvPr/>
        </p:nvPicPr>
        <p:blipFill>
          <a:blip r:embed="rId3"/>
          <a:stretch>
            <a:fillRect/>
          </a:stretch>
        </p:blipFill>
        <p:spPr>
          <a:xfrm>
            <a:off x="0" y="887540"/>
            <a:ext cx="9525000" cy="4887422"/>
          </a:xfrm>
          <a:prstGeom prst="rect">
            <a:avLst/>
          </a:prstGeom>
        </p:spPr>
      </p:pic>
      <p:sp>
        <p:nvSpPr>
          <p:cNvPr id="2" name="Title 1">
            <a:extLst>
              <a:ext uri="{FF2B5EF4-FFF2-40B4-BE49-F238E27FC236}">
                <a16:creationId xmlns:a16="http://schemas.microsoft.com/office/drawing/2014/main" id="{0C6944F4-5C72-763C-A2F7-8214F398E76D}"/>
              </a:ext>
            </a:extLst>
          </p:cNvPr>
          <p:cNvSpPr>
            <a:spLocks noGrp="1"/>
          </p:cNvSpPr>
          <p:nvPr>
            <p:ph type="title"/>
          </p:nvPr>
        </p:nvSpPr>
        <p:spPr/>
        <p:txBody>
          <a:bodyPr>
            <a:normAutofit/>
          </a:bodyPr>
          <a:lstStyle/>
          <a:p>
            <a:r>
              <a:rPr lang="en-US" dirty="0"/>
              <a:t>Case Studies: FIDVR analysis</a:t>
            </a:r>
          </a:p>
        </p:txBody>
      </p:sp>
      <p:sp>
        <p:nvSpPr>
          <p:cNvPr id="4" name="Slide Number Placeholder 3">
            <a:extLst>
              <a:ext uri="{FF2B5EF4-FFF2-40B4-BE49-F238E27FC236}">
                <a16:creationId xmlns:a16="http://schemas.microsoft.com/office/drawing/2014/main" id="{56F68B45-E998-B3F4-4637-6039447004EA}"/>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
        <p:nvSpPr>
          <p:cNvPr id="7" name="직사각형 57">
            <a:extLst>
              <a:ext uri="{FF2B5EF4-FFF2-40B4-BE49-F238E27FC236}">
                <a16:creationId xmlns:a16="http://schemas.microsoft.com/office/drawing/2014/main" id="{4D3AE446-554D-7C23-62F8-794EC32EF40C}"/>
              </a:ext>
            </a:extLst>
          </p:cNvPr>
          <p:cNvSpPr/>
          <p:nvPr/>
        </p:nvSpPr>
        <p:spPr>
          <a:xfrm rot="5400000">
            <a:off x="5952775" y="371825"/>
            <a:ext cx="686393" cy="2076343"/>
          </a:xfrm>
          <a:prstGeom prst="rect">
            <a:avLst/>
          </a:prstGeom>
          <a:solidFill>
            <a:schemeClr val="tx1">
              <a:lumMod val="25000"/>
              <a:lumOff val="75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ko-KR" alt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F9811B6-E951-B872-72E2-61EFEF4CF17D}"/>
                  </a:ext>
                </a:extLst>
              </p:cNvPr>
              <p:cNvSpPr txBox="1"/>
              <p:nvPr/>
            </p:nvSpPr>
            <p:spPr>
              <a:xfrm>
                <a:off x="9525000" y="1473332"/>
                <a:ext cx="2565400" cy="923330"/>
              </a:xfrm>
              <a:prstGeom prst="rect">
                <a:avLst/>
              </a:prstGeom>
              <a:noFill/>
            </p:spPr>
            <p:txBody>
              <a:bodyPr wrap="square">
                <a:spAutoFit/>
              </a:bodyPr>
              <a:lstStyle/>
              <a:p>
                <a:r>
                  <a:rPr lang="en-US" b="1" dirty="0"/>
                  <a:t>Applying the same fault at bus 14 and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𝑭</m:t>
                        </m:r>
                      </m:e>
                      <m:sub>
                        <m:r>
                          <a:rPr lang="en-US" b="1" i="1">
                            <a:latin typeface="Cambria Math" panose="02040503050406030204" pitchFamily="18" charset="0"/>
                          </a:rPr>
                          <m:t>𝒎</m:t>
                        </m:r>
                      </m:sub>
                    </m:sSub>
                    <m:r>
                      <a:rPr lang="en-US" b="1" i="1">
                        <a:latin typeface="Cambria Math" panose="02040503050406030204" pitchFamily="18" charset="0"/>
                      </a:rPr>
                      <m:t>=</m:t>
                    </m:r>
                    <m:r>
                      <a:rPr lang="en-US" b="1" i="1">
                        <a:latin typeface="Cambria Math" panose="02040503050406030204" pitchFamily="18" charset="0"/>
                      </a:rPr>
                      <m:t>𝟏</m:t>
                    </m:r>
                  </m:oMath>
                </a14:m>
                <a:r>
                  <a:rPr lang="en-US" b="1" dirty="0"/>
                  <a:t>.</a:t>
                </a:r>
              </a:p>
            </p:txBody>
          </p:sp>
        </mc:Choice>
        <mc:Fallback xmlns="">
          <p:sp>
            <p:nvSpPr>
              <p:cNvPr id="8" name="TextBox 7">
                <a:extLst>
                  <a:ext uri="{FF2B5EF4-FFF2-40B4-BE49-F238E27FC236}">
                    <a16:creationId xmlns:a16="http://schemas.microsoft.com/office/drawing/2014/main" id="{EF9811B6-E951-B872-72E2-61EFEF4CF17D}"/>
                  </a:ext>
                </a:extLst>
              </p:cNvPr>
              <p:cNvSpPr txBox="1">
                <a:spLocks noRot="1" noChangeAspect="1" noMove="1" noResize="1" noEditPoints="1" noAdjustHandles="1" noChangeArrowheads="1" noChangeShapeType="1" noTextEdit="1"/>
              </p:cNvSpPr>
              <p:nvPr/>
            </p:nvSpPr>
            <p:spPr>
              <a:xfrm>
                <a:off x="9525000" y="1473332"/>
                <a:ext cx="2565400" cy="923330"/>
              </a:xfrm>
              <a:prstGeom prst="rect">
                <a:avLst/>
              </a:prstGeom>
              <a:blipFill>
                <a:blip r:embed="rId4"/>
                <a:stretch>
                  <a:fillRect l="-2143" t="-3974" b="-9934"/>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0B22386E-5FDA-7683-8672-D318888D4490}"/>
              </a:ext>
            </a:extLst>
          </p:cNvPr>
          <p:cNvGrpSpPr/>
          <p:nvPr/>
        </p:nvGrpSpPr>
        <p:grpSpPr>
          <a:xfrm>
            <a:off x="2209800" y="745042"/>
            <a:ext cx="2819400" cy="338714"/>
            <a:chOff x="5094072" y="3448350"/>
            <a:chExt cx="4130040" cy="369332"/>
          </a:xfrm>
        </p:grpSpPr>
        <p:sp>
          <p:nvSpPr>
            <p:cNvPr id="15" name="Rectangle: Rounded Corners 14">
              <a:extLst>
                <a:ext uri="{FF2B5EF4-FFF2-40B4-BE49-F238E27FC236}">
                  <a16:creationId xmlns:a16="http://schemas.microsoft.com/office/drawing/2014/main" id="{88D49CF4-8EDF-99C3-9686-9B969C7029F5}"/>
                </a:ext>
              </a:extLst>
            </p:cNvPr>
            <p:cNvSpPr/>
            <p:nvPr/>
          </p:nvSpPr>
          <p:spPr>
            <a:xfrm>
              <a:off x="5094072" y="3448350"/>
              <a:ext cx="4085009"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60C58D4-3A46-4959-6836-4A09DE43F044}"/>
                </a:ext>
              </a:extLst>
            </p:cNvPr>
            <p:cNvSpPr txBox="1"/>
            <p:nvPr/>
          </p:nvSpPr>
          <p:spPr>
            <a:xfrm>
              <a:off x="5094072" y="3468237"/>
              <a:ext cx="4130040" cy="335598"/>
            </a:xfrm>
            <a:prstGeom prst="rect">
              <a:avLst/>
            </a:prstGeom>
            <a:noFill/>
          </p:spPr>
          <p:txBody>
            <a:bodyPr wrap="square">
              <a:spAutoFit/>
            </a:bodyPr>
            <a:lstStyle/>
            <a:p>
              <a:pPr algn="ctr"/>
              <a:r>
                <a:rPr lang="en-US" sz="1400" b="1" dirty="0">
                  <a:solidFill>
                    <a:srgbClr val="000000"/>
                  </a:solidFill>
                </a:rPr>
                <a:t>675 node voltage alert -- feeder</a:t>
              </a:r>
            </a:p>
          </p:txBody>
        </p:sp>
      </p:gr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45B9CE4A-24CA-031B-9C12-BD1A9EDECF4C}"/>
                  </a:ext>
                </a:extLst>
              </p:cNvPr>
              <p:cNvGraphicFramePr>
                <a:graphicFrameLocks noGrp="1"/>
              </p:cNvGraphicFramePr>
              <p:nvPr>
                <p:extLst>
                  <p:ext uri="{D42A27DB-BD31-4B8C-83A1-F6EECF244321}">
                    <p14:modId xmlns:p14="http://schemas.microsoft.com/office/powerpoint/2010/main" val="2965515422"/>
                  </p:ext>
                </p:extLst>
              </p:nvPr>
            </p:nvGraphicFramePr>
            <p:xfrm>
              <a:off x="43280" y="5638800"/>
              <a:ext cx="12047120" cy="1219200"/>
            </p:xfrm>
            <a:graphic>
              <a:graphicData uri="http://schemas.openxmlformats.org/drawingml/2006/table">
                <a:tbl>
                  <a:tblPr/>
                  <a:tblGrid>
                    <a:gridCol w="532910">
                      <a:extLst>
                        <a:ext uri="{9D8B030D-6E8A-4147-A177-3AD203B41FA5}">
                          <a16:colId xmlns:a16="http://schemas.microsoft.com/office/drawing/2014/main" val="2280224103"/>
                        </a:ext>
                      </a:extLst>
                    </a:gridCol>
                    <a:gridCol w="3054230">
                      <a:extLst>
                        <a:ext uri="{9D8B030D-6E8A-4147-A177-3AD203B41FA5}">
                          <a16:colId xmlns:a16="http://schemas.microsoft.com/office/drawing/2014/main" val="1686621425"/>
                        </a:ext>
                      </a:extLst>
                    </a:gridCol>
                    <a:gridCol w="4065780">
                      <a:extLst>
                        <a:ext uri="{9D8B030D-6E8A-4147-A177-3AD203B41FA5}">
                          <a16:colId xmlns:a16="http://schemas.microsoft.com/office/drawing/2014/main" val="287803289"/>
                        </a:ext>
                      </a:extLst>
                    </a:gridCol>
                    <a:gridCol w="1685299">
                      <a:extLst>
                        <a:ext uri="{9D8B030D-6E8A-4147-A177-3AD203B41FA5}">
                          <a16:colId xmlns:a16="http://schemas.microsoft.com/office/drawing/2014/main" val="2384568326"/>
                        </a:ext>
                      </a:extLst>
                    </a:gridCol>
                    <a:gridCol w="1667501">
                      <a:extLst>
                        <a:ext uri="{9D8B030D-6E8A-4147-A177-3AD203B41FA5}">
                          <a16:colId xmlns:a16="http://schemas.microsoft.com/office/drawing/2014/main" val="636558981"/>
                        </a:ext>
                      </a:extLst>
                    </a:gridCol>
                    <a:gridCol w="1041400">
                      <a:extLst>
                        <a:ext uri="{9D8B030D-6E8A-4147-A177-3AD203B41FA5}">
                          <a16:colId xmlns:a16="http://schemas.microsoft.com/office/drawing/2014/main" val="1650049617"/>
                        </a:ext>
                      </a:extLst>
                    </a:gridCol>
                  </a:tblGrid>
                  <a:tr h="359093">
                    <a:tc>
                      <a:txBody>
                        <a:bodyPr/>
                        <a:lstStyle/>
                        <a:p>
                          <a:pPr algn="ctr">
                            <a:buNone/>
                          </a:pPr>
                          <a:r>
                            <a:rPr lang="en-US" sz="1200" b="1" dirty="0">
                              <a:solidFill>
                                <a:schemeClr val="tx1"/>
                              </a:solidFill>
                              <a:effectLst/>
                              <a:latin typeface="+mn-lt"/>
                            </a:rPr>
                            <a:t>Alert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1" dirty="0">
                              <a:solidFill>
                                <a:schemeClr val="tx1"/>
                              </a:solidFill>
                              <a:effectLst/>
                              <a:latin typeface="+mn-lt"/>
                            </a:rPr>
                            <a:t>Meaning</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1" dirty="0">
                              <a:solidFill>
                                <a:schemeClr val="tx1"/>
                              </a:solidFill>
                              <a:effectLst/>
                              <a:latin typeface="+mn-lt"/>
                            </a:rPr>
                            <a:t>Metric</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1" dirty="0">
                              <a:solidFill>
                                <a:schemeClr val="tx1"/>
                              </a:solidFill>
                              <a:effectLst/>
                            </a:rPr>
                            <a:t>If distribution Triggered</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2051" rtl="0" eaLnBrk="1" fontAlgn="auto" latinLnBrk="0" hangingPunct="1">
                            <a:lnSpc>
                              <a:spcPct val="100000"/>
                            </a:lnSpc>
                            <a:spcBef>
                              <a:spcPts val="0"/>
                            </a:spcBef>
                            <a:spcAft>
                              <a:spcPts val="0"/>
                            </a:spcAft>
                            <a:buClrTx/>
                            <a:buSzTx/>
                            <a:buFontTx/>
                            <a:buNone/>
                            <a:tabLst/>
                            <a:defRPr/>
                          </a:pPr>
                          <a:r>
                            <a:rPr lang="en-US" sz="1200" b="1" dirty="0">
                              <a:solidFill>
                                <a:schemeClr val="tx1"/>
                              </a:solidFill>
                              <a:effectLst/>
                            </a:rPr>
                            <a:t>If transmission Triggered</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1" dirty="0">
                              <a:solidFill>
                                <a:schemeClr val="tx1"/>
                              </a:solidFill>
                              <a:effectLst/>
                            </a:rPr>
                            <a:t>Time</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631715"/>
                      </a:ext>
                    </a:extLst>
                  </a:tr>
                  <a:tr h="210503">
                    <a:tc>
                      <a:txBody>
                        <a:bodyPr/>
                        <a:lstStyle/>
                        <a:p>
                          <a:pPr algn="ctr">
                            <a:buNone/>
                          </a:pPr>
                          <a:r>
                            <a:rPr lang="en-US" sz="1200" dirty="0">
                              <a:effectLst/>
                              <a:latin typeface="+mn-lt"/>
                            </a:rPr>
                            <a:t>1</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effectLst/>
                              <a:latin typeface="+mn-lt"/>
                            </a:rPr>
                            <a:t>Fault voltage dip</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14:m>
                            <m:oMath xmlns:m="http://schemas.openxmlformats.org/officeDocument/2006/math">
                              <m:r>
                                <m:rPr>
                                  <m:nor/>
                                </m:rPr>
                                <a:rPr lang="en-US" sz="1200" dirty="0" smtClean="0">
                                  <a:effectLst/>
                                  <a:latin typeface="Cambria Math" panose="02040503050406030204" pitchFamily="18" charset="0"/>
                                </a:rPr>
                                <m:t>V</m:t>
                              </m:r>
                              <m:r>
                                <m:rPr>
                                  <m:nor/>
                                </m:rPr>
                                <a:rPr lang="en-US" sz="1200" dirty="0" smtClean="0">
                                  <a:effectLst/>
                                  <a:latin typeface="+mn-lt"/>
                                </a:rPr>
                                <m:t>oltage</m:t>
                              </m:r>
                              <m:r>
                                <m:rPr>
                                  <m:nor/>
                                </m:rPr>
                                <a:rPr lang="en-US" sz="1200" dirty="0" smtClean="0">
                                  <a:effectLst/>
                                  <a:latin typeface="+mn-lt"/>
                                </a:rPr>
                                <m:t> </m:t>
                              </m:r>
                              <m:r>
                                <m:rPr>
                                  <m:nor/>
                                </m:rPr>
                                <a:rPr lang="en-US" sz="1200" dirty="0" smtClean="0">
                                  <a:effectLst/>
                                  <a:latin typeface="+mn-lt"/>
                                </a:rPr>
                                <m:t>drop</m:t>
                              </m:r>
                              <m:r>
                                <m:rPr>
                                  <m:nor/>
                                </m:rPr>
                                <a:rPr lang="en-US" sz="1200" dirty="0" smtClean="0">
                                  <a:effectLst/>
                                  <a:latin typeface="+mn-lt"/>
                                </a:rPr>
                                <m:t> </m:t>
                              </m:r>
                              <m:r>
                                <a:rPr lang="en-US" sz="1200" i="1" smtClean="0">
                                  <a:effectLst/>
                                  <a:latin typeface="Cambria Math" panose="02040503050406030204" pitchFamily="18" charset="0"/>
                                  <a:ea typeface="Cambria Math" panose="02040503050406030204" pitchFamily="18" charset="0"/>
                                </a:rPr>
                                <m:t>≥</m:t>
                              </m:r>
                              <m:r>
                                <a:rPr lang="en-US" sz="1200" b="0" i="1" smtClean="0">
                                  <a:effectLst/>
                                  <a:latin typeface="Cambria Math" panose="02040503050406030204" pitchFamily="18" charset="0"/>
                                  <a:ea typeface="Cambria Math" panose="02040503050406030204" pitchFamily="18" charset="0"/>
                                </a:rPr>
                                <m:t> 20%</m:t>
                              </m:r>
                            </m:oMath>
                          </a14:m>
                          <a:r>
                            <a:rPr lang="en-US" sz="1200" dirty="0">
                              <a:effectLst/>
                              <a:latin typeface="+mn-lt"/>
                            </a:rPr>
                            <a:t>  within 3 cycles</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0" dirty="0">
                              <a:effectLst/>
                            </a:rPr>
                            <a:t>Yes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0" dirty="0">
                              <a:effectLst/>
                            </a:rPr>
                            <a:t>Yes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0" dirty="0">
                              <a:effectLst/>
                            </a:rPr>
                            <a:t>1.010 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665500"/>
                      </a:ext>
                    </a:extLst>
                  </a:tr>
                  <a:tr h="210503">
                    <a:tc>
                      <a:txBody>
                        <a:bodyPr/>
                        <a:lstStyle/>
                        <a:p>
                          <a:pPr algn="ctr">
                            <a:buNone/>
                          </a:pPr>
                          <a:r>
                            <a:rPr lang="en-US" sz="1200" dirty="0">
                              <a:effectLst/>
                              <a:latin typeface="+mn-lt"/>
                            </a:rPr>
                            <a:t>2</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effectLst/>
                              <a:latin typeface="+mn-lt"/>
                            </a:rPr>
                            <a:t>Delayed voltage recovery</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14:m>
                            <m:oMathPara xmlns:m="http://schemas.openxmlformats.org/officeDocument/2006/math">
                              <m:oMathParaPr>
                                <m:jc m:val="centerGroup"/>
                              </m:oMathParaPr>
                              <m:oMath xmlns:m="http://schemas.openxmlformats.org/officeDocument/2006/math">
                                <m:r>
                                  <m:rPr>
                                    <m:nor/>
                                  </m:rPr>
                                  <a:rPr lang="en-US" sz="1200" dirty="0" smtClean="0">
                                    <a:effectLst/>
                                    <a:latin typeface="Cambria Math" panose="02040503050406030204" pitchFamily="18" charset="0"/>
                                  </a:rPr>
                                  <m:t>V</m:t>
                                </m:r>
                                <m:r>
                                  <m:rPr>
                                    <m:nor/>
                                  </m:rPr>
                                  <a:rPr lang="en-US" sz="1200" dirty="0" smtClean="0">
                                    <a:effectLst/>
                                    <a:latin typeface="+mn-lt"/>
                                  </a:rPr>
                                  <m:t>oltage</m:t>
                                </m:r>
                                <m:r>
                                  <m:rPr>
                                    <m:nor/>
                                  </m:rPr>
                                  <a:rPr lang="en-US" sz="1200" dirty="0" smtClean="0">
                                    <a:effectLst/>
                                    <a:latin typeface="+mn-lt"/>
                                  </a:rPr>
                                  <m:t> </m:t>
                                </m:r>
                                <m:r>
                                  <a:rPr lang="en-US" sz="1200" i="1" smtClean="0">
                                    <a:effectLst/>
                                    <a:latin typeface="Cambria Math" panose="02040503050406030204" pitchFamily="18" charset="0"/>
                                    <a:ea typeface="Cambria Math" panose="02040503050406030204" pitchFamily="18" charset="0"/>
                                  </a:rPr>
                                  <m:t>≤</m:t>
                                </m:r>
                                <m:r>
                                  <a:rPr lang="en-US" sz="1200" b="0" i="1" smtClean="0">
                                    <a:effectLst/>
                                    <a:latin typeface="Cambria Math" panose="02040503050406030204" pitchFamily="18" charset="0"/>
                                    <a:ea typeface="Cambria Math" panose="02040503050406030204" pitchFamily="18" charset="0"/>
                                  </a:rPr>
                                  <m:t> 90% </m:t>
                                </m:r>
                                <m:r>
                                  <a:rPr lang="en-US" sz="1200" b="0" i="1" smtClean="0">
                                    <a:effectLst/>
                                    <a:latin typeface="Cambria Math" panose="02040503050406030204" pitchFamily="18" charset="0"/>
                                    <a:ea typeface="Cambria Math" panose="02040503050406030204" pitchFamily="18" charset="0"/>
                                  </a:rPr>
                                  <m:t>𝑓𝑜𝑟</m:t>
                                </m:r>
                                <m:r>
                                  <a:rPr lang="en-US" sz="1200" b="0" i="1" smtClean="0">
                                    <a:effectLst/>
                                    <a:latin typeface="Cambria Math" panose="02040503050406030204" pitchFamily="18" charset="0"/>
                                    <a:ea typeface="Cambria Math" panose="02040503050406030204" pitchFamily="18" charset="0"/>
                                  </a:rPr>
                                  <m:t> </m:t>
                                </m:r>
                                <m:r>
                                  <a:rPr lang="en-US" sz="1200" b="0" i="1" smtClean="0">
                                    <a:effectLst/>
                                    <a:latin typeface="Cambria Math" panose="02040503050406030204" pitchFamily="18" charset="0"/>
                                    <a:ea typeface="Cambria Math" panose="02040503050406030204" pitchFamily="18" charset="0"/>
                                  </a:rPr>
                                  <m:t>𝑡</m:t>
                                </m:r>
                                <m:r>
                                  <a:rPr lang="en-US" sz="1200" b="0" i="1" smtClean="0">
                                    <a:effectLst/>
                                    <a:latin typeface="Cambria Math" panose="02040503050406030204" pitchFamily="18" charset="0"/>
                                    <a:ea typeface="Cambria Math" panose="02040503050406030204" pitchFamily="18" charset="0"/>
                                  </a:rPr>
                                  <m:t> ≥5 </m:t>
                                </m:r>
                                <m:r>
                                  <a:rPr lang="en-US" sz="1200" b="0" i="1" smtClean="0">
                                    <a:effectLst/>
                                    <a:latin typeface="Cambria Math" panose="02040503050406030204" pitchFamily="18" charset="0"/>
                                    <a:ea typeface="Cambria Math" panose="02040503050406030204" pitchFamily="18" charset="0"/>
                                  </a:rPr>
                                  <m:t>𝑠</m:t>
                                </m:r>
                              </m:oMath>
                            </m:oMathPara>
                          </a14:m>
                          <a:endParaRPr lang="en-US" sz="1200" dirty="0">
                            <a:effectLst/>
                            <a:latin typeface="+mn-lt"/>
                          </a:endParaRP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0" dirty="0">
                              <a:effectLst/>
                            </a:rPr>
                            <a:t>Yes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0" dirty="0">
                              <a:effectLst/>
                            </a:rPr>
                            <a:t>No</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0" dirty="0">
                              <a:effectLst/>
                            </a:rPr>
                            <a:t>6.010 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2966814"/>
                      </a:ext>
                    </a:extLst>
                  </a:tr>
                  <a:tr h="210503">
                    <a:tc>
                      <a:txBody>
                        <a:bodyPr/>
                        <a:lstStyle/>
                        <a:p>
                          <a:pPr algn="ctr">
                            <a:buNone/>
                          </a:pPr>
                          <a:r>
                            <a:rPr lang="en-US" sz="1200" dirty="0">
                              <a:effectLst/>
                              <a:latin typeface="+mn-lt"/>
                            </a:rPr>
                            <a:t>3</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effectLst/>
                              <a:latin typeface="+mn-lt"/>
                            </a:rPr>
                            <a:t>Voltage recovery overshoot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2051"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US" sz="1200" dirty="0" smtClean="0">
                                    <a:effectLst/>
                                    <a:latin typeface="Cambria Math" panose="02040503050406030204" pitchFamily="18" charset="0"/>
                                  </a:rPr>
                                  <m:t>V</m:t>
                                </m:r>
                                <m:r>
                                  <m:rPr>
                                    <m:nor/>
                                  </m:rPr>
                                  <a:rPr lang="en-US" sz="1200" dirty="0" smtClean="0">
                                    <a:effectLst/>
                                    <a:latin typeface="+mn-lt"/>
                                  </a:rPr>
                                  <m:t>oltage</m:t>
                                </m:r>
                                <m:r>
                                  <m:rPr>
                                    <m:nor/>
                                  </m:rPr>
                                  <a:rPr lang="en-US" sz="1200" dirty="0" smtClean="0">
                                    <a:effectLst/>
                                    <a:latin typeface="+mn-lt"/>
                                  </a:rPr>
                                  <m:t> </m:t>
                                </m:r>
                                <m:r>
                                  <m:rPr>
                                    <m:nor/>
                                  </m:rPr>
                                  <a:rPr lang="en-US" sz="1200" b="0" i="0" dirty="0" smtClean="0">
                                    <a:effectLst/>
                                    <a:latin typeface="+mn-lt"/>
                                  </a:rPr>
                                  <m:t>recovers</m:t>
                                </m:r>
                                <m:r>
                                  <a:rPr lang="en-US" sz="1200" i="1" smtClean="0">
                                    <a:effectLst/>
                                    <a:latin typeface="Cambria Math" panose="02040503050406030204" pitchFamily="18" charset="0"/>
                                    <a:ea typeface="Cambria Math" panose="02040503050406030204" pitchFamily="18" charset="0"/>
                                  </a:rPr>
                                  <m:t>≥</m:t>
                                </m:r>
                                <m:r>
                                  <a:rPr lang="en-US" sz="1200" b="0" i="1" smtClean="0">
                                    <a:effectLst/>
                                    <a:latin typeface="Cambria Math" panose="02040503050406030204" pitchFamily="18" charset="0"/>
                                    <a:ea typeface="Cambria Math" panose="02040503050406030204" pitchFamily="18" charset="0"/>
                                  </a:rPr>
                                  <m:t>105% </m:t>
                                </m:r>
                                <m:r>
                                  <a:rPr lang="en-US" sz="1200" b="0" i="1" smtClean="0">
                                    <a:effectLst/>
                                    <a:latin typeface="Cambria Math" panose="02040503050406030204" pitchFamily="18" charset="0"/>
                                    <a:ea typeface="Cambria Math" panose="02040503050406030204" pitchFamily="18" charset="0"/>
                                  </a:rPr>
                                  <m:t>𝑓𝑜𝑟</m:t>
                                </m:r>
                                <m:r>
                                  <a:rPr lang="en-US" sz="1200" b="0" i="1" smtClean="0">
                                    <a:effectLst/>
                                    <a:latin typeface="Cambria Math" panose="02040503050406030204" pitchFamily="18" charset="0"/>
                                    <a:ea typeface="Cambria Math" panose="02040503050406030204" pitchFamily="18" charset="0"/>
                                  </a:rPr>
                                  <m:t> </m:t>
                                </m:r>
                                <m:r>
                                  <a:rPr lang="en-US" sz="1200" b="0" i="1" smtClean="0">
                                    <a:effectLst/>
                                    <a:latin typeface="Cambria Math" panose="02040503050406030204" pitchFamily="18" charset="0"/>
                                    <a:ea typeface="Cambria Math" panose="02040503050406030204" pitchFamily="18" charset="0"/>
                                  </a:rPr>
                                  <m:t>𝑡</m:t>
                                </m:r>
                                <m:r>
                                  <a:rPr lang="en-US" sz="1200" b="0" i="1" smtClean="0">
                                    <a:effectLst/>
                                    <a:latin typeface="Cambria Math" panose="02040503050406030204" pitchFamily="18" charset="0"/>
                                    <a:ea typeface="Cambria Math" panose="02040503050406030204" pitchFamily="18" charset="0"/>
                                  </a:rPr>
                                  <m:t> ≥1 </m:t>
                                </m:r>
                                <m:r>
                                  <a:rPr lang="en-US" sz="1200" b="0" i="1" smtClean="0">
                                    <a:effectLst/>
                                    <a:latin typeface="Cambria Math" panose="02040503050406030204" pitchFamily="18" charset="0"/>
                                    <a:ea typeface="Cambria Math" panose="02040503050406030204" pitchFamily="18" charset="0"/>
                                  </a:rPr>
                                  <m:t>𝑠</m:t>
                                </m:r>
                                <m:r>
                                  <a:rPr lang="en-US" sz="1200" b="0" i="1" smtClean="0">
                                    <a:effectLst/>
                                    <a:latin typeface="Cambria Math" panose="02040503050406030204" pitchFamily="18" charset="0"/>
                                    <a:ea typeface="Cambria Math" panose="02040503050406030204" pitchFamily="18" charset="0"/>
                                  </a:rPr>
                                  <m:t> </m:t>
                                </m:r>
                                <m:r>
                                  <a:rPr lang="en-US" sz="1200" b="0" i="1" smtClean="0">
                                    <a:effectLst/>
                                    <a:latin typeface="Cambria Math" panose="02040503050406030204" pitchFamily="18" charset="0"/>
                                    <a:ea typeface="Cambria Math" panose="02040503050406030204" pitchFamily="18" charset="0"/>
                                  </a:rPr>
                                  <m:t>𝑤𝑖𝑡h𝑖𝑛</m:t>
                                </m:r>
                                <m:r>
                                  <a:rPr lang="en-US" sz="1200" b="0" i="1" smtClean="0">
                                    <a:effectLst/>
                                    <a:latin typeface="Cambria Math" panose="02040503050406030204" pitchFamily="18" charset="0"/>
                                    <a:ea typeface="Cambria Math" panose="02040503050406030204" pitchFamily="18" charset="0"/>
                                  </a:rPr>
                                  <m:t> 30</m:t>
                                </m:r>
                                <m:r>
                                  <a:rPr lang="en-US" sz="1200" b="0" i="1" smtClean="0">
                                    <a:effectLst/>
                                    <a:latin typeface="Cambria Math" panose="02040503050406030204" pitchFamily="18" charset="0"/>
                                    <a:ea typeface="Cambria Math" panose="02040503050406030204" pitchFamily="18" charset="0"/>
                                  </a:rPr>
                                  <m:t>𝑠</m:t>
                                </m:r>
                              </m:oMath>
                            </m:oMathPara>
                          </a14:m>
                          <a:endParaRPr lang="en-US" sz="1200" dirty="0">
                            <a:effectLst/>
                            <a:latin typeface="+mn-lt"/>
                          </a:endParaRP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0" dirty="0">
                              <a:effectLst/>
                            </a:rPr>
                            <a:t>Yes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200" b="0" dirty="0">
                              <a:effectLst/>
                            </a:rPr>
                            <a:t>No</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200" b="0" dirty="0">
                              <a:effectLst/>
                            </a:rPr>
                            <a:t>28.140 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3032594"/>
                      </a:ext>
                    </a:extLst>
                  </a:tr>
                </a:tbl>
              </a:graphicData>
            </a:graphic>
          </p:graphicFrame>
        </mc:Choice>
        <mc:Fallback xmlns="">
          <p:graphicFrame>
            <p:nvGraphicFramePr>
              <p:cNvPr id="13" name="Table 12">
                <a:extLst>
                  <a:ext uri="{FF2B5EF4-FFF2-40B4-BE49-F238E27FC236}">
                    <a16:creationId xmlns:a16="http://schemas.microsoft.com/office/drawing/2014/main" id="{45B9CE4A-24CA-031B-9C12-BD1A9EDECF4C}"/>
                  </a:ext>
                </a:extLst>
              </p:cNvPr>
              <p:cNvGraphicFramePr>
                <a:graphicFrameLocks noGrp="1"/>
              </p:cNvGraphicFramePr>
              <p:nvPr>
                <p:extLst>
                  <p:ext uri="{D42A27DB-BD31-4B8C-83A1-F6EECF244321}">
                    <p14:modId xmlns:p14="http://schemas.microsoft.com/office/powerpoint/2010/main" val="2965515422"/>
                  </p:ext>
                </p:extLst>
              </p:nvPr>
            </p:nvGraphicFramePr>
            <p:xfrm>
              <a:off x="43280" y="5638800"/>
              <a:ext cx="12047120" cy="1219200"/>
            </p:xfrm>
            <a:graphic>
              <a:graphicData uri="http://schemas.openxmlformats.org/drawingml/2006/table">
                <a:tbl>
                  <a:tblPr/>
                  <a:tblGrid>
                    <a:gridCol w="532910">
                      <a:extLst>
                        <a:ext uri="{9D8B030D-6E8A-4147-A177-3AD203B41FA5}">
                          <a16:colId xmlns:a16="http://schemas.microsoft.com/office/drawing/2014/main" val="2280224103"/>
                        </a:ext>
                      </a:extLst>
                    </a:gridCol>
                    <a:gridCol w="3054230">
                      <a:extLst>
                        <a:ext uri="{9D8B030D-6E8A-4147-A177-3AD203B41FA5}">
                          <a16:colId xmlns:a16="http://schemas.microsoft.com/office/drawing/2014/main" val="1686621425"/>
                        </a:ext>
                      </a:extLst>
                    </a:gridCol>
                    <a:gridCol w="4065780">
                      <a:extLst>
                        <a:ext uri="{9D8B030D-6E8A-4147-A177-3AD203B41FA5}">
                          <a16:colId xmlns:a16="http://schemas.microsoft.com/office/drawing/2014/main" val="287803289"/>
                        </a:ext>
                      </a:extLst>
                    </a:gridCol>
                    <a:gridCol w="1685299">
                      <a:extLst>
                        <a:ext uri="{9D8B030D-6E8A-4147-A177-3AD203B41FA5}">
                          <a16:colId xmlns:a16="http://schemas.microsoft.com/office/drawing/2014/main" val="2384568326"/>
                        </a:ext>
                      </a:extLst>
                    </a:gridCol>
                    <a:gridCol w="1667501">
                      <a:extLst>
                        <a:ext uri="{9D8B030D-6E8A-4147-A177-3AD203B41FA5}">
                          <a16:colId xmlns:a16="http://schemas.microsoft.com/office/drawing/2014/main" val="636558981"/>
                        </a:ext>
                      </a:extLst>
                    </a:gridCol>
                    <a:gridCol w="1041400">
                      <a:extLst>
                        <a:ext uri="{9D8B030D-6E8A-4147-A177-3AD203B41FA5}">
                          <a16:colId xmlns:a16="http://schemas.microsoft.com/office/drawing/2014/main" val="1650049617"/>
                        </a:ext>
                      </a:extLst>
                    </a:gridCol>
                  </a:tblGrid>
                  <a:tr h="441960">
                    <a:tc>
                      <a:txBody>
                        <a:bodyPr/>
                        <a:lstStyle/>
                        <a:p>
                          <a:pPr algn="ctr">
                            <a:buNone/>
                          </a:pPr>
                          <a:r>
                            <a:rPr lang="en-US" sz="1200" b="1" dirty="0">
                              <a:solidFill>
                                <a:schemeClr val="tx1"/>
                              </a:solidFill>
                              <a:effectLst/>
                              <a:latin typeface="+mn-lt"/>
                            </a:rPr>
                            <a:t>Alert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1" dirty="0">
                              <a:solidFill>
                                <a:schemeClr val="tx1"/>
                              </a:solidFill>
                              <a:effectLst/>
                              <a:latin typeface="+mn-lt"/>
                            </a:rPr>
                            <a:t>Meaning</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1" dirty="0">
                              <a:solidFill>
                                <a:schemeClr val="tx1"/>
                              </a:solidFill>
                              <a:effectLst/>
                              <a:latin typeface="+mn-lt"/>
                            </a:rPr>
                            <a:t>Metric</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1" dirty="0">
                              <a:solidFill>
                                <a:schemeClr val="tx1"/>
                              </a:solidFill>
                              <a:effectLst/>
                            </a:rPr>
                            <a:t>If distribution Triggered</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2051" rtl="0" eaLnBrk="1" fontAlgn="auto" latinLnBrk="0" hangingPunct="1">
                            <a:lnSpc>
                              <a:spcPct val="100000"/>
                            </a:lnSpc>
                            <a:spcBef>
                              <a:spcPts val="0"/>
                            </a:spcBef>
                            <a:spcAft>
                              <a:spcPts val="0"/>
                            </a:spcAft>
                            <a:buClrTx/>
                            <a:buSzTx/>
                            <a:buFontTx/>
                            <a:buNone/>
                            <a:tabLst/>
                            <a:defRPr/>
                          </a:pPr>
                          <a:r>
                            <a:rPr lang="en-US" sz="1200" b="1" dirty="0">
                              <a:solidFill>
                                <a:schemeClr val="tx1"/>
                              </a:solidFill>
                              <a:effectLst/>
                            </a:rPr>
                            <a:t>If transmission Triggered</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1" dirty="0">
                              <a:solidFill>
                                <a:schemeClr val="tx1"/>
                              </a:solidFill>
                              <a:effectLst/>
                            </a:rPr>
                            <a:t>Time</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631715"/>
                      </a:ext>
                    </a:extLst>
                  </a:tr>
                  <a:tr h="259080">
                    <a:tc>
                      <a:txBody>
                        <a:bodyPr/>
                        <a:lstStyle/>
                        <a:p>
                          <a:pPr algn="ctr">
                            <a:buNone/>
                          </a:pPr>
                          <a:r>
                            <a:rPr lang="en-US" sz="1200" dirty="0">
                              <a:effectLst/>
                              <a:latin typeface="+mn-lt"/>
                            </a:rPr>
                            <a:t>1</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effectLst/>
                              <a:latin typeface="+mn-lt"/>
                            </a:rPr>
                            <a:t>Fault voltage dip</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88306" t="-180952" r="-108246" b="-221429"/>
                          </a:stretch>
                        </a:blipFill>
                      </a:tcPr>
                    </a:tc>
                    <a:tc>
                      <a:txBody>
                        <a:bodyPr/>
                        <a:lstStyle/>
                        <a:p>
                          <a:pPr algn="ctr">
                            <a:buNone/>
                          </a:pPr>
                          <a:r>
                            <a:rPr lang="en-US" sz="1200" b="0" dirty="0">
                              <a:effectLst/>
                            </a:rPr>
                            <a:t>Yes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0" dirty="0">
                              <a:effectLst/>
                            </a:rPr>
                            <a:t>Yes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0" dirty="0">
                              <a:effectLst/>
                            </a:rPr>
                            <a:t>1.010 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665500"/>
                      </a:ext>
                    </a:extLst>
                  </a:tr>
                  <a:tr h="259080">
                    <a:tc>
                      <a:txBody>
                        <a:bodyPr/>
                        <a:lstStyle/>
                        <a:p>
                          <a:pPr algn="ctr">
                            <a:buNone/>
                          </a:pPr>
                          <a:r>
                            <a:rPr lang="en-US" sz="1200" dirty="0">
                              <a:effectLst/>
                              <a:latin typeface="+mn-lt"/>
                            </a:rPr>
                            <a:t>2</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effectLst/>
                              <a:latin typeface="+mn-lt"/>
                            </a:rPr>
                            <a:t>Delayed voltage recovery</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88306" t="-274419" r="-108246" b="-116279"/>
                          </a:stretch>
                        </a:blipFill>
                      </a:tcPr>
                    </a:tc>
                    <a:tc>
                      <a:txBody>
                        <a:bodyPr/>
                        <a:lstStyle/>
                        <a:p>
                          <a:pPr algn="ctr">
                            <a:buNone/>
                          </a:pPr>
                          <a:r>
                            <a:rPr lang="en-US" sz="1200" b="0" dirty="0">
                              <a:effectLst/>
                            </a:rPr>
                            <a:t>Yes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0" dirty="0">
                              <a:effectLst/>
                            </a:rPr>
                            <a:t>No</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b="0" dirty="0">
                              <a:effectLst/>
                            </a:rPr>
                            <a:t>6.010 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2966814"/>
                      </a:ext>
                    </a:extLst>
                  </a:tr>
                  <a:tr h="259080">
                    <a:tc>
                      <a:txBody>
                        <a:bodyPr/>
                        <a:lstStyle/>
                        <a:p>
                          <a:pPr algn="ctr">
                            <a:buNone/>
                          </a:pPr>
                          <a:r>
                            <a:rPr lang="en-US" sz="1200" dirty="0">
                              <a:effectLst/>
                              <a:latin typeface="+mn-lt"/>
                            </a:rPr>
                            <a:t>3</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200" dirty="0">
                              <a:effectLst/>
                              <a:latin typeface="+mn-lt"/>
                            </a:rPr>
                            <a:t>Voltage recovery overshoot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88306" t="-383333" r="-108246" b="-19048"/>
                          </a:stretch>
                        </a:blipFill>
                      </a:tcPr>
                    </a:tc>
                    <a:tc>
                      <a:txBody>
                        <a:bodyPr/>
                        <a:lstStyle/>
                        <a:p>
                          <a:pPr algn="ctr">
                            <a:buNone/>
                          </a:pPr>
                          <a:r>
                            <a:rPr lang="en-US" sz="1200" b="0" dirty="0">
                              <a:effectLst/>
                            </a:rPr>
                            <a:t>Yes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200" b="0" dirty="0">
                              <a:effectLst/>
                            </a:rPr>
                            <a:t>No</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sz="1200" b="0" dirty="0">
                              <a:effectLst/>
                            </a:rPr>
                            <a:t>28.140 s</a:t>
                          </a:r>
                        </a:p>
                      </a:txBody>
                      <a:tcPr marL="38100" marR="38100" marT="38100" marB="381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3032594"/>
                      </a:ext>
                    </a:extLst>
                  </a:tr>
                </a:tbl>
              </a:graphicData>
            </a:graphic>
          </p:graphicFrame>
        </mc:Fallback>
      </mc:AlternateContent>
      <p:pic>
        <p:nvPicPr>
          <p:cNvPr id="20" name="Picture 19">
            <a:extLst>
              <a:ext uri="{FF2B5EF4-FFF2-40B4-BE49-F238E27FC236}">
                <a16:creationId xmlns:a16="http://schemas.microsoft.com/office/drawing/2014/main" id="{E49FBC72-0C79-8907-1FAA-8DC60298C8D1}"/>
              </a:ext>
            </a:extLst>
          </p:cNvPr>
          <p:cNvPicPr>
            <a:picLocks noChangeAspect="1"/>
          </p:cNvPicPr>
          <p:nvPr/>
        </p:nvPicPr>
        <p:blipFill>
          <a:blip r:embed="rId6"/>
          <a:stretch>
            <a:fillRect/>
          </a:stretch>
        </p:blipFill>
        <p:spPr>
          <a:xfrm>
            <a:off x="7880350" y="2971303"/>
            <a:ext cx="4121150" cy="2354943"/>
          </a:xfrm>
          <a:prstGeom prst="rect">
            <a:avLst/>
          </a:prstGeom>
        </p:spPr>
      </p:pic>
      <p:grpSp>
        <p:nvGrpSpPr>
          <p:cNvPr id="22" name="Group 21">
            <a:extLst>
              <a:ext uri="{FF2B5EF4-FFF2-40B4-BE49-F238E27FC236}">
                <a16:creationId xmlns:a16="http://schemas.microsoft.com/office/drawing/2014/main" id="{BA5B0E71-47D7-969F-AFA6-C4E557A7ECDB}"/>
              </a:ext>
            </a:extLst>
          </p:cNvPr>
          <p:cNvGrpSpPr/>
          <p:nvPr/>
        </p:nvGrpSpPr>
        <p:grpSpPr>
          <a:xfrm>
            <a:off x="7848600" y="2549092"/>
            <a:ext cx="3352800" cy="498908"/>
            <a:chOff x="5094072" y="3448350"/>
            <a:chExt cx="4130040" cy="590403"/>
          </a:xfrm>
        </p:grpSpPr>
        <p:sp>
          <p:nvSpPr>
            <p:cNvPr id="23" name="Rectangle: Rounded Corners 22">
              <a:extLst>
                <a:ext uri="{FF2B5EF4-FFF2-40B4-BE49-F238E27FC236}">
                  <a16:creationId xmlns:a16="http://schemas.microsoft.com/office/drawing/2014/main" id="{23394530-5AB2-7746-71CD-9A45A2B0641B}"/>
                </a:ext>
              </a:extLst>
            </p:cNvPr>
            <p:cNvSpPr/>
            <p:nvPr/>
          </p:nvSpPr>
          <p:spPr>
            <a:xfrm>
              <a:off x="5094072" y="3448350"/>
              <a:ext cx="4085009"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6F5ADC1-B561-9D82-7B40-81AEC53C1CA2}"/>
                </a:ext>
              </a:extLst>
            </p:cNvPr>
            <p:cNvSpPr txBox="1"/>
            <p:nvPr/>
          </p:nvSpPr>
          <p:spPr>
            <a:xfrm>
              <a:off x="5094072" y="3468237"/>
              <a:ext cx="4130040" cy="570516"/>
            </a:xfrm>
            <a:prstGeom prst="rect">
              <a:avLst/>
            </a:prstGeom>
            <a:noFill/>
          </p:spPr>
          <p:txBody>
            <a:bodyPr wrap="square">
              <a:spAutoFit/>
            </a:bodyPr>
            <a:lstStyle/>
            <a:p>
              <a:pPr algn="ctr"/>
              <a:r>
                <a:rPr lang="en-US" sz="1400" b="1" dirty="0">
                  <a:solidFill>
                    <a:srgbClr val="000000"/>
                  </a:solidFill>
                </a:rPr>
                <a:t>14 bus voltage alert -- transmission</a:t>
              </a:r>
            </a:p>
          </p:txBody>
        </p:sp>
      </p:grpSp>
      <p:sp>
        <p:nvSpPr>
          <p:cNvPr id="25" name="Rectangle: Rounded Corners 24">
            <a:extLst>
              <a:ext uri="{FF2B5EF4-FFF2-40B4-BE49-F238E27FC236}">
                <a16:creationId xmlns:a16="http://schemas.microsoft.com/office/drawing/2014/main" id="{AFD7A9B4-47D7-6FF5-5593-292B6F57E0AA}"/>
              </a:ext>
            </a:extLst>
          </p:cNvPr>
          <p:cNvSpPr/>
          <p:nvPr/>
        </p:nvSpPr>
        <p:spPr>
          <a:xfrm flipH="1">
            <a:off x="7696200" y="2396662"/>
            <a:ext cx="4394199" cy="3085480"/>
          </a:xfrm>
          <a:prstGeom prst="roundRect">
            <a:avLst/>
          </a:prstGeom>
          <a:noFill/>
          <a:ln>
            <a:solidFill>
              <a:srgbClr val="00B0F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96D83DD-C299-1C31-A4B3-961CFE44ACDB}"/>
              </a:ext>
            </a:extLst>
          </p:cNvPr>
          <p:cNvSpPr txBox="1"/>
          <p:nvPr/>
        </p:nvSpPr>
        <p:spPr>
          <a:xfrm>
            <a:off x="7593484" y="857271"/>
            <a:ext cx="4598516" cy="646331"/>
          </a:xfrm>
          <a:prstGeom prst="rect">
            <a:avLst/>
          </a:prstGeom>
          <a:noFill/>
        </p:spPr>
        <p:txBody>
          <a:bodyPr wrap="square">
            <a:spAutoFit/>
          </a:bodyPr>
          <a:lstStyle/>
          <a:p>
            <a:r>
              <a:rPr lang="en-US" b="1" dirty="0">
                <a:solidFill>
                  <a:srgbClr val="FF0000"/>
                </a:solidFill>
                <a:effectLst/>
              </a:rPr>
              <a:t> FIDVR is mainly a feeder-level dynamic response.</a:t>
            </a:r>
            <a:endParaRPr lang="en-US" b="1" dirty="0">
              <a:solidFill>
                <a:srgbClr val="FF0000"/>
              </a:solidFill>
            </a:endParaRPr>
          </a:p>
        </p:txBody>
      </p:sp>
    </p:spTree>
    <p:extLst>
      <p:ext uri="{BB962C8B-B14F-4D97-AF65-F5344CB8AC3E}">
        <p14:creationId xmlns:p14="http://schemas.microsoft.com/office/powerpoint/2010/main" val="3686055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32A0C-C25D-C522-D72B-2421D657C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64AA01-2AF9-FE44-27E8-46F0BC3A86D6}"/>
              </a:ext>
            </a:extLst>
          </p:cNvPr>
          <p:cNvSpPr>
            <a:spLocks noGrp="1"/>
          </p:cNvSpPr>
          <p:nvPr>
            <p:ph type="title"/>
          </p:nvPr>
        </p:nvSpPr>
        <p:spPr/>
        <p:txBody>
          <a:bodyPr>
            <a:normAutofit/>
          </a:bodyPr>
          <a:lstStyle/>
          <a:p>
            <a:r>
              <a:rPr lang="en-US" dirty="0"/>
              <a:t>Conclusion</a:t>
            </a:r>
          </a:p>
        </p:txBody>
      </p:sp>
      <p:sp>
        <p:nvSpPr>
          <p:cNvPr id="4" name="Slide Number Placeholder 3">
            <a:extLst>
              <a:ext uri="{FF2B5EF4-FFF2-40B4-BE49-F238E27FC236}">
                <a16:creationId xmlns:a16="http://schemas.microsoft.com/office/drawing/2014/main" id="{69406823-FFF1-9EC1-8FF8-D784C2F8A5A4}"/>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
        <p:nvSpPr>
          <p:cNvPr id="12" name="Content Placeholder 2">
            <a:extLst>
              <a:ext uri="{FF2B5EF4-FFF2-40B4-BE49-F238E27FC236}">
                <a16:creationId xmlns:a16="http://schemas.microsoft.com/office/drawing/2014/main" id="{BF335D3F-906D-3DEC-C5EF-800E9D955A3B}"/>
              </a:ext>
            </a:extLst>
          </p:cNvPr>
          <p:cNvSpPr txBox="1">
            <a:spLocks/>
          </p:cNvSpPr>
          <p:nvPr/>
        </p:nvSpPr>
        <p:spPr>
          <a:xfrm>
            <a:off x="8541193" y="2175834"/>
            <a:ext cx="3496044" cy="2709226"/>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51" rtl="0" eaLnBrk="1" fontAlgn="auto" latinLnBrk="0" hangingPunct="1">
              <a:lnSpc>
                <a:spcPct val="100000"/>
              </a:lnSpc>
              <a:spcBef>
                <a:spcPct val="20000"/>
              </a:spcBef>
              <a:spcAft>
                <a:spcPts val="0"/>
              </a:spcAft>
              <a:buClr>
                <a:srgbClr val="262626"/>
              </a:buClr>
              <a:buSzPct val="100000"/>
              <a:buFont typeface="Arial" pitchFamily="34" charset="0"/>
              <a:buNone/>
              <a:tabLst/>
              <a:defRPr/>
            </a:pPr>
            <a:endParaRPr kumimoji="0" lang="en-US" sz="2400" b="0" i="0" u="none" strike="noStrike" kern="1200" cap="none" spc="0" normalizeH="0" baseline="0" noProof="0" dirty="0">
              <a:ln>
                <a:noFill/>
              </a:ln>
              <a:solidFill>
                <a:srgbClr val="262626"/>
              </a:solidFill>
              <a:effectLst/>
              <a:uLnTx/>
              <a:uFillTx/>
              <a:latin typeface="Arial"/>
              <a:ea typeface="+mn-ea"/>
              <a:cs typeface="+mn-cs"/>
            </a:endParaRPr>
          </a:p>
        </p:txBody>
      </p:sp>
      <p:sp>
        <p:nvSpPr>
          <p:cNvPr id="8" name="TextBox 7">
            <a:extLst>
              <a:ext uri="{FF2B5EF4-FFF2-40B4-BE49-F238E27FC236}">
                <a16:creationId xmlns:a16="http://schemas.microsoft.com/office/drawing/2014/main" id="{147ECFC9-1823-BE4C-BF42-5FF544FCC358}"/>
              </a:ext>
            </a:extLst>
          </p:cNvPr>
          <p:cNvSpPr txBox="1"/>
          <p:nvPr/>
        </p:nvSpPr>
        <p:spPr>
          <a:xfrm>
            <a:off x="609600" y="1143000"/>
            <a:ext cx="10896600" cy="4524315"/>
          </a:xfrm>
          <a:prstGeom prst="rect">
            <a:avLst/>
          </a:prstGeom>
          <a:noFill/>
        </p:spPr>
        <p:txBody>
          <a:bodyPr wrap="square">
            <a:spAutoFit/>
          </a:bodyPr>
          <a:lstStyle/>
          <a:p>
            <a:r>
              <a:rPr lang="en-US" b="1" dirty="0"/>
              <a:t>Key findings</a:t>
            </a:r>
          </a:p>
          <a:p>
            <a:endParaRPr lang="en-US" dirty="0"/>
          </a:p>
          <a:p>
            <a:pPr marL="342900" indent="-342900">
              <a:buFont typeface="+mj-lt"/>
              <a:buAutoNum type="arabicPeriod"/>
            </a:pPr>
            <a:r>
              <a:rPr lang="en-US" dirty="0"/>
              <a:t>An ANDES-</a:t>
            </a:r>
            <a:r>
              <a:rPr lang="en-US" dirty="0" err="1"/>
              <a:t>OpenDSS</a:t>
            </a:r>
            <a:r>
              <a:rPr lang="en-US" dirty="0"/>
              <a:t>-HELICS dynamic co-simulation framework was developed to study FIDVR with both transmission dynamics and feeder level voltage resolution. </a:t>
            </a:r>
          </a:p>
          <a:p>
            <a:pPr marL="342900" indent="-342900">
              <a:buFont typeface="+mj-lt"/>
              <a:buAutoNum type="arabicPeriod"/>
            </a:pPr>
            <a:r>
              <a:rPr lang="en-US" dirty="0"/>
              <a:t>Motor share strongly affects post-fault voltage recovery. A higher Motor D fraction increases reactive power demand and leads to more delayed voltage recovery. </a:t>
            </a:r>
          </a:p>
          <a:p>
            <a:pPr marL="342900" indent="-342900">
              <a:buFont typeface="+mj-lt"/>
              <a:buAutoNum type="arabicPeriod"/>
            </a:pPr>
            <a:r>
              <a:rPr lang="en-US" dirty="0"/>
              <a:t>Feeder level voltage recover non-uniformly. Downstream nodes can experience deeper and longer voltage depression than the feeder head, showing why feeder level modeling is necessary. </a:t>
            </a:r>
          </a:p>
          <a:p>
            <a:pPr marL="342900" indent="-342900">
              <a:buFont typeface="+mj-lt"/>
              <a:buAutoNum type="arabicPeriod"/>
            </a:pPr>
            <a:r>
              <a:rPr lang="en-US" dirty="0"/>
              <a:t>Transmission faults away from the interface can still propagate through the interface voltage and trigger distribution side FIDVR. </a:t>
            </a:r>
          </a:p>
          <a:p>
            <a:pPr marL="342900" indent="-342900">
              <a:buFont typeface="+mj-lt"/>
              <a:buAutoNum type="arabicPeriod"/>
            </a:pPr>
            <a:endParaRPr lang="en-US" dirty="0"/>
          </a:p>
          <a:p>
            <a:endParaRPr lang="en-US" dirty="0"/>
          </a:p>
          <a:p>
            <a:r>
              <a:rPr lang="en-US" b="1" dirty="0"/>
              <a:t>Future work</a:t>
            </a:r>
          </a:p>
          <a:p>
            <a:endParaRPr lang="en-US" dirty="0"/>
          </a:p>
          <a:p>
            <a:pPr marL="342900" indent="-342900">
              <a:buFont typeface="+mj-lt"/>
              <a:buAutoNum type="arabicPeriod"/>
            </a:pPr>
            <a:r>
              <a:rPr lang="en-US" dirty="0"/>
              <a:t>Extend the study to multiple feeders and larger transmission systems. </a:t>
            </a:r>
          </a:p>
          <a:p>
            <a:pPr marL="342900" indent="-342900">
              <a:buFont typeface="+mj-lt"/>
              <a:buAutoNum type="arabicPeriod"/>
            </a:pPr>
            <a:r>
              <a:rPr lang="en-US" dirty="0"/>
              <a:t>Investigate FIDVR mitigation strategies.</a:t>
            </a:r>
          </a:p>
        </p:txBody>
      </p:sp>
    </p:spTree>
    <p:extLst>
      <p:ext uri="{BB962C8B-B14F-4D97-AF65-F5344CB8AC3E}">
        <p14:creationId xmlns:p14="http://schemas.microsoft.com/office/powerpoint/2010/main" val="3334377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DDF2D-FE73-8CDF-5AC2-448A2E79F0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B9C8B4-CFAA-789D-6508-2D9410C8835E}"/>
              </a:ext>
            </a:extLst>
          </p:cNvPr>
          <p:cNvSpPr>
            <a:spLocks noGrp="1"/>
          </p:cNvSpPr>
          <p:nvPr>
            <p:ph type="title"/>
          </p:nvPr>
        </p:nvSpPr>
        <p:spPr/>
        <p:txBody>
          <a:bodyPr>
            <a:normAutofit/>
          </a:bodyPr>
          <a:lstStyle/>
          <a:p>
            <a:r>
              <a:rPr lang="en-US" dirty="0"/>
              <a:t>Selected reference</a:t>
            </a:r>
          </a:p>
        </p:txBody>
      </p:sp>
      <p:sp>
        <p:nvSpPr>
          <p:cNvPr id="4" name="Slide Number Placeholder 3">
            <a:extLst>
              <a:ext uri="{FF2B5EF4-FFF2-40B4-BE49-F238E27FC236}">
                <a16:creationId xmlns:a16="http://schemas.microsoft.com/office/drawing/2014/main" id="{F8AE2736-D22A-2EA8-FAA5-F3F0011944C7}"/>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
        <p:nvSpPr>
          <p:cNvPr id="12" name="Content Placeholder 2">
            <a:extLst>
              <a:ext uri="{FF2B5EF4-FFF2-40B4-BE49-F238E27FC236}">
                <a16:creationId xmlns:a16="http://schemas.microsoft.com/office/drawing/2014/main" id="{751DED6F-7439-6293-81A3-3A60464A5427}"/>
              </a:ext>
            </a:extLst>
          </p:cNvPr>
          <p:cNvSpPr txBox="1">
            <a:spLocks/>
          </p:cNvSpPr>
          <p:nvPr/>
        </p:nvSpPr>
        <p:spPr>
          <a:xfrm>
            <a:off x="8541193" y="2175834"/>
            <a:ext cx="3496044" cy="2709226"/>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51" rtl="0" eaLnBrk="1" fontAlgn="auto" latinLnBrk="0" hangingPunct="1">
              <a:lnSpc>
                <a:spcPct val="100000"/>
              </a:lnSpc>
              <a:spcBef>
                <a:spcPct val="20000"/>
              </a:spcBef>
              <a:spcAft>
                <a:spcPts val="0"/>
              </a:spcAft>
              <a:buClr>
                <a:srgbClr val="262626"/>
              </a:buClr>
              <a:buSzPct val="100000"/>
              <a:buFont typeface="Arial" pitchFamily="34" charset="0"/>
              <a:buNone/>
              <a:tabLst/>
              <a:defRPr/>
            </a:pPr>
            <a:endParaRPr kumimoji="0" lang="en-US" sz="2400" b="0" i="0" u="none" strike="noStrike" kern="1200" cap="none" spc="0" normalizeH="0" baseline="0" noProof="0" dirty="0">
              <a:ln>
                <a:noFill/>
              </a:ln>
              <a:solidFill>
                <a:srgbClr val="262626"/>
              </a:solidFill>
              <a:effectLst/>
              <a:uLnTx/>
              <a:uFillTx/>
              <a:latin typeface="Arial"/>
              <a:ea typeface="+mn-ea"/>
              <a:cs typeface="+mn-cs"/>
            </a:endParaRPr>
          </a:p>
        </p:txBody>
      </p:sp>
      <p:sp>
        <p:nvSpPr>
          <p:cNvPr id="5" name="TextBox 4">
            <a:extLst>
              <a:ext uri="{FF2B5EF4-FFF2-40B4-BE49-F238E27FC236}">
                <a16:creationId xmlns:a16="http://schemas.microsoft.com/office/drawing/2014/main" id="{89BBF6D4-2A0A-B6F5-F5C0-DF7CEEAB067A}"/>
              </a:ext>
            </a:extLst>
          </p:cNvPr>
          <p:cNvSpPr txBox="1"/>
          <p:nvPr/>
        </p:nvSpPr>
        <p:spPr>
          <a:xfrm>
            <a:off x="381000" y="914399"/>
            <a:ext cx="10972800" cy="1600438"/>
          </a:xfrm>
          <a:prstGeom prst="rect">
            <a:avLst/>
          </a:prstGeom>
          <a:noFill/>
        </p:spPr>
        <p:txBody>
          <a:bodyPr wrap="square">
            <a:spAutoFit/>
          </a:bodyPr>
          <a:lstStyle/>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srgbClr val="262626"/>
                </a:solidFill>
                <a:effectLst/>
                <a:uLnTx/>
                <a:uFillTx/>
                <a:latin typeface="Arial"/>
                <a:ea typeface="+mn-ea"/>
                <a:cs typeface="+mn-cs"/>
              </a:rPr>
              <a:t>[1]B. Williams, W. Schmus, and D. Dawson, “Transmission voltage recovery delayed by stalled air conditioner compressors,” IEEE Transactions on Power Systems, vol. 7, no. 3, pp. 1173–1181, 1992.</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effectLst/>
                <a:uLnTx/>
                <a:uFillTx/>
                <a:latin typeface="Arial"/>
                <a:ea typeface="+mn-ea"/>
                <a:cs typeface="+mn-cs"/>
              </a:rPr>
              <a:t>[6]R. W. Kenyon, B. Mather, and B.-M. Hodge, “Coupled transmission and distribution simulations to assess distributed generation response to power system faults,” Electric Power Systems Research, vol. 189,p. 106746, 2020. [Online]. Available: </a:t>
            </a:r>
            <a:r>
              <a:rPr kumimoji="0" lang="en-US" sz="1400" i="0" u="none" strike="noStrike" kern="1200" cap="none" spc="0" normalizeH="0" baseline="0" noProof="0" dirty="0">
                <a:ln>
                  <a:noFill/>
                </a:ln>
                <a:effectLst/>
                <a:uLnTx/>
                <a:uFillTx/>
                <a:latin typeface="Arial"/>
                <a:ea typeface="+mn-ea"/>
                <a:cs typeface="+mn-cs"/>
                <a:hlinkClick r:id="rId3">
                  <a:extLst>
                    <a:ext uri="{A12FA001-AC4F-418D-AE19-62706E023703}">
                      <ahyp:hlinkClr xmlns:ahyp="http://schemas.microsoft.com/office/drawing/2018/hyperlinkcolor" val="tx"/>
                    </a:ext>
                  </a:extLst>
                </a:hlinkClick>
              </a:rPr>
              <a:t>https://www.sciencedirect.com/science/article/pii/S0378779620305496</a:t>
            </a:r>
            <a:endParaRPr kumimoji="0" lang="en-US" sz="1400" i="0" u="none" strike="noStrike" kern="1200" cap="none" spc="0" normalizeH="0" baseline="0" noProof="0" dirty="0">
              <a:ln>
                <a:noFill/>
              </a:ln>
              <a:effectLst/>
              <a:uLnTx/>
              <a:uFillTx/>
              <a:latin typeface="Arial"/>
              <a:ea typeface="+mn-ea"/>
              <a:cs typeface="+mn-cs"/>
            </a:endParaRP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effectLst/>
                <a:uLnTx/>
                <a:uFillTx/>
                <a:latin typeface="Arial"/>
                <a:ea typeface="+mn-ea"/>
                <a:cs typeface="+mn-cs"/>
              </a:rPr>
              <a:t>[18]W. Wang, X. Fang, H. Cui, F. Li, Y. Liu, and T. J. Overbye, “Transmission-and-distribution dynamic co-simulation framework </a:t>
            </a:r>
            <a:r>
              <a:rPr kumimoji="0" lang="en-US" sz="1400" i="0" u="none" strike="noStrike" kern="1200" cap="none" spc="0" normalizeH="0" baseline="0" noProof="0" dirty="0" err="1">
                <a:ln>
                  <a:noFill/>
                </a:ln>
                <a:effectLst/>
                <a:uLnTx/>
                <a:uFillTx/>
                <a:latin typeface="Arial"/>
                <a:ea typeface="+mn-ea"/>
                <a:cs typeface="+mn-cs"/>
              </a:rPr>
              <a:t>fordistributed</a:t>
            </a:r>
            <a:r>
              <a:rPr kumimoji="0" lang="en-US" sz="1400" i="0" u="none" strike="noStrike" kern="1200" cap="none" spc="0" normalizeH="0" baseline="0" noProof="0" dirty="0">
                <a:ln>
                  <a:noFill/>
                </a:ln>
                <a:effectLst/>
                <a:uLnTx/>
                <a:uFillTx/>
                <a:latin typeface="Arial"/>
                <a:ea typeface="+mn-ea"/>
                <a:cs typeface="+mn-cs"/>
              </a:rPr>
              <a:t> energy resource frequency response,” IEEE Transactions on Smart Grid, vol. 13, no. 1, pp. 482–495, 2022.</a:t>
            </a:r>
          </a:p>
        </p:txBody>
      </p:sp>
    </p:spTree>
    <p:extLst>
      <p:ext uri="{BB962C8B-B14F-4D97-AF65-F5344CB8AC3E}">
        <p14:creationId xmlns:p14="http://schemas.microsoft.com/office/powerpoint/2010/main" val="1299812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37907-6479-B7BE-A78C-71B3BFE84F8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1351D23-0128-DF91-4201-58187B934112}"/>
              </a:ext>
            </a:extLst>
          </p:cNvPr>
          <p:cNvSpPr/>
          <p:nvPr/>
        </p:nvSpPr>
        <p:spPr>
          <a:xfrm>
            <a:off x="9323596" y="5512888"/>
            <a:ext cx="1241008" cy="13070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205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Title 2">
            <a:extLst>
              <a:ext uri="{FF2B5EF4-FFF2-40B4-BE49-F238E27FC236}">
                <a16:creationId xmlns:a16="http://schemas.microsoft.com/office/drawing/2014/main" id="{F31AA20D-D782-AEAD-8932-CF6D06E46BE3}"/>
              </a:ext>
            </a:extLst>
          </p:cNvPr>
          <p:cNvSpPr>
            <a:spLocks noGrp="1"/>
          </p:cNvSpPr>
          <p:nvPr>
            <p:ph type="title"/>
          </p:nvPr>
        </p:nvSpPr>
        <p:spPr>
          <a:xfrm>
            <a:off x="2095500" y="3200400"/>
            <a:ext cx="8001000" cy="838200"/>
          </a:xfrm>
        </p:spPr>
        <p:txBody>
          <a:bodyPr/>
          <a:lstStyle/>
          <a:p>
            <a:r>
              <a:rPr lang="en-US" altLang="zh-CN" sz="3200" dirty="0"/>
              <a:t>Appendix</a:t>
            </a:r>
            <a:endParaRPr lang="zh-CN" altLang="en-US" sz="3200" dirty="0"/>
          </a:p>
        </p:txBody>
      </p:sp>
      <p:sp>
        <p:nvSpPr>
          <p:cNvPr id="2" name="Slide Number Placeholder 1">
            <a:extLst>
              <a:ext uri="{FF2B5EF4-FFF2-40B4-BE49-F238E27FC236}">
                <a16:creationId xmlns:a16="http://schemas.microsoft.com/office/drawing/2014/main" id="{B019CCDD-9FF9-344F-883F-62F7D8BC842E}"/>
              </a:ext>
            </a:extLst>
          </p:cNvPr>
          <p:cNvSpPr>
            <a:spLocks noGrp="1"/>
          </p:cNvSpPr>
          <p:nvPr>
            <p:ph type="sldNum" sz="quarter" idx="4294967295"/>
          </p:nvPr>
        </p:nvSpPr>
        <p:spPr>
          <a:xfrm>
            <a:off x="10287000" y="6477000"/>
            <a:ext cx="381000" cy="304800"/>
          </a:xfrm>
          <a:prstGeom prst="rect">
            <a:avLst/>
          </a:prstGeom>
        </p:spPr>
        <p:txBody>
          <a:bodyPr/>
          <a:lstStyle/>
          <a:p>
            <a:pPr marL="0" marR="0" lvl="0" indent="0" algn="l"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800" b="0" i="0" u="none" strike="noStrike" kern="1200" cap="none" spc="0" normalizeH="0" baseline="0" noProof="0" smtClean="0">
                <a:ln>
                  <a:noFill/>
                </a:ln>
                <a:solidFill>
                  <a:srgbClr val="262626"/>
                </a:solidFill>
                <a:effectLst/>
                <a:uLnTx/>
                <a:uFillTx/>
                <a:latin typeface="Arial"/>
                <a:ea typeface="+mn-ea"/>
                <a:cs typeface="+mn-cs"/>
              </a:rPr>
              <a:pPr marL="0" marR="0" lvl="0" indent="0" algn="l" defTabSz="912051"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p:sp>
        <p:nvSpPr>
          <p:cNvPr id="4" name="Title 2">
            <a:extLst>
              <a:ext uri="{FF2B5EF4-FFF2-40B4-BE49-F238E27FC236}">
                <a16:creationId xmlns:a16="http://schemas.microsoft.com/office/drawing/2014/main" id="{C94B357C-713D-B8C9-E588-DDD8A336FABC}"/>
              </a:ext>
            </a:extLst>
          </p:cNvPr>
          <p:cNvSpPr txBox="1">
            <a:spLocks/>
          </p:cNvSpPr>
          <p:nvPr/>
        </p:nvSpPr>
        <p:spPr>
          <a:xfrm>
            <a:off x="2590800" y="4572000"/>
            <a:ext cx="7010400" cy="2286000"/>
          </a:xfrm>
          <a:prstGeom prst="rect">
            <a:avLst/>
          </a:prstGeom>
        </p:spPr>
        <p:txBody>
          <a:bodyPr/>
          <a:lstStyle>
            <a:lvl1pPr algn="l" defTabSz="912051" rtl="0" eaLnBrk="1" latinLnBrk="0" hangingPunct="1">
              <a:spcBef>
                <a:spcPct val="0"/>
              </a:spcBef>
              <a:buNone/>
              <a:defRPr sz="2800" b="0" kern="1200">
                <a:solidFill>
                  <a:schemeClr val="bg1"/>
                </a:solidFill>
                <a:latin typeface="+mn-lt"/>
                <a:ea typeface="+mj-ea"/>
                <a:cs typeface="+mj-cs"/>
              </a:defRPr>
            </a:lvl1pPr>
          </a:lstStyle>
          <a:p>
            <a:pPr marL="0" marR="0" lvl="0" indent="0" algn="ctr" defTabSz="912051" rtl="0" eaLnBrk="1" fontAlgn="auto" latinLnBrk="0" hangingPunct="1">
              <a:lnSpc>
                <a:spcPct val="100000"/>
              </a:lnSpc>
              <a:spcBef>
                <a:spcPct val="0"/>
              </a:spcBef>
              <a:spcAft>
                <a:spcPts val="0"/>
              </a:spcAft>
              <a:buClrTx/>
              <a:buSzTx/>
              <a:buFontTx/>
              <a:buNone/>
              <a:tabLst/>
              <a:defRPr/>
            </a:pPr>
            <a:endParaRPr kumimoji="0" lang="en-US" sz="2800" b="0" i="0" u="none" strike="noStrike" kern="1200" cap="none" spc="0" normalizeH="0" baseline="0" noProof="0" dirty="0">
              <a:ln>
                <a:noFill/>
              </a:ln>
              <a:solidFill>
                <a:srgbClr val="FFFFFF"/>
              </a:solidFill>
              <a:effectLst/>
              <a:uLnTx/>
              <a:uFillTx/>
              <a:latin typeface="Arial"/>
              <a:ea typeface="+mj-ea"/>
              <a:cs typeface="+mj-cs"/>
            </a:endParaRPr>
          </a:p>
        </p:txBody>
      </p:sp>
      <p:sp>
        <p:nvSpPr>
          <p:cNvPr id="6" name="Subtitle 2">
            <a:extLst>
              <a:ext uri="{FF2B5EF4-FFF2-40B4-BE49-F238E27FC236}">
                <a16:creationId xmlns:a16="http://schemas.microsoft.com/office/drawing/2014/main" id="{1709521A-537C-CA3C-4635-D76F20792D82}"/>
              </a:ext>
            </a:extLst>
          </p:cNvPr>
          <p:cNvSpPr txBox="1">
            <a:spLocks/>
          </p:cNvSpPr>
          <p:nvPr/>
        </p:nvSpPr>
        <p:spPr bwMode="auto">
          <a:xfrm>
            <a:off x="2313709" y="4876800"/>
            <a:ext cx="7564582" cy="1905000"/>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charset="0"/>
              <a:buNone/>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Teng WANG</a:t>
            </a:r>
          </a:p>
        </p:txBody>
      </p:sp>
    </p:spTree>
    <p:extLst>
      <p:ext uri="{BB962C8B-B14F-4D97-AF65-F5344CB8AC3E}">
        <p14:creationId xmlns:p14="http://schemas.microsoft.com/office/powerpoint/2010/main" val="290051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D0F66-7CD2-3E67-DE54-DF7B5400411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452E92E-5AFD-37B1-D5A1-372E5AB7E65B}"/>
              </a:ext>
            </a:extLst>
          </p:cNvPr>
          <p:cNvPicPr>
            <a:picLocks noChangeAspect="1"/>
          </p:cNvPicPr>
          <p:nvPr/>
        </p:nvPicPr>
        <p:blipFill>
          <a:blip r:embed="rId3"/>
          <a:stretch>
            <a:fillRect/>
          </a:stretch>
        </p:blipFill>
        <p:spPr>
          <a:xfrm>
            <a:off x="6350" y="1013316"/>
            <a:ext cx="4794250" cy="3211286"/>
          </a:xfrm>
          <a:prstGeom prst="rect">
            <a:avLst/>
          </a:prstGeom>
        </p:spPr>
      </p:pic>
      <p:pic>
        <p:nvPicPr>
          <p:cNvPr id="12" name="Picture 11">
            <a:extLst>
              <a:ext uri="{FF2B5EF4-FFF2-40B4-BE49-F238E27FC236}">
                <a16:creationId xmlns:a16="http://schemas.microsoft.com/office/drawing/2014/main" id="{89246651-06FE-274D-895A-0C42A34480E6}"/>
              </a:ext>
            </a:extLst>
          </p:cNvPr>
          <p:cNvPicPr>
            <a:picLocks noChangeAspect="1"/>
          </p:cNvPicPr>
          <p:nvPr/>
        </p:nvPicPr>
        <p:blipFill>
          <a:blip r:embed="rId4"/>
          <a:stretch>
            <a:fillRect/>
          </a:stretch>
        </p:blipFill>
        <p:spPr>
          <a:xfrm>
            <a:off x="4724400" y="914399"/>
            <a:ext cx="7467600" cy="3338020"/>
          </a:xfrm>
          <a:prstGeom prst="rect">
            <a:avLst/>
          </a:prstGeom>
        </p:spPr>
      </p:pic>
      <p:sp>
        <p:nvSpPr>
          <p:cNvPr id="2" name="Title 1">
            <a:extLst>
              <a:ext uri="{FF2B5EF4-FFF2-40B4-BE49-F238E27FC236}">
                <a16:creationId xmlns:a16="http://schemas.microsoft.com/office/drawing/2014/main" id="{490E53BA-A2A5-C5E0-E690-9D9515D9106A}"/>
              </a:ext>
            </a:extLst>
          </p:cNvPr>
          <p:cNvSpPr>
            <a:spLocks noGrp="1"/>
          </p:cNvSpPr>
          <p:nvPr>
            <p:ph type="title"/>
          </p:nvPr>
        </p:nvSpPr>
        <p:spPr/>
        <p:txBody>
          <a:bodyPr>
            <a:normAutofit/>
          </a:bodyPr>
          <a:lstStyle/>
          <a:p>
            <a:r>
              <a:rPr lang="en-US" dirty="0"/>
              <a:t>Case Studies: FIDVR analysis</a:t>
            </a:r>
          </a:p>
        </p:txBody>
      </p:sp>
      <p:sp>
        <p:nvSpPr>
          <p:cNvPr id="4" name="Slide Number Placeholder 3">
            <a:extLst>
              <a:ext uri="{FF2B5EF4-FFF2-40B4-BE49-F238E27FC236}">
                <a16:creationId xmlns:a16="http://schemas.microsoft.com/office/drawing/2014/main" id="{18E2280D-9E19-17B6-12CE-2C5568B88A88}"/>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1AC56F70-3614-9985-9595-8F0F496BDFF1}"/>
                  </a:ext>
                </a:extLst>
              </p:cNvPr>
              <p:cNvGraphicFramePr>
                <a:graphicFrameLocks noGrp="1"/>
              </p:cNvGraphicFramePr>
              <p:nvPr/>
            </p:nvGraphicFramePr>
            <p:xfrm>
              <a:off x="38100" y="4224602"/>
              <a:ext cx="11861798" cy="2881732"/>
            </p:xfrm>
            <a:graphic>
              <a:graphicData uri="http://schemas.openxmlformats.org/drawingml/2006/table">
                <a:tbl>
                  <a:tblPr/>
                  <a:tblGrid>
                    <a:gridCol w="952500">
                      <a:extLst>
                        <a:ext uri="{9D8B030D-6E8A-4147-A177-3AD203B41FA5}">
                          <a16:colId xmlns:a16="http://schemas.microsoft.com/office/drawing/2014/main" val="2280224103"/>
                        </a:ext>
                      </a:extLst>
                    </a:gridCol>
                    <a:gridCol w="2286000">
                      <a:extLst>
                        <a:ext uri="{9D8B030D-6E8A-4147-A177-3AD203B41FA5}">
                          <a16:colId xmlns:a16="http://schemas.microsoft.com/office/drawing/2014/main" val="1686621425"/>
                        </a:ext>
                      </a:extLst>
                    </a:gridCol>
                    <a:gridCol w="1773528">
                      <a:extLst>
                        <a:ext uri="{9D8B030D-6E8A-4147-A177-3AD203B41FA5}">
                          <a16:colId xmlns:a16="http://schemas.microsoft.com/office/drawing/2014/main" val="287803289"/>
                        </a:ext>
                      </a:extLst>
                    </a:gridCol>
                    <a:gridCol w="3424885">
                      <a:extLst>
                        <a:ext uri="{9D8B030D-6E8A-4147-A177-3AD203B41FA5}">
                          <a16:colId xmlns:a16="http://schemas.microsoft.com/office/drawing/2014/main" val="2384568326"/>
                        </a:ext>
                      </a:extLst>
                    </a:gridCol>
                    <a:gridCol w="3424885">
                      <a:extLst>
                        <a:ext uri="{9D8B030D-6E8A-4147-A177-3AD203B41FA5}">
                          <a16:colId xmlns:a16="http://schemas.microsoft.com/office/drawing/2014/main" val="1650049617"/>
                        </a:ext>
                      </a:extLst>
                    </a:gridCol>
                  </a:tblGrid>
                  <a:tr h="271453">
                    <a:tc>
                      <a:txBody>
                        <a:bodyPr/>
                        <a:lstStyle/>
                        <a:p>
                          <a:pPr algn="ctr">
                            <a:buNone/>
                          </a:pPr>
                          <a:r>
                            <a:rPr lang="en-US" sz="1600" b="1" dirty="0">
                              <a:solidFill>
                                <a:schemeClr val="tx1"/>
                              </a:solidFill>
                              <a:effectLst/>
                              <a:latin typeface="+mn-lt"/>
                            </a:rPr>
                            <a:t>Alert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b="1" dirty="0">
                              <a:solidFill>
                                <a:schemeClr val="tx1"/>
                              </a:solidFill>
                              <a:effectLst/>
                              <a:latin typeface="+mn-lt"/>
                            </a:rPr>
                            <a:t>Meaning</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b="1" dirty="0">
                              <a:solidFill>
                                <a:schemeClr val="tx1"/>
                              </a:solidFill>
                              <a:effectLst/>
                              <a:latin typeface="+mn-lt"/>
                            </a:rPr>
                            <a:t>Metric</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b="1" dirty="0">
                              <a:solidFill>
                                <a:schemeClr val="tx1"/>
                              </a:solidFill>
                              <a:effectLst/>
                              <a:latin typeface="+mn-lt"/>
                            </a:rPr>
                            <a:t>Distribution bus 675 result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b="1" dirty="0">
                              <a:solidFill>
                                <a:schemeClr val="tx1"/>
                              </a:solidFill>
                              <a:effectLst/>
                              <a:latin typeface="+mn-lt"/>
                            </a:rPr>
                            <a:t>Transmission bus 14 result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631715"/>
                      </a:ext>
                    </a:extLst>
                  </a:tr>
                  <a:tr h="738590">
                    <a:tc>
                      <a:txBody>
                        <a:bodyPr/>
                        <a:lstStyle/>
                        <a:p>
                          <a:pPr algn="ctr">
                            <a:buNone/>
                          </a:pPr>
                          <a:r>
                            <a:rPr lang="en-US" sz="1600" dirty="0">
                              <a:effectLst/>
                              <a:latin typeface="+mn-lt"/>
                            </a:rPr>
                            <a:t>1</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effectLst/>
                              <a:latin typeface="+mn-lt"/>
                            </a:rPr>
                            <a:t>Fault voltage dip</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14:m>
                            <m:oMath xmlns:m="http://schemas.openxmlformats.org/officeDocument/2006/math">
                              <m:r>
                                <m:rPr>
                                  <m:nor/>
                                </m:rPr>
                                <a:rPr lang="en-US" sz="1600" dirty="0" smtClean="0">
                                  <a:effectLst/>
                                  <a:latin typeface="Cambria Math" panose="02040503050406030204" pitchFamily="18" charset="0"/>
                                </a:rPr>
                                <m:t>V</m:t>
                              </m:r>
                              <m:r>
                                <m:rPr>
                                  <m:nor/>
                                </m:rPr>
                                <a:rPr lang="en-US" sz="1600" dirty="0" smtClean="0">
                                  <a:effectLst/>
                                  <a:latin typeface="+mn-lt"/>
                                </a:rPr>
                                <m:t>oltage</m:t>
                              </m:r>
                              <m:r>
                                <m:rPr>
                                  <m:nor/>
                                </m:rPr>
                                <a:rPr lang="en-US" sz="1600" dirty="0" smtClean="0">
                                  <a:effectLst/>
                                  <a:latin typeface="+mn-lt"/>
                                </a:rPr>
                                <m:t> </m:t>
                              </m:r>
                              <m:r>
                                <m:rPr>
                                  <m:nor/>
                                </m:rPr>
                                <a:rPr lang="en-US" sz="1600" dirty="0" smtClean="0">
                                  <a:effectLst/>
                                  <a:latin typeface="+mn-lt"/>
                                </a:rPr>
                                <m:t>drop</m:t>
                              </m:r>
                              <m:r>
                                <m:rPr>
                                  <m:nor/>
                                </m:rPr>
                                <a:rPr lang="en-US" sz="1600" dirty="0" smtClean="0">
                                  <a:effectLst/>
                                  <a:latin typeface="+mn-lt"/>
                                </a:rPr>
                                <m:t> </m:t>
                              </m:r>
                              <m:r>
                                <a:rPr lang="en-US" sz="1600" i="1" smtClean="0">
                                  <a:effectLst/>
                                  <a:latin typeface="Cambria Math" panose="02040503050406030204" pitchFamily="18" charset="0"/>
                                  <a:ea typeface="Cambria Math" panose="02040503050406030204" pitchFamily="18" charset="0"/>
                                </a:rPr>
                                <m:t>≥</m:t>
                              </m:r>
                              <m:r>
                                <a:rPr lang="en-US" sz="1600" b="0" i="1" smtClean="0">
                                  <a:effectLst/>
                                  <a:latin typeface="Cambria Math" panose="02040503050406030204" pitchFamily="18" charset="0"/>
                                  <a:ea typeface="Cambria Math" panose="02040503050406030204" pitchFamily="18" charset="0"/>
                                </a:rPr>
                                <m:t>0.2 </m:t>
                              </m:r>
                              <m:r>
                                <a:rPr lang="en-US" sz="1600" b="0" i="1" smtClean="0">
                                  <a:effectLst/>
                                  <a:latin typeface="Cambria Math" panose="02040503050406030204" pitchFamily="18" charset="0"/>
                                  <a:ea typeface="Cambria Math" panose="02040503050406030204" pitchFamily="18" charset="0"/>
                                </a:rPr>
                                <m:t>𝑝</m:t>
                              </m:r>
                              <m:r>
                                <a:rPr lang="en-US" sz="1600" b="0" i="1" smtClean="0">
                                  <a:effectLst/>
                                  <a:latin typeface="Cambria Math" panose="02040503050406030204" pitchFamily="18" charset="0"/>
                                  <a:ea typeface="Cambria Math" panose="02040503050406030204" pitchFamily="18" charset="0"/>
                                </a:rPr>
                                <m:t>.</m:t>
                              </m:r>
                              <m:r>
                                <a:rPr lang="en-US" sz="1600" b="0" i="1" smtClean="0">
                                  <a:effectLst/>
                                  <a:latin typeface="Cambria Math" panose="02040503050406030204" pitchFamily="18" charset="0"/>
                                  <a:ea typeface="Cambria Math" panose="02040503050406030204" pitchFamily="18" charset="0"/>
                                </a:rPr>
                                <m:t>𝑢</m:t>
                              </m:r>
                              <m:r>
                                <a:rPr lang="en-US" sz="1600" b="0" i="1" smtClean="0">
                                  <a:effectLst/>
                                  <a:latin typeface="Cambria Math" panose="02040503050406030204" pitchFamily="18" charset="0"/>
                                  <a:ea typeface="Cambria Math" panose="02040503050406030204" pitchFamily="18" charset="0"/>
                                </a:rPr>
                                <m:t>.</m:t>
                              </m:r>
                            </m:oMath>
                          </a14:m>
                          <a:r>
                            <a:rPr lang="en-US" sz="1600" dirty="0">
                              <a:effectLst/>
                              <a:latin typeface="+mn-lt"/>
                            </a:rPr>
                            <a:t>  within 3 cycles</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effectLst/>
                              <a:latin typeface="+mn-lt"/>
                            </a:rPr>
                            <a:t>Triggered at </a:t>
                          </a:r>
                          <a14:m>
                            <m:oMath xmlns:m="http://schemas.openxmlformats.org/officeDocument/2006/math">
                              <m:r>
                                <a:rPr lang="en-US" sz="1600" b="0" i="1" smtClean="0">
                                  <a:effectLst/>
                                  <a:latin typeface="Cambria Math" panose="02040503050406030204" pitchFamily="18" charset="0"/>
                                  <a:ea typeface="Cambria Math" panose="02040503050406030204" pitchFamily="18" charset="0"/>
                                </a:rPr>
                                <m:t>1.01 </m:t>
                              </m:r>
                              <m:r>
                                <a:rPr lang="en-US" sz="1600" b="0" i="1" smtClean="0">
                                  <a:effectLst/>
                                  <a:latin typeface="Cambria Math" panose="02040503050406030204" pitchFamily="18" charset="0"/>
                                  <a:ea typeface="Cambria Math" panose="02040503050406030204" pitchFamily="18" charset="0"/>
                                </a:rPr>
                                <m:t>𝑠</m:t>
                              </m:r>
                            </m:oMath>
                          </a14:m>
                          <a:r>
                            <a:rPr lang="en-US" sz="1600" dirty="0">
                              <a:effectLst/>
                              <a:latin typeface="+mn-lt"/>
                            </a:rPr>
                            <a:t>, voltage dips to </a:t>
                          </a:r>
                          <a14:m>
                            <m:oMath xmlns:m="http://schemas.openxmlformats.org/officeDocument/2006/math">
                              <m:r>
                                <a:rPr lang="en-US" sz="1600" b="0" i="1" smtClean="0">
                                  <a:effectLst/>
                                  <a:latin typeface="Cambria Math" panose="02040503050406030204" pitchFamily="18" charset="0"/>
                                  <a:ea typeface="Cambria Math" panose="02040503050406030204" pitchFamily="18" charset="0"/>
                                </a:rPr>
                                <m:t>0.431 </m:t>
                              </m:r>
                              <m:r>
                                <a:rPr lang="en-US" sz="1600" b="0" i="1" smtClean="0">
                                  <a:effectLst/>
                                  <a:latin typeface="Cambria Math" panose="02040503050406030204" pitchFamily="18" charset="0"/>
                                  <a:ea typeface="Cambria Math" panose="02040503050406030204" pitchFamily="18" charset="0"/>
                                </a:rPr>
                                <m:t>𝑝</m:t>
                              </m:r>
                              <m:r>
                                <a:rPr lang="en-US" sz="1600" b="0" i="1" smtClean="0">
                                  <a:effectLst/>
                                  <a:latin typeface="Cambria Math" panose="02040503050406030204" pitchFamily="18" charset="0"/>
                                  <a:ea typeface="Cambria Math" panose="02040503050406030204" pitchFamily="18" charset="0"/>
                                </a:rPr>
                                <m:t>.</m:t>
                              </m:r>
                              <m:r>
                                <a:rPr lang="en-US" sz="1600" b="0" i="1" smtClean="0">
                                  <a:effectLst/>
                                  <a:latin typeface="Cambria Math" panose="02040503050406030204" pitchFamily="18" charset="0"/>
                                  <a:ea typeface="Cambria Math" panose="02040503050406030204" pitchFamily="18" charset="0"/>
                                </a:rPr>
                                <m:t>𝑢</m:t>
                              </m:r>
                              <m:r>
                                <a:rPr lang="en-US" sz="1600" b="0" i="1" smtClean="0">
                                  <a:effectLst/>
                                  <a:latin typeface="Cambria Math" panose="02040503050406030204" pitchFamily="18" charset="0"/>
                                  <a:ea typeface="Cambria Math" panose="02040503050406030204" pitchFamily="18" charset="0"/>
                                </a:rPr>
                                <m:t>.</m:t>
                              </m:r>
                            </m:oMath>
                          </a14:m>
                          <a:endParaRPr lang="en-US" sz="1600" dirty="0">
                            <a:effectLst/>
                            <a:latin typeface="+mn-lt"/>
                          </a:endParaRP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effectLst/>
                              <a:latin typeface="+mn-lt"/>
                            </a:rPr>
                            <a:t>Triggered at </a:t>
                          </a:r>
                          <a14:m>
                            <m:oMath xmlns:m="http://schemas.openxmlformats.org/officeDocument/2006/math">
                              <m:r>
                                <a:rPr lang="en-US" sz="1600" b="0" i="1" smtClean="0">
                                  <a:effectLst/>
                                  <a:latin typeface="Cambria Math" panose="02040503050406030204" pitchFamily="18" charset="0"/>
                                  <a:ea typeface="Cambria Math" panose="02040503050406030204" pitchFamily="18" charset="0"/>
                                </a:rPr>
                                <m:t>1.005 </m:t>
                              </m:r>
                              <m:r>
                                <a:rPr lang="en-US" sz="1600" b="0" i="1" smtClean="0">
                                  <a:effectLst/>
                                  <a:latin typeface="Cambria Math" panose="02040503050406030204" pitchFamily="18" charset="0"/>
                                  <a:ea typeface="Cambria Math" panose="02040503050406030204" pitchFamily="18" charset="0"/>
                                </a:rPr>
                                <m:t>𝑠</m:t>
                              </m:r>
                            </m:oMath>
                          </a14:m>
                          <a:r>
                            <a:rPr lang="en-US" sz="1600" dirty="0">
                              <a:effectLst/>
                              <a:latin typeface="+mn-lt"/>
                            </a:rPr>
                            <a:t>, voltage dips to </a:t>
                          </a:r>
                          <a14:m>
                            <m:oMath xmlns:m="http://schemas.openxmlformats.org/officeDocument/2006/math">
                              <m:r>
                                <a:rPr lang="en-US" sz="1600" b="0" i="1" smtClean="0">
                                  <a:effectLst/>
                                  <a:latin typeface="Cambria Math" panose="02040503050406030204" pitchFamily="18" charset="0"/>
                                  <a:ea typeface="Cambria Math" panose="02040503050406030204" pitchFamily="18" charset="0"/>
                                </a:rPr>
                                <m:t>0.438 </m:t>
                              </m:r>
                              <m:r>
                                <a:rPr lang="en-US" sz="1600" b="0" i="1" smtClean="0">
                                  <a:effectLst/>
                                  <a:latin typeface="Cambria Math" panose="02040503050406030204" pitchFamily="18" charset="0"/>
                                  <a:ea typeface="Cambria Math" panose="02040503050406030204" pitchFamily="18" charset="0"/>
                                </a:rPr>
                                <m:t>𝑝</m:t>
                              </m:r>
                              <m:r>
                                <a:rPr lang="en-US" sz="1600" b="0" i="1" smtClean="0">
                                  <a:effectLst/>
                                  <a:latin typeface="Cambria Math" panose="02040503050406030204" pitchFamily="18" charset="0"/>
                                  <a:ea typeface="Cambria Math" panose="02040503050406030204" pitchFamily="18" charset="0"/>
                                </a:rPr>
                                <m:t>.</m:t>
                              </m:r>
                              <m:r>
                                <a:rPr lang="en-US" sz="1600" b="0" i="1" smtClean="0">
                                  <a:effectLst/>
                                  <a:latin typeface="Cambria Math" panose="02040503050406030204" pitchFamily="18" charset="0"/>
                                  <a:ea typeface="Cambria Math" panose="02040503050406030204" pitchFamily="18" charset="0"/>
                                </a:rPr>
                                <m:t>𝑢</m:t>
                              </m:r>
                              <m:r>
                                <a:rPr lang="en-US" sz="1600" b="0" i="1" smtClean="0">
                                  <a:effectLst/>
                                  <a:latin typeface="Cambria Math" panose="02040503050406030204" pitchFamily="18" charset="0"/>
                                  <a:ea typeface="Cambria Math" panose="02040503050406030204" pitchFamily="18" charset="0"/>
                                </a:rPr>
                                <m:t>.</m:t>
                              </m:r>
                            </m:oMath>
                          </a14:m>
                          <a:endParaRPr lang="en-US" sz="1600" dirty="0">
                            <a:effectLst/>
                            <a:latin typeface="+mn-lt"/>
                          </a:endParaRP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665500"/>
                      </a:ext>
                    </a:extLst>
                  </a:tr>
                  <a:tr h="701615">
                    <a:tc>
                      <a:txBody>
                        <a:bodyPr/>
                        <a:lstStyle/>
                        <a:p>
                          <a:pPr algn="ctr">
                            <a:buNone/>
                          </a:pPr>
                          <a:r>
                            <a:rPr lang="en-US" sz="1600" dirty="0">
                              <a:effectLst/>
                              <a:latin typeface="+mn-lt"/>
                            </a:rPr>
                            <a:t>2</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effectLst/>
                              <a:latin typeface="+mn-lt"/>
                            </a:rPr>
                            <a:t>Delayed voltage recovery</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14:m>
                            <m:oMathPara xmlns:m="http://schemas.openxmlformats.org/officeDocument/2006/math">
                              <m:oMathParaPr>
                                <m:jc m:val="centerGroup"/>
                              </m:oMathParaPr>
                              <m:oMath xmlns:m="http://schemas.openxmlformats.org/officeDocument/2006/math">
                                <m:r>
                                  <m:rPr>
                                    <m:nor/>
                                  </m:rPr>
                                  <a:rPr lang="en-US" sz="1600" dirty="0" smtClean="0">
                                    <a:effectLst/>
                                    <a:latin typeface="Cambria Math" panose="02040503050406030204" pitchFamily="18" charset="0"/>
                                  </a:rPr>
                                  <m:t>V</m:t>
                                </m:r>
                                <m:r>
                                  <m:rPr>
                                    <m:nor/>
                                  </m:rPr>
                                  <a:rPr lang="en-US" sz="1600" dirty="0" smtClean="0">
                                    <a:effectLst/>
                                    <a:latin typeface="+mn-lt"/>
                                  </a:rPr>
                                  <m:t>oltage</m:t>
                                </m:r>
                                <m:r>
                                  <m:rPr>
                                    <m:nor/>
                                  </m:rPr>
                                  <a:rPr lang="en-US" sz="1600" dirty="0" smtClean="0">
                                    <a:effectLst/>
                                    <a:latin typeface="+mn-lt"/>
                                  </a:rPr>
                                  <m:t> </m:t>
                                </m:r>
                                <m:r>
                                  <m:rPr>
                                    <m:nor/>
                                  </m:rPr>
                                  <a:rPr lang="en-US" sz="1600" dirty="0" smtClean="0">
                                    <a:effectLst/>
                                    <a:latin typeface="+mn-lt"/>
                                  </a:rPr>
                                  <m:t>drop</m:t>
                                </m:r>
                                <m:r>
                                  <m:rPr>
                                    <m:nor/>
                                  </m:rPr>
                                  <a:rPr lang="en-US" sz="1600" dirty="0" smtClean="0">
                                    <a:effectLst/>
                                    <a:latin typeface="+mn-lt"/>
                                  </a:rPr>
                                  <m:t> </m:t>
                                </m:r>
                                <m:r>
                                  <a:rPr lang="en-US" sz="1600" i="1" smtClean="0">
                                    <a:effectLst/>
                                    <a:latin typeface="Cambria Math" panose="02040503050406030204" pitchFamily="18" charset="0"/>
                                    <a:ea typeface="Cambria Math" panose="02040503050406030204" pitchFamily="18" charset="0"/>
                                  </a:rPr>
                                  <m:t>≤</m:t>
                                </m:r>
                                <m:r>
                                  <a:rPr lang="en-US" sz="1600" b="0" i="1" smtClean="0">
                                    <a:effectLst/>
                                    <a:latin typeface="Cambria Math" panose="02040503050406030204" pitchFamily="18" charset="0"/>
                                    <a:ea typeface="Cambria Math" panose="02040503050406030204" pitchFamily="18" charset="0"/>
                                  </a:rPr>
                                  <m:t>0.9 </m:t>
                                </m:r>
                                <m:r>
                                  <a:rPr lang="en-US" sz="1600" b="0" i="1" smtClean="0">
                                    <a:effectLst/>
                                    <a:latin typeface="Cambria Math" panose="02040503050406030204" pitchFamily="18" charset="0"/>
                                    <a:ea typeface="Cambria Math" panose="02040503050406030204" pitchFamily="18" charset="0"/>
                                  </a:rPr>
                                  <m:t>𝑝</m:t>
                                </m:r>
                                <m:r>
                                  <a:rPr lang="en-US" sz="1600" b="0" i="1" smtClean="0">
                                    <a:effectLst/>
                                    <a:latin typeface="Cambria Math" panose="02040503050406030204" pitchFamily="18" charset="0"/>
                                    <a:ea typeface="Cambria Math" panose="02040503050406030204" pitchFamily="18" charset="0"/>
                                  </a:rPr>
                                  <m:t>.</m:t>
                                </m:r>
                                <m:r>
                                  <a:rPr lang="en-US" sz="1600" b="0" i="1" smtClean="0">
                                    <a:effectLst/>
                                    <a:latin typeface="Cambria Math" panose="02040503050406030204" pitchFamily="18" charset="0"/>
                                    <a:ea typeface="Cambria Math" panose="02040503050406030204" pitchFamily="18" charset="0"/>
                                  </a:rPr>
                                  <m:t>𝑢</m:t>
                                </m:r>
                                <m:r>
                                  <a:rPr lang="en-US" sz="1600" b="0" i="1" smtClean="0">
                                    <a:effectLst/>
                                    <a:latin typeface="Cambria Math" panose="02040503050406030204" pitchFamily="18" charset="0"/>
                                    <a:ea typeface="Cambria Math" panose="02040503050406030204" pitchFamily="18" charset="0"/>
                                  </a:rPr>
                                  <m:t>. </m:t>
                                </m:r>
                                <m:r>
                                  <a:rPr lang="en-US" sz="1600" b="0" i="1" smtClean="0">
                                    <a:effectLst/>
                                    <a:latin typeface="Cambria Math" panose="02040503050406030204" pitchFamily="18" charset="0"/>
                                    <a:ea typeface="Cambria Math" panose="02040503050406030204" pitchFamily="18" charset="0"/>
                                  </a:rPr>
                                  <m:t>𝑓𝑜𝑟</m:t>
                                </m:r>
                                <m:r>
                                  <a:rPr lang="en-US" sz="1600" b="0" i="1" smtClean="0">
                                    <a:effectLst/>
                                    <a:latin typeface="Cambria Math" panose="02040503050406030204" pitchFamily="18" charset="0"/>
                                    <a:ea typeface="Cambria Math" panose="02040503050406030204" pitchFamily="18" charset="0"/>
                                  </a:rPr>
                                  <m:t> </m:t>
                                </m:r>
                                <m:r>
                                  <a:rPr lang="en-US" sz="1600" b="0" i="1" smtClean="0">
                                    <a:effectLst/>
                                    <a:latin typeface="Cambria Math" panose="02040503050406030204" pitchFamily="18" charset="0"/>
                                    <a:ea typeface="Cambria Math" panose="02040503050406030204" pitchFamily="18" charset="0"/>
                                  </a:rPr>
                                  <m:t>𝑡</m:t>
                                </m:r>
                                <m:r>
                                  <a:rPr lang="en-US" sz="1600" b="0" i="1" smtClean="0">
                                    <a:effectLst/>
                                    <a:latin typeface="Cambria Math" panose="02040503050406030204" pitchFamily="18" charset="0"/>
                                    <a:ea typeface="Cambria Math" panose="02040503050406030204" pitchFamily="18" charset="0"/>
                                  </a:rPr>
                                  <m:t> ≥5 </m:t>
                                </m:r>
                                <m:r>
                                  <a:rPr lang="en-US" sz="1600" b="0" i="1" smtClean="0">
                                    <a:effectLst/>
                                    <a:latin typeface="Cambria Math" panose="02040503050406030204" pitchFamily="18" charset="0"/>
                                    <a:ea typeface="Cambria Math" panose="02040503050406030204" pitchFamily="18" charset="0"/>
                                  </a:rPr>
                                  <m:t>𝑠</m:t>
                                </m:r>
                              </m:oMath>
                            </m:oMathPara>
                          </a14:m>
                          <a:endParaRPr lang="en-US" sz="1600" dirty="0">
                            <a:effectLst/>
                            <a:latin typeface="+mn-lt"/>
                          </a:endParaRP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effectLst/>
                              <a:latin typeface="+mn-lt"/>
                            </a:rPr>
                            <a:t>Triggered at </a:t>
                          </a:r>
                          <a14:m>
                            <m:oMath xmlns:m="http://schemas.openxmlformats.org/officeDocument/2006/math">
                              <m:r>
                                <a:rPr lang="en-US" sz="1600" b="0" i="1" smtClean="0">
                                  <a:effectLst/>
                                  <a:latin typeface="Cambria Math" panose="02040503050406030204" pitchFamily="18" charset="0"/>
                                  <a:ea typeface="Cambria Math" panose="02040503050406030204" pitchFamily="18" charset="0"/>
                                </a:rPr>
                                <m:t>6.01 </m:t>
                              </m:r>
                              <m:r>
                                <a:rPr lang="en-US" sz="1600" b="0" i="1" smtClean="0">
                                  <a:effectLst/>
                                  <a:latin typeface="Cambria Math" panose="02040503050406030204" pitchFamily="18" charset="0"/>
                                  <a:ea typeface="Cambria Math" panose="02040503050406030204" pitchFamily="18" charset="0"/>
                                </a:rPr>
                                <m:t>𝑠</m:t>
                              </m:r>
                            </m:oMath>
                          </a14:m>
                          <a:endParaRPr lang="en-US" sz="1600" dirty="0">
                            <a:effectLst/>
                            <a:latin typeface="+mn-lt"/>
                          </a:endParaRP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effectLst/>
                              <a:latin typeface="+mn-lt"/>
                            </a:rPr>
                            <a:t>Not triggered, voltage recovered quickly</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2966814"/>
                      </a:ext>
                    </a:extLst>
                  </a:tr>
                  <a:tr h="921740">
                    <a:tc>
                      <a:txBody>
                        <a:bodyPr/>
                        <a:lstStyle/>
                        <a:p>
                          <a:pPr algn="ctr">
                            <a:buNone/>
                          </a:pPr>
                          <a:r>
                            <a:rPr lang="en-US" sz="1600" dirty="0">
                              <a:effectLst/>
                              <a:latin typeface="+mn-lt"/>
                            </a:rPr>
                            <a:t>3</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effectLst/>
                              <a:latin typeface="+mn-lt"/>
                            </a:rPr>
                            <a:t>Voltage recovery overshoot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2051"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nor/>
                                  </m:rPr>
                                  <a:rPr lang="en-US" sz="1600" dirty="0" smtClean="0">
                                    <a:effectLst/>
                                    <a:latin typeface="Cambria Math" panose="02040503050406030204" pitchFamily="18" charset="0"/>
                                  </a:rPr>
                                  <m:t>V</m:t>
                                </m:r>
                                <m:r>
                                  <m:rPr>
                                    <m:nor/>
                                  </m:rPr>
                                  <a:rPr lang="en-US" sz="1600" dirty="0" smtClean="0">
                                    <a:effectLst/>
                                    <a:latin typeface="+mn-lt"/>
                                  </a:rPr>
                                  <m:t>oltage</m:t>
                                </m:r>
                                <m:r>
                                  <m:rPr>
                                    <m:nor/>
                                  </m:rPr>
                                  <a:rPr lang="en-US" sz="1600" dirty="0" smtClean="0">
                                    <a:effectLst/>
                                    <a:latin typeface="+mn-lt"/>
                                  </a:rPr>
                                  <m:t> </m:t>
                                </m:r>
                                <m:r>
                                  <m:rPr>
                                    <m:nor/>
                                  </m:rPr>
                                  <a:rPr lang="en-US" sz="1600" b="0" i="0" dirty="0" smtClean="0">
                                    <a:effectLst/>
                                    <a:latin typeface="+mn-lt"/>
                                  </a:rPr>
                                  <m:t>recovers</m:t>
                                </m:r>
                                <m:r>
                                  <a:rPr lang="en-US" sz="1600" i="1" smtClean="0">
                                    <a:effectLst/>
                                    <a:latin typeface="Cambria Math" panose="02040503050406030204" pitchFamily="18" charset="0"/>
                                    <a:ea typeface="Cambria Math" panose="02040503050406030204" pitchFamily="18" charset="0"/>
                                  </a:rPr>
                                  <m:t>≥</m:t>
                                </m:r>
                                <m:r>
                                  <a:rPr lang="en-US" sz="1600" b="0" i="1" smtClean="0">
                                    <a:effectLst/>
                                    <a:latin typeface="Cambria Math" panose="02040503050406030204" pitchFamily="18" charset="0"/>
                                    <a:ea typeface="Cambria Math" panose="02040503050406030204" pitchFamily="18" charset="0"/>
                                  </a:rPr>
                                  <m:t>1.05 </m:t>
                                </m:r>
                                <m:r>
                                  <a:rPr lang="en-US" sz="1600" b="0" i="1" smtClean="0">
                                    <a:effectLst/>
                                    <a:latin typeface="Cambria Math" panose="02040503050406030204" pitchFamily="18" charset="0"/>
                                    <a:ea typeface="Cambria Math" panose="02040503050406030204" pitchFamily="18" charset="0"/>
                                  </a:rPr>
                                  <m:t>𝑝</m:t>
                                </m:r>
                                <m:r>
                                  <a:rPr lang="en-US" sz="1600" b="0" i="1" smtClean="0">
                                    <a:effectLst/>
                                    <a:latin typeface="Cambria Math" panose="02040503050406030204" pitchFamily="18" charset="0"/>
                                    <a:ea typeface="Cambria Math" panose="02040503050406030204" pitchFamily="18" charset="0"/>
                                  </a:rPr>
                                  <m:t>.</m:t>
                                </m:r>
                                <m:r>
                                  <a:rPr lang="en-US" sz="1600" b="0" i="1" smtClean="0">
                                    <a:effectLst/>
                                    <a:latin typeface="Cambria Math" panose="02040503050406030204" pitchFamily="18" charset="0"/>
                                    <a:ea typeface="Cambria Math" panose="02040503050406030204" pitchFamily="18" charset="0"/>
                                  </a:rPr>
                                  <m:t>𝑢</m:t>
                                </m:r>
                                <m:r>
                                  <a:rPr lang="en-US" sz="1600" b="0" i="1" smtClean="0">
                                    <a:effectLst/>
                                    <a:latin typeface="Cambria Math" panose="02040503050406030204" pitchFamily="18" charset="0"/>
                                    <a:ea typeface="Cambria Math" panose="02040503050406030204" pitchFamily="18" charset="0"/>
                                  </a:rPr>
                                  <m:t>. </m:t>
                                </m:r>
                                <m:r>
                                  <a:rPr lang="en-US" sz="1600" b="0" i="1" smtClean="0">
                                    <a:effectLst/>
                                    <a:latin typeface="Cambria Math" panose="02040503050406030204" pitchFamily="18" charset="0"/>
                                    <a:ea typeface="Cambria Math" panose="02040503050406030204" pitchFamily="18" charset="0"/>
                                  </a:rPr>
                                  <m:t>𝑓𝑜𝑟</m:t>
                                </m:r>
                                <m:r>
                                  <a:rPr lang="en-US" sz="1600" b="0" i="1" smtClean="0">
                                    <a:effectLst/>
                                    <a:latin typeface="Cambria Math" panose="02040503050406030204" pitchFamily="18" charset="0"/>
                                    <a:ea typeface="Cambria Math" panose="02040503050406030204" pitchFamily="18" charset="0"/>
                                  </a:rPr>
                                  <m:t> </m:t>
                                </m:r>
                                <m:r>
                                  <a:rPr lang="en-US" sz="1600" b="0" i="1" smtClean="0">
                                    <a:effectLst/>
                                    <a:latin typeface="Cambria Math" panose="02040503050406030204" pitchFamily="18" charset="0"/>
                                    <a:ea typeface="Cambria Math" panose="02040503050406030204" pitchFamily="18" charset="0"/>
                                  </a:rPr>
                                  <m:t>𝑡</m:t>
                                </m:r>
                                <m:r>
                                  <a:rPr lang="en-US" sz="1600" b="0" i="1" smtClean="0">
                                    <a:effectLst/>
                                    <a:latin typeface="Cambria Math" panose="02040503050406030204" pitchFamily="18" charset="0"/>
                                    <a:ea typeface="Cambria Math" panose="02040503050406030204" pitchFamily="18" charset="0"/>
                                  </a:rPr>
                                  <m:t> ≥1 </m:t>
                                </m:r>
                                <m:r>
                                  <a:rPr lang="en-US" sz="1600" b="0" i="1" smtClean="0">
                                    <a:effectLst/>
                                    <a:latin typeface="Cambria Math" panose="02040503050406030204" pitchFamily="18" charset="0"/>
                                    <a:ea typeface="Cambria Math" panose="02040503050406030204" pitchFamily="18" charset="0"/>
                                  </a:rPr>
                                  <m:t>𝑠</m:t>
                                </m:r>
                                <m:r>
                                  <a:rPr lang="en-US" sz="1600" b="0" i="1" smtClean="0">
                                    <a:effectLst/>
                                    <a:latin typeface="Cambria Math" panose="02040503050406030204" pitchFamily="18" charset="0"/>
                                    <a:ea typeface="Cambria Math" panose="02040503050406030204" pitchFamily="18" charset="0"/>
                                  </a:rPr>
                                  <m:t> </m:t>
                                </m:r>
                                <m:r>
                                  <a:rPr lang="en-US" sz="1600" b="0" i="1" smtClean="0">
                                    <a:effectLst/>
                                    <a:latin typeface="Cambria Math" panose="02040503050406030204" pitchFamily="18" charset="0"/>
                                    <a:ea typeface="Cambria Math" panose="02040503050406030204" pitchFamily="18" charset="0"/>
                                  </a:rPr>
                                  <m:t>𝑤𝑖𝑡h𝑖𝑛</m:t>
                                </m:r>
                                <m:r>
                                  <a:rPr lang="en-US" sz="1600" b="0" i="1" smtClean="0">
                                    <a:effectLst/>
                                    <a:latin typeface="Cambria Math" panose="02040503050406030204" pitchFamily="18" charset="0"/>
                                    <a:ea typeface="Cambria Math" panose="02040503050406030204" pitchFamily="18" charset="0"/>
                                  </a:rPr>
                                  <m:t> 30</m:t>
                                </m:r>
                                <m:r>
                                  <a:rPr lang="en-US" sz="1600" b="0" i="1" smtClean="0">
                                    <a:effectLst/>
                                    <a:latin typeface="Cambria Math" panose="02040503050406030204" pitchFamily="18" charset="0"/>
                                    <a:ea typeface="Cambria Math" panose="02040503050406030204" pitchFamily="18" charset="0"/>
                                  </a:rPr>
                                  <m:t>𝑠</m:t>
                                </m:r>
                              </m:oMath>
                            </m:oMathPara>
                          </a14:m>
                          <a:endParaRPr lang="en-US" sz="1600" dirty="0">
                            <a:effectLst/>
                            <a:latin typeface="+mn-lt"/>
                          </a:endParaRPr>
                        </a:p>
                        <a:p>
                          <a:pPr algn="ctr">
                            <a:buNone/>
                          </a:pPr>
                          <a:endParaRPr lang="en-US" sz="1600" dirty="0">
                            <a:effectLst/>
                            <a:latin typeface="+mn-lt"/>
                          </a:endParaRP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600" dirty="0">
                            <a:latin typeface="+mn-lt"/>
                          </a:endParaRPr>
                        </a:p>
                      </a:txBody>
                      <a:tcPr marL="68231" marR="68231" marT="34115" marB="3411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latin typeface="+mn-lt"/>
                          </a:endParaRPr>
                        </a:p>
                      </a:txBody>
                      <a:tcPr marL="68231" marR="68231" marT="34115" marB="3411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3032594"/>
                      </a:ext>
                    </a:extLst>
                  </a:tr>
                </a:tbl>
              </a:graphicData>
            </a:graphic>
          </p:graphicFrame>
        </mc:Choice>
        <mc:Fallback xmlns="">
          <p:graphicFrame>
            <p:nvGraphicFramePr>
              <p:cNvPr id="13" name="Table 12">
                <a:extLst>
                  <a:ext uri="{FF2B5EF4-FFF2-40B4-BE49-F238E27FC236}">
                    <a16:creationId xmlns:a16="http://schemas.microsoft.com/office/drawing/2014/main" id="{5D8A09C6-1D26-B514-B462-DC905648FCA6}"/>
                  </a:ext>
                </a:extLst>
              </p:cNvPr>
              <p:cNvGraphicFramePr>
                <a:graphicFrameLocks noGrp="1"/>
              </p:cNvGraphicFramePr>
              <p:nvPr>
                <p:extLst>
                  <p:ext uri="{D42A27DB-BD31-4B8C-83A1-F6EECF244321}">
                    <p14:modId xmlns:p14="http://schemas.microsoft.com/office/powerpoint/2010/main" val="1000867327"/>
                  </p:ext>
                </p:extLst>
              </p:nvPr>
            </p:nvGraphicFramePr>
            <p:xfrm>
              <a:off x="38100" y="4224602"/>
              <a:ext cx="11861798" cy="2917102"/>
            </p:xfrm>
            <a:graphic>
              <a:graphicData uri="http://schemas.openxmlformats.org/drawingml/2006/table">
                <a:tbl>
                  <a:tblPr/>
                  <a:tblGrid>
                    <a:gridCol w="952500">
                      <a:extLst>
                        <a:ext uri="{9D8B030D-6E8A-4147-A177-3AD203B41FA5}">
                          <a16:colId xmlns:a16="http://schemas.microsoft.com/office/drawing/2014/main" val="2280224103"/>
                        </a:ext>
                      </a:extLst>
                    </a:gridCol>
                    <a:gridCol w="2286000">
                      <a:extLst>
                        <a:ext uri="{9D8B030D-6E8A-4147-A177-3AD203B41FA5}">
                          <a16:colId xmlns:a16="http://schemas.microsoft.com/office/drawing/2014/main" val="1686621425"/>
                        </a:ext>
                      </a:extLst>
                    </a:gridCol>
                    <a:gridCol w="1773528">
                      <a:extLst>
                        <a:ext uri="{9D8B030D-6E8A-4147-A177-3AD203B41FA5}">
                          <a16:colId xmlns:a16="http://schemas.microsoft.com/office/drawing/2014/main" val="287803289"/>
                        </a:ext>
                      </a:extLst>
                    </a:gridCol>
                    <a:gridCol w="3424885">
                      <a:extLst>
                        <a:ext uri="{9D8B030D-6E8A-4147-A177-3AD203B41FA5}">
                          <a16:colId xmlns:a16="http://schemas.microsoft.com/office/drawing/2014/main" val="2384568326"/>
                        </a:ext>
                      </a:extLst>
                    </a:gridCol>
                    <a:gridCol w="3424885">
                      <a:extLst>
                        <a:ext uri="{9D8B030D-6E8A-4147-A177-3AD203B41FA5}">
                          <a16:colId xmlns:a16="http://schemas.microsoft.com/office/drawing/2014/main" val="1650049617"/>
                        </a:ext>
                      </a:extLst>
                    </a:gridCol>
                  </a:tblGrid>
                  <a:tr h="300698">
                    <a:tc>
                      <a:txBody>
                        <a:bodyPr/>
                        <a:lstStyle/>
                        <a:p>
                          <a:pPr algn="ctr">
                            <a:buNone/>
                          </a:pPr>
                          <a:r>
                            <a:rPr lang="en-US" sz="1600" b="1" dirty="0">
                              <a:solidFill>
                                <a:schemeClr val="tx1"/>
                              </a:solidFill>
                              <a:effectLst/>
                              <a:latin typeface="+mn-lt"/>
                            </a:rPr>
                            <a:t>Alert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b="1" dirty="0">
                              <a:solidFill>
                                <a:schemeClr val="tx1"/>
                              </a:solidFill>
                              <a:effectLst/>
                              <a:latin typeface="+mn-lt"/>
                            </a:rPr>
                            <a:t>Meaning</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b="1" dirty="0">
                              <a:solidFill>
                                <a:schemeClr val="tx1"/>
                              </a:solidFill>
                              <a:effectLst/>
                              <a:latin typeface="+mn-lt"/>
                            </a:rPr>
                            <a:t>Metric</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b="1" dirty="0">
                              <a:solidFill>
                                <a:schemeClr val="tx1"/>
                              </a:solidFill>
                              <a:effectLst/>
                              <a:latin typeface="+mn-lt"/>
                            </a:rPr>
                            <a:t>Distribution bus 675 result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b="1" dirty="0">
                              <a:solidFill>
                                <a:schemeClr val="tx1"/>
                              </a:solidFill>
                              <a:effectLst/>
                              <a:latin typeface="+mn-lt"/>
                            </a:rPr>
                            <a:t>Transmission bus 14 result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9631715"/>
                      </a:ext>
                    </a:extLst>
                  </a:tr>
                  <a:tr h="818160">
                    <a:tc>
                      <a:txBody>
                        <a:bodyPr/>
                        <a:lstStyle/>
                        <a:p>
                          <a:pPr algn="ctr">
                            <a:buNone/>
                          </a:pPr>
                          <a:r>
                            <a:rPr lang="en-US" sz="1600" dirty="0">
                              <a:effectLst/>
                              <a:latin typeface="+mn-lt"/>
                            </a:rPr>
                            <a:t>1</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effectLst/>
                              <a:latin typeface="+mn-lt"/>
                            </a:rPr>
                            <a:t>Fault voltage dip</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82818" t="-40741" r="-386598" b="-218519"/>
                          </a:stretch>
                        </a:blipFill>
                      </a:tcPr>
                    </a:tc>
                    <a:tc>
                      <a:txBody>
                        <a:bodyPr/>
                        <a:lstStyle/>
                        <a:p>
                          <a:endParaRPr lang="en-US"/>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6441" t="-40741" r="-100178" b="-218519"/>
                          </a:stretch>
                        </a:blipFill>
                      </a:tcPr>
                    </a:tc>
                    <a:tc>
                      <a:txBody>
                        <a:bodyPr/>
                        <a:lstStyle/>
                        <a:p>
                          <a:endParaRPr lang="en-US"/>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246441" t="-40741" r="-178" b="-218519"/>
                          </a:stretch>
                        </a:blipFill>
                      </a:tcPr>
                    </a:tc>
                    <a:extLst>
                      <a:ext uri="{0D108BD9-81ED-4DB2-BD59-A6C34878D82A}">
                        <a16:rowId xmlns:a16="http://schemas.microsoft.com/office/drawing/2014/main" val="1420665500"/>
                      </a:ext>
                    </a:extLst>
                  </a:tr>
                  <a:tr h="777202">
                    <a:tc>
                      <a:txBody>
                        <a:bodyPr/>
                        <a:lstStyle/>
                        <a:p>
                          <a:pPr algn="ctr">
                            <a:buNone/>
                          </a:pPr>
                          <a:r>
                            <a:rPr lang="en-US" sz="1600" dirty="0">
                              <a:effectLst/>
                              <a:latin typeface="+mn-lt"/>
                            </a:rPr>
                            <a:t>2</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effectLst/>
                              <a:latin typeface="+mn-lt"/>
                            </a:rPr>
                            <a:t>Delayed voltage recovery</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82818" t="-149606" r="-386598" b="-132283"/>
                          </a:stretch>
                        </a:blipFill>
                      </a:tcPr>
                    </a:tc>
                    <a:tc>
                      <a:txBody>
                        <a:bodyPr/>
                        <a:lstStyle/>
                        <a:p>
                          <a:endParaRPr lang="en-US"/>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46441" t="-149606" r="-100178" b="-132283"/>
                          </a:stretch>
                        </a:blipFill>
                      </a:tcPr>
                    </a:tc>
                    <a:tc>
                      <a:txBody>
                        <a:bodyPr/>
                        <a:lstStyle/>
                        <a:p>
                          <a:pPr algn="ctr">
                            <a:buNone/>
                          </a:pPr>
                          <a:r>
                            <a:rPr lang="en-US" sz="1600" dirty="0">
                              <a:effectLst/>
                              <a:latin typeface="+mn-lt"/>
                            </a:rPr>
                            <a:t>Not triggered, voltage recovered quickly</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2966814"/>
                      </a:ext>
                    </a:extLst>
                  </a:tr>
                  <a:tr h="1021042">
                    <a:tc>
                      <a:txBody>
                        <a:bodyPr/>
                        <a:lstStyle/>
                        <a:p>
                          <a:pPr algn="ctr">
                            <a:buNone/>
                          </a:pPr>
                          <a:r>
                            <a:rPr lang="en-US" sz="1600" dirty="0">
                              <a:effectLst/>
                              <a:latin typeface="+mn-lt"/>
                            </a:rPr>
                            <a:t>3</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effectLst/>
                              <a:latin typeface="+mn-lt"/>
                            </a:rPr>
                            <a:t>Voltage recovery overshoot</a:t>
                          </a:r>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28429" marR="28429" marT="28429" marB="28429"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82818" t="-188690" r="-386598"/>
                          </a:stretch>
                        </a:blipFill>
                      </a:tcPr>
                    </a:tc>
                    <a:tc>
                      <a:txBody>
                        <a:bodyPr/>
                        <a:lstStyle/>
                        <a:p>
                          <a:pPr algn="ctr"/>
                          <a:endParaRPr lang="en-US" sz="1600" dirty="0">
                            <a:latin typeface="+mn-lt"/>
                          </a:endParaRPr>
                        </a:p>
                      </a:txBody>
                      <a:tcPr marL="68231" marR="68231" marT="34115" marB="3411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dirty="0">
                            <a:latin typeface="+mn-lt"/>
                          </a:endParaRPr>
                        </a:p>
                      </a:txBody>
                      <a:tcPr marL="68231" marR="68231" marT="34115" marB="3411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53032594"/>
                      </a:ext>
                    </a:extLst>
                  </a:tr>
                </a:tbl>
              </a:graphicData>
            </a:graphic>
          </p:graphicFrame>
        </mc:Fallback>
      </mc:AlternateContent>
      <p:grpSp>
        <p:nvGrpSpPr>
          <p:cNvPr id="14" name="Group 13">
            <a:extLst>
              <a:ext uri="{FF2B5EF4-FFF2-40B4-BE49-F238E27FC236}">
                <a16:creationId xmlns:a16="http://schemas.microsoft.com/office/drawing/2014/main" id="{7EB0FAC1-AD40-91DC-380D-D0D1A2A1A207}"/>
              </a:ext>
            </a:extLst>
          </p:cNvPr>
          <p:cNvGrpSpPr/>
          <p:nvPr/>
        </p:nvGrpSpPr>
        <p:grpSpPr>
          <a:xfrm>
            <a:off x="152400" y="914396"/>
            <a:ext cx="3733801" cy="387570"/>
            <a:chOff x="5094072" y="3448350"/>
            <a:chExt cx="4130040" cy="422604"/>
          </a:xfrm>
        </p:grpSpPr>
        <p:sp>
          <p:nvSpPr>
            <p:cNvPr id="15" name="Rectangle: Rounded Corners 14">
              <a:extLst>
                <a:ext uri="{FF2B5EF4-FFF2-40B4-BE49-F238E27FC236}">
                  <a16:creationId xmlns:a16="http://schemas.microsoft.com/office/drawing/2014/main" id="{CB9E5F10-B734-B27B-7F30-62CB12849BAF}"/>
                </a:ext>
              </a:extLst>
            </p:cNvPr>
            <p:cNvSpPr/>
            <p:nvPr/>
          </p:nvSpPr>
          <p:spPr>
            <a:xfrm>
              <a:off x="5094072" y="3448350"/>
              <a:ext cx="4085009"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205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6" name="TextBox 15">
              <a:extLst>
                <a:ext uri="{FF2B5EF4-FFF2-40B4-BE49-F238E27FC236}">
                  <a16:creationId xmlns:a16="http://schemas.microsoft.com/office/drawing/2014/main" id="{0269C154-E091-B119-33D8-C5448134E25E}"/>
                </a:ext>
              </a:extLst>
            </p:cNvPr>
            <p:cNvSpPr txBox="1"/>
            <p:nvPr/>
          </p:nvSpPr>
          <p:spPr>
            <a:xfrm>
              <a:off x="5094072" y="3468237"/>
              <a:ext cx="4130040" cy="402717"/>
            </a:xfrm>
            <a:prstGeom prst="rect">
              <a:avLst/>
            </a:prstGeom>
            <a:noFill/>
          </p:spPr>
          <p:txBody>
            <a:bodyPr wrap="square">
              <a:spAutoFit/>
            </a:bodyPr>
            <a:lstStyle/>
            <a:p>
              <a:pPr marL="0" marR="0" lvl="0" indent="0" algn="ctr" defTabSz="912051"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Transmission bus voltage alert</a:t>
              </a:r>
            </a:p>
          </p:txBody>
        </p:sp>
      </p:grpSp>
      <p:grpSp>
        <p:nvGrpSpPr>
          <p:cNvPr id="17" name="Group 16">
            <a:extLst>
              <a:ext uri="{FF2B5EF4-FFF2-40B4-BE49-F238E27FC236}">
                <a16:creationId xmlns:a16="http://schemas.microsoft.com/office/drawing/2014/main" id="{48351B0E-CB38-26F8-B3BA-115D33253449}"/>
              </a:ext>
            </a:extLst>
          </p:cNvPr>
          <p:cNvGrpSpPr/>
          <p:nvPr/>
        </p:nvGrpSpPr>
        <p:grpSpPr>
          <a:xfrm>
            <a:off x="8991600" y="947747"/>
            <a:ext cx="3733801" cy="387570"/>
            <a:chOff x="5094072" y="3448350"/>
            <a:chExt cx="4130040" cy="422604"/>
          </a:xfrm>
        </p:grpSpPr>
        <p:sp>
          <p:nvSpPr>
            <p:cNvPr id="18" name="Rectangle: Rounded Corners 17">
              <a:extLst>
                <a:ext uri="{FF2B5EF4-FFF2-40B4-BE49-F238E27FC236}">
                  <a16:creationId xmlns:a16="http://schemas.microsoft.com/office/drawing/2014/main" id="{F62E0E96-9A69-D079-FECC-E77F61ABF5E4}"/>
                </a:ext>
              </a:extLst>
            </p:cNvPr>
            <p:cNvSpPr/>
            <p:nvPr/>
          </p:nvSpPr>
          <p:spPr>
            <a:xfrm>
              <a:off x="5094072" y="3448350"/>
              <a:ext cx="4085009"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2051"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9" name="TextBox 18">
              <a:extLst>
                <a:ext uri="{FF2B5EF4-FFF2-40B4-BE49-F238E27FC236}">
                  <a16:creationId xmlns:a16="http://schemas.microsoft.com/office/drawing/2014/main" id="{8346950F-EDD4-4A61-5932-B5EE6819D3B8}"/>
                </a:ext>
              </a:extLst>
            </p:cNvPr>
            <p:cNvSpPr txBox="1"/>
            <p:nvPr/>
          </p:nvSpPr>
          <p:spPr>
            <a:xfrm>
              <a:off x="5094072" y="3468237"/>
              <a:ext cx="4130040" cy="402717"/>
            </a:xfrm>
            <a:prstGeom prst="rect">
              <a:avLst/>
            </a:prstGeom>
            <a:noFill/>
          </p:spPr>
          <p:txBody>
            <a:bodyPr wrap="square">
              <a:spAutoFit/>
            </a:bodyPr>
            <a:lstStyle/>
            <a:p>
              <a:pPr marL="0" marR="0" lvl="0" indent="0" algn="ctr" defTabSz="912051"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Distribution alert</a:t>
              </a:r>
            </a:p>
          </p:txBody>
        </p:sp>
      </p:grpSp>
    </p:spTree>
    <p:extLst>
      <p:ext uri="{BB962C8B-B14F-4D97-AF65-F5344CB8AC3E}">
        <p14:creationId xmlns:p14="http://schemas.microsoft.com/office/powerpoint/2010/main" val="712548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B7F3C-B196-1034-219A-FC5DDB4EE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7AF48-8552-16FF-3650-B342E0ABB964}"/>
              </a:ext>
            </a:extLst>
          </p:cNvPr>
          <p:cNvSpPr>
            <a:spLocks noGrp="1"/>
          </p:cNvSpPr>
          <p:nvPr>
            <p:ph type="title"/>
          </p:nvPr>
        </p:nvSpPr>
        <p:spPr/>
        <p:txBody>
          <a:bodyPr>
            <a:normAutofit/>
          </a:bodyPr>
          <a:lstStyle/>
          <a:p>
            <a:r>
              <a:rPr lang="en-US" altLang="zh-CN" dirty="0"/>
              <a:t>Appendix: l</a:t>
            </a:r>
            <a:r>
              <a:rPr lang="en-US" dirty="0"/>
              <a:t>iterature review</a:t>
            </a:r>
          </a:p>
        </p:txBody>
      </p:sp>
      <p:sp>
        <p:nvSpPr>
          <p:cNvPr id="4" name="Slide Number Placeholder 3">
            <a:extLst>
              <a:ext uri="{FF2B5EF4-FFF2-40B4-BE49-F238E27FC236}">
                <a16:creationId xmlns:a16="http://schemas.microsoft.com/office/drawing/2014/main" id="{7589FE7B-CD2E-B939-1058-F05D53333621}"/>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graphicFrame>
        <p:nvGraphicFramePr>
          <p:cNvPr id="3" name="표 5">
            <a:extLst>
              <a:ext uri="{FF2B5EF4-FFF2-40B4-BE49-F238E27FC236}">
                <a16:creationId xmlns:a16="http://schemas.microsoft.com/office/drawing/2014/main" id="{5055E375-8977-D3F5-8A5B-A82C1DFF4E86}"/>
              </a:ext>
            </a:extLst>
          </p:cNvPr>
          <p:cNvGraphicFramePr>
            <a:graphicFrameLocks noGrp="1"/>
          </p:cNvGraphicFramePr>
          <p:nvPr/>
        </p:nvGraphicFramePr>
        <p:xfrm>
          <a:off x="0" y="925886"/>
          <a:ext cx="12192000" cy="5932114"/>
        </p:xfrm>
        <a:graphic>
          <a:graphicData uri="http://schemas.openxmlformats.org/drawingml/2006/table">
            <a:tbl>
              <a:tblPr/>
              <a:tblGrid>
                <a:gridCol w="914400">
                  <a:extLst>
                    <a:ext uri="{9D8B030D-6E8A-4147-A177-3AD203B41FA5}">
                      <a16:colId xmlns:a16="http://schemas.microsoft.com/office/drawing/2014/main" val="1658804291"/>
                    </a:ext>
                  </a:extLst>
                </a:gridCol>
                <a:gridCol w="2052367">
                  <a:extLst>
                    <a:ext uri="{9D8B030D-6E8A-4147-A177-3AD203B41FA5}">
                      <a16:colId xmlns:a16="http://schemas.microsoft.com/office/drawing/2014/main" val="1336659110"/>
                    </a:ext>
                  </a:extLst>
                </a:gridCol>
                <a:gridCol w="2669879">
                  <a:extLst>
                    <a:ext uri="{9D8B030D-6E8A-4147-A177-3AD203B41FA5}">
                      <a16:colId xmlns:a16="http://schemas.microsoft.com/office/drawing/2014/main" val="2823995955"/>
                    </a:ext>
                  </a:extLst>
                </a:gridCol>
                <a:gridCol w="2821554">
                  <a:extLst>
                    <a:ext uri="{9D8B030D-6E8A-4147-A177-3AD203B41FA5}">
                      <a16:colId xmlns:a16="http://schemas.microsoft.com/office/drawing/2014/main" val="513242075"/>
                    </a:ext>
                  </a:extLst>
                </a:gridCol>
                <a:gridCol w="3733800">
                  <a:extLst>
                    <a:ext uri="{9D8B030D-6E8A-4147-A177-3AD203B41FA5}">
                      <a16:colId xmlns:a16="http://schemas.microsoft.com/office/drawing/2014/main" val="2222772263"/>
                    </a:ext>
                  </a:extLst>
                </a:gridCol>
              </a:tblGrid>
              <a:tr h="232566">
                <a:tc>
                  <a:txBody>
                    <a:bodyPr/>
                    <a:lstStyle/>
                    <a:p>
                      <a:pPr latinLnBrk="1"/>
                      <a:endParaRPr lang="ko-KR" altLang="en-US" sz="1200"/>
                    </a:p>
                  </a:txBody>
                  <a:tcPr>
                    <a:lnL w="12700" cap="flat" cmpd="sng" algn="ctr">
                      <a:solidFill>
                        <a:srgbClr val="000000"/>
                      </a:solidFill>
                      <a:prstDash val="solid"/>
                      <a:round/>
                      <a:headEnd type="none" w="med" len="med"/>
                      <a:tailEnd type="none" w="med" len="med"/>
                    </a:lnL>
                  </a:tcPr>
                </a:tc>
                <a:tc>
                  <a:txBody>
                    <a:bodyPr/>
                    <a:lstStyle/>
                    <a:p>
                      <a:pPr algn="ctr" fontAlgn="ctr">
                        <a:spcBef>
                          <a:spcPts val="0"/>
                        </a:spcBef>
                        <a:spcAft>
                          <a:spcPts val="0"/>
                        </a:spcAft>
                      </a:pPr>
                      <a:r>
                        <a:rPr lang="en-US" altLang="ko-KR" sz="1200" b="0" i="0" u="none" strike="noStrike" dirty="0">
                          <a:effectLst/>
                          <a:latin typeface="+mn-lt"/>
                          <a:ea typeface="DengXian" panose="02010600030101010101" pitchFamily="2" charset="-122"/>
                        </a:rPr>
                        <a:t>Approach</a:t>
                      </a:r>
                      <a:endParaRPr lang="en-US" altLang="ko-KR" sz="1200" b="0" i="0" u="none" strike="noStrike" dirty="0">
                        <a:effectLst/>
                        <a:latin typeface="+mn-lt"/>
                      </a:endParaRPr>
                    </a:p>
                  </a:txBody>
                  <a:tcPr marL="77767" marR="77767" marT="10801" marB="0" anchor="ctr">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Main contribution</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Network representation</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Remaining limitation</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571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87591322"/>
                  </a:ext>
                </a:extLst>
              </a:tr>
              <a:tr h="629334">
                <a:tc>
                  <a:txBody>
                    <a:bodyPr/>
                    <a:lstStyle/>
                    <a:p>
                      <a:pPr algn="ctr" fontAlgn="ctr">
                        <a:spcBef>
                          <a:spcPts val="0"/>
                        </a:spcBef>
                        <a:spcAft>
                          <a:spcPts val="0"/>
                        </a:spcAft>
                      </a:pPr>
                      <a:r>
                        <a:rPr lang="en-US" sz="1200" b="0" i="0" u="none" strike="noStrike" dirty="0">
                          <a:solidFill>
                            <a:srgbClr val="000000"/>
                          </a:solidFill>
                          <a:effectLst/>
                          <a:latin typeface="+mn-lt"/>
                          <a:ea typeface="DengXian" panose="02010600030101010101" pitchFamily="2" charset="-122"/>
                        </a:rPr>
                        <a:t>[1]</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solidFill>
                            <a:srgbClr val="000000"/>
                          </a:solidFill>
                          <a:effectLst/>
                          <a:latin typeface="+mn-lt"/>
                          <a:ea typeface="DengXian" panose="02010600030101010101" pitchFamily="2" charset="-122"/>
                        </a:rPr>
                        <a:t> Field motivated FIDVR models</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solidFill>
                            <a:srgbClr val="000000"/>
                          </a:solidFill>
                          <a:effectLst/>
                          <a:latin typeface="+mn-lt"/>
                          <a:ea typeface="DengXian" panose="02010600030101010101" pitchFamily="2" charset="-122"/>
                        </a:rPr>
                        <a:t>Combined field observations and laboratory tests to explain delayed voltage recovery and to motivate dynamic load representation.</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solidFill>
                            <a:srgbClr val="000000"/>
                          </a:solidFill>
                          <a:effectLst/>
                          <a:latin typeface="+mn-lt"/>
                          <a:ea typeface="DengXian" panose="02010600030101010101" pitchFamily="2" charset="-122"/>
                        </a:rPr>
                        <a:t>115 kV and 66 kV sub-transmission systems.</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solidFill>
                            <a:srgbClr val="000000"/>
                          </a:solidFill>
                          <a:effectLst/>
                          <a:latin typeface="+mn-lt"/>
                          <a:ea typeface="DengXian" panose="02010600030101010101" pitchFamily="2" charset="-122"/>
                        </a:rPr>
                        <a:t>Limited feeder level and phase domain resolution.</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7846688"/>
                  </a:ext>
                </a:extLst>
              </a:tr>
              <a:tr h="784378">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[2]</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WECC composite load mode</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altLang="ko-KR" sz="1200" b="0" i="0" u="none" strike="noStrike" dirty="0">
                          <a:solidFill>
                            <a:srgbClr val="000000"/>
                          </a:solidFill>
                          <a:effectLst/>
                          <a:latin typeface="+mn-lt"/>
                          <a:ea typeface="DengXian" panose="02010600030101010101" pitchFamily="2" charset="-122"/>
                        </a:rPr>
                        <a:t>Implemented and calibrated aggregate composite load models, compared simulated recovery with PMU data, and identified sensitive Motor D and protection parameters.</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Southern California Edison Valley substation.</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Does not resolve feeder topology, phase imbalance, or the spatial distribution of stalled single-phase motors</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0169628"/>
                  </a:ext>
                </a:extLst>
              </a:tr>
              <a:tr h="474290">
                <a:tc>
                  <a:txBody>
                    <a:bodyPr/>
                    <a:lstStyle/>
                    <a:p>
                      <a:pPr algn="ctr" fontAlgn="ctr">
                        <a:spcBef>
                          <a:spcPts val="0"/>
                        </a:spcBef>
                        <a:spcAft>
                          <a:spcPts val="0"/>
                        </a:spcAft>
                      </a:pPr>
                      <a:r>
                        <a:rPr lang="en-US" sz="1200" b="0" i="0" u="none" strike="noStrike" dirty="0">
                          <a:solidFill>
                            <a:srgbClr val="000000"/>
                          </a:solidFill>
                          <a:effectLst/>
                          <a:latin typeface="+mn-lt"/>
                          <a:ea typeface="DengXian" panose="02010600030101010101" pitchFamily="2" charset="-122"/>
                        </a:rPr>
                        <a:t>[3]</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altLang="ko-KR" sz="1200" b="0" i="0" u="none" strike="noStrike" dirty="0">
                          <a:solidFill>
                            <a:srgbClr val="000000"/>
                          </a:solidFill>
                          <a:effectLst/>
                          <a:latin typeface="+mn-lt"/>
                          <a:ea typeface="DengXian" panose="02010600030101010101" pitchFamily="2" charset="-122"/>
                        </a:rPr>
                        <a:t>WECC CMPLDW with variable-frequency drive(VFD) air conditioners</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solidFill>
                            <a:srgbClr val="000000"/>
                          </a:solidFill>
                          <a:effectLst/>
                          <a:latin typeface="+mn-lt"/>
                          <a:ea typeface="DengXian" panose="02010600030101010101" pitchFamily="2" charset="-122"/>
                        </a:rPr>
                        <a:t>Showed that higher VFD penetration can reduce voltage sag and recovery time.</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Utility planning network. </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Focuses on the effect of VFD A/C penetration rather than feeder level motor stalling diversity.</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4771829"/>
                  </a:ext>
                </a:extLst>
              </a:tr>
              <a:tr h="708084">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[4]</a:t>
                      </a: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altLang="ko-KR" sz="1200" b="0" i="0" u="none" strike="noStrike" dirty="0">
                          <a:effectLst/>
                          <a:latin typeface="+mn-lt"/>
                          <a:ea typeface="DengXian" panose="02010600030101010101" pitchFamily="2" charset="-122"/>
                        </a:rPr>
                        <a:t>EMTP point-on-wave model</a:t>
                      </a:r>
                      <a:endParaRPr lang="en-US" sz="1200" b="0" i="0" u="none" strike="noStrike" dirty="0">
                        <a:solidFill>
                          <a:srgbClr val="000000"/>
                        </a:solidFill>
                        <a:effectLst/>
                        <a:latin typeface="+mn-lt"/>
                        <a:ea typeface="DengXian" panose="02010600030101010101" pitchFamily="2" charset="-122"/>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solidFill>
                            <a:srgbClr val="000000"/>
                          </a:solidFill>
                          <a:effectLst/>
                          <a:latin typeface="+mn-lt"/>
                          <a:ea typeface="DengXian" panose="02010600030101010101" pitchFamily="2" charset="-122"/>
                        </a:rPr>
                        <a:t>Demonstrated that motor stalling depends on voltage magnitude, duration, loading condition, and point-on-wave initiation angle.</a:t>
                      </a:r>
                      <a:endParaRPr lang="en-US" altLang="ko-KR" sz="1200" b="0" i="0" u="none" strike="noStrike" dirty="0">
                        <a:effectLst/>
                        <a:latin typeface="+mn-lt"/>
                      </a:endParaRP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Can estimate model parameters that correspond to the V-I curve and V-P curve in the manufacturer's datasheet.</a:t>
                      </a:r>
                      <a:endParaRPr lang="en-US" altLang="ko-KR" sz="1200" b="0" i="0" u="none" strike="noStrike" dirty="0">
                        <a:effectLst/>
                        <a:latin typeface="+mn-lt"/>
                      </a:endParaRP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spcBef>
                          <a:spcPts val="0"/>
                        </a:spcBef>
                        <a:spcAft>
                          <a:spcPts val="0"/>
                        </a:spcAft>
                      </a:pPr>
                      <a:r>
                        <a:rPr lang="en-US" sz="1200" b="0" i="0" u="none" strike="noStrike" dirty="0">
                          <a:effectLst/>
                          <a:latin typeface="+mn-lt"/>
                          <a:ea typeface="DengXian" panose="02010600030101010101" pitchFamily="2" charset="-122"/>
                        </a:rPr>
                        <a:t>High model detail limits scalability for large system dynamic studies.</a:t>
                      </a:r>
                      <a:endParaRPr lang="en-US" altLang="ko-KR" sz="1200" b="0" i="0" u="none" strike="noStrike" dirty="0">
                        <a:effectLst/>
                        <a:latin typeface="+mn-lt"/>
                      </a:endParaRP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48543504"/>
                  </a:ext>
                </a:extLst>
              </a:tr>
              <a:tr h="863129">
                <a:tc>
                  <a:txBody>
                    <a:bodyPr/>
                    <a:lstStyle/>
                    <a:p>
                      <a:pPr algn="ctr"/>
                      <a:r>
                        <a:rPr lang="en-US" sz="1200" b="0" i="0" u="none" strike="noStrike" dirty="0">
                          <a:solidFill>
                            <a:srgbClr val="000000"/>
                          </a:solidFill>
                          <a:effectLst/>
                          <a:latin typeface="+mn-lt"/>
                          <a:ea typeface="DengXian" panose="02010600030101010101" pitchFamily="2" charset="-122"/>
                        </a:rPr>
                        <a:t>[5]</a:t>
                      </a:r>
                      <a:endParaRPr lang="en-US" sz="1200" dirty="0"/>
                    </a:p>
                  </a:txBody>
                  <a:tcPr marL="77767" marR="77767" marT="10801"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nb-NO" altLang="ko-KR" sz="1200" b="0" i="0" u="none" strike="noStrike" dirty="0">
                          <a:solidFill>
                            <a:srgbClr val="000000"/>
                          </a:solidFill>
                          <a:effectLst/>
                          <a:latin typeface="+mn-lt"/>
                          <a:ea typeface="DengXian" panose="02010600030101010101" pitchFamily="2" charset="-122"/>
                        </a:rPr>
                        <a:t>Hybrid EMT transient stabil-ity model</a:t>
                      </a:r>
                      <a:endParaRPr lang="en-US" sz="1200" dirty="0"/>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2051" rtl="0" eaLnBrk="1" fontAlgn="ctr" latinLnBrk="0" hangingPunct="1">
                        <a:spcBef>
                          <a:spcPts val="0"/>
                        </a:spcBef>
                        <a:spcAft>
                          <a:spcPts val="0"/>
                        </a:spcAft>
                      </a:pPr>
                      <a:r>
                        <a:rPr lang="en-US" altLang="ko-KR" sz="1200" b="0" i="0" u="none" strike="noStrike" kern="1200" dirty="0">
                          <a:solidFill>
                            <a:srgbClr val="000000"/>
                          </a:solidFill>
                          <a:effectLst/>
                          <a:latin typeface="+mn-lt"/>
                          <a:ea typeface="DengXian" panose="02010600030101010101" pitchFamily="2" charset="-122"/>
                          <a:cs typeface="+mn-cs"/>
                        </a:rPr>
                        <a:t>Coupled PSCAD/EMTDC and </a:t>
                      </a:r>
                      <a:r>
                        <a:rPr lang="en-US" altLang="ko-KR" sz="1200" b="0" i="0" u="none" strike="noStrike" kern="1200" dirty="0" err="1">
                          <a:solidFill>
                            <a:srgbClr val="000000"/>
                          </a:solidFill>
                          <a:effectLst/>
                          <a:latin typeface="+mn-lt"/>
                          <a:ea typeface="DengXian" panose="02010600030101010101" pitchFamily="2" charset="-122"/>
                          <a:cs typeface="+mn-cs"/>
                        </a:rPr>
                        <a:t>InterPSS</a:t>
                      </a:r>
                      <a:r>
                        <a:rPr lang="en-US" altLang="ko-KR" sz="1200" b="0" i="0" u="none" strike="noStrike" kern="1200" dirty="0">
                          <a:solidFill>
                            <a:srgbClr val="000000"/>
                          </a:solidFill>
                          <a:effectLst/>
                          <a:latin typeface="+mn-lt"/>
                          <a:ea typeface="DengXian" panose="02010600030101010101" pitchFamily="2" charset="-122"/>
                          <a:cs typeface="+mn-cs"/>
                        </a:rPr>
                        <a:t> through a three-phase boundary equivalent to study unbalanced faults and A/C motor stalling in a large WECC system.</a:t>
                      </a: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2051" rtl="0" eaLnBrk="1" fontAlgn="ctr" latinLnBrk="0" hangingPunct="1">
                        <a:spcBef>
                          <a:spcPts val="0"/>
                        </a:spcBef>
                        <a:spcAft>
                          <a:spcPts val="0"/>
                        </a:spcAft>
                      </a:pPr>
                      <a:r>
                        <a:rPr lang="en-US" altLang="ko-KR" sz="1200" b="0" i="0" u="none" strike="noStrike" kern="1200" dirty="0">
                          <a:solidFill>
                            <a:schemeClr val="tx1"/>
                          </a:solidFill>
                          <a:effectLst/>
                          <a:latin typeface="+mn-lt"/>
                          <a:ea typeface="DengXian" panose="02010600030101010101" pitchFamily="2" charset="-122"/>
                          <a:cs typeface="+mn-cs"/>
                        </a:rPr>
                        <a:t>Sub-transmission and distribution systems supplied from selected WECC buses.</a:t>
                      </a: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2051" rtl="0" eaLnBrk="1" fontAlgn="ctr" latinLnBrk="0" hangingPunct="1">
                        <a:spcBef>
                          <a:spcPts val="0"/>
                        </a:spcBef>
                        <a:spcAft>
                          <a:spcPts val="0"/>
                        </a:spcAft>
                      </a:pPr>
                      <a:r>
                        <a:rPr lang="en-US" altLang="ko-KR" sz="1200" b="0" i="0" u="none" strike="noStrike" kern="1200" dirty="0">
                          <a:solidFill>
                            <a:schemeClr val="tx1"/>
                          </a:solidFill>
                          <a:effectLst/>
                          <a:latin typeface="+mn-lt"/>
                          <a:ea typeface="DengXian" panose="02010600030101010101" pitchFamily="2" charset="-122"/>
                          <a:cs typeface="+mn-cs"/>
                        </a:rPr>
                        <a:t>Uses equivalent feeders and a fundamental frequency interface, which limits detailed feeder topology and harmonic representation.</a:t>
                      </a: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1849907"/>
                  </a:ext>
                </a:extLst>
              </a:tr>
              <a:tr h="708084">
                <a:tc>
                  <a:txBody>
                    <a:bodyPr/>
                    <a:lstStyle/>
                    <a:p>
                      <a:pPr algn="ctr"/>
                      <a:r>
                        <a:rPr lang="en-US" altLang="ko-KR" sz="1200" b="0" i="0" u="none" strike="noStrike" kern="1200" dirty="0">
                          <a:solidFill>
                            <a:srgbClr val="000000"/>
                          </a:solidFill>
                          <a:effectLst/>
                          <a:latin typeface="+mn-lt"/>
                          <a:ea typeface="DengXian" panose="02010600030101010101" pitchFamily="2" charset="-122"/>
                          <a:cs typeface="+mn-cs"/>
                        </a:rPr>
                        <a:t>[6]</a:t>
                      </a:r>
                      <a:endParaRPr lang="en-US" sz="1200" dirty="0"/>
                    </a:p>
                  </a:txBody>
                  <a:tcPr marL="77767" marR="77767" marT="10801" marB="0"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r>
                        <a:rPr lang="en-US" altLang="ko-KR" sz="1200" b="0" i="0" u="none" strike="noStrike" kern="1200" dirty="0">
                          <a:solidFill>
                            <a:srgbClr val="000000"/>
                          </a:solidFill>
                          <a:effectLst/>
                          <a:latin typeface="+mn-lt"/>
                          <a:ea typeface="DengXian" panose="02010600030101010101" pitchFamily="2" charset="-122"/>
                          <a:cs typeface="+mn-cs"/>
                        </a:rPr>
                        <a:t>Coupled PSLF-</a:t>
                      </a:r>
                      <a:r>
                        <a:rPr lang="en-US" altLang="ko-KR" sz="1200" b="0" i="0" u="none" strike="noStrike" kern="1200" dirty="0" err="1">
                          <a:solidFill>
                            <a:srgbClr val="000000"/>
                          </a:solidFill>
                          <a:effectLst/>
                          <a:latin typeface="+mn-lt"/>
                          <a:ea typeface="DengXian" panose="02010600030101010101" pitchFamily="2" charset="-122"/>
                          <a:cs typeface="+mn-cs"/>
                        </a:rPr>
                        <a:t>OpenDSS</a:t>
                      </a:r>
                      <a:r>
                        <a:rPr lang="en-US" altLang="ko-KR" sz="1200" b="0" i="0" u="none" strike="noStrike" kern="1200" dirty="0">
                          <a:solidFill>
                            <a:srgbClr val="000000"/>
                          </a:solidFill>
                          <a:effectLst/>
                          <a:latin typeface="+mn-lt"/>
                          <a:ea typeface="DengXian" panose="02010600030101010101" pitchFamily="2" charset="-122"/>
                          <a:cs typeface="+mn-cs"/>
                        </a:rPr>
                        <a:t> study with WECC CMPLDWG and PVD1</a:t>
                      </a:r>
                      <a:endParaRPr lang="en-US" sz="1200" dirty="0"/>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2051" rtl="0" eaLnBrk="1" fontAlgn="ctr" latinLnBrk="0" hangingPunct="1">
                        <a:spcBef>
                          <a:spcPts val="0"/>
                        </a:spcBef>
                        <a:spcAft>
                          <a:spcPts val="0"/>
                        </a:spcAft>
                      </a:pPr>
                      <a:r>
                        <a:rPr lang="en-US" altLang="ko-KR" sz="1200" b="0" i="0" u="none" strike="noStrike" kern="1200" dirty="0">
                          <a:solidFill>
                            <a:srgbClr val="000000"/>
                          </a:solidFill>
                          <a:effectLst/>
                          <a:latin typeface="+mn-lt"/>
                          <a:ea typeface="DengXian" panose="02010600030101010101" pitchFamily="2" charset="-122"/>
                          <a:cs typeface="+mn-cs"/>
                        </a:rPr>
                        <a:t>Showed that feeder level inverter ride-through behavior can significantly change the bulk system response during a disturbance.</a:t>
                      </a: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2051" rtl="0" eaLnBrk="1" fontAlgn="ctr" latinLnBrk="0" hangingPunct="1">
                        <a:spcBef>
                          <a:spcPts val="0"/>
                        </a:spcBef>
                        <a:spcAft>
                          <a:spcPts val="0"/>
                        </a:spcAft>
                      </a:pPr>
                      <a:r>
                        <a:rPr lang="en-US" altLang="ko-KR" sz="1200" b="0" i="0" u="none" strike="noStrike" kern="1200" dirty="0">
                          <a:solidFill>
                            <a:schemeClr val="tx1"/>
                          </a:solidFill>
                          <a:effectLst/>
                          <a:latin typeface="+mn-lt"/>
                          <a:ea typeface="DengXian" panose="02010600030101010101" pitchFamily="2" charset="-122"/>
                          <a:cs typeface="+mn-cs"/>
                        </a:rPr>
                        <a:t>WECC transmission case with distribution feeders and IEEE 1547 ride-through logic.</a:t>
                      </a: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algn="ctr" defTabSz="912051" rtl="0" eaLnBrk="1" fontAlgn="ctr" latinLnBrk="0" hangingPunct="1">
                        <a:spcBef>
                          <a:spcPts val="0"/>
                        </a:spcBef>
                        <a:spcAft>
                          <a:spcPts val="0"/>
                        </a:spcAft>
                      </a:pPr>
                      <a:r>
                        <a:rPr lang="en-US" altLang="ko-KR" sz="1200" b="0" i="0" u="none" strike="noStrike" kern="1200" dirty="0">
                          <a:solidFill>
                            <a:schemeClr val="tx1"/>
                          </a:solidFill>
                          <a:effectLst/>
                          <a:latin typeface="+mn-lt"/>
                          <a:ea typeface="DengXian" panose="02010600030101010101" pitchFamily="2" charset="-122"/>
                          <a:cs typeface="+mn-cs"/>
                        </a:rPr>
                        <a:t>Focuses on DER/PV ride-through rather than compressor-motor stalling and FIDVR motor dynamics.</a:t>
                      </a:r>
                    </a:p>
                  </a:txBody>
                  <a:tcPr marL="103690" marR="103690" marT="51845" marB="518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3274183"/>
                  </a:ext>
                </a:extLst>
              </a:tr>
              <a:tr h="629334">
                <a:tc>
                  <a:txBody>
                    <a:bodyPr/>
                    <a:lstStyle/>
                    <a:p>
                      <a:pPr algn="ctr" fontAlgn="ctr">
                        <a:spcBef>
                          <a:spcPts val="0"/>
                        </a:spcBef>
                        <a:spcAft>
                          <a:spcPts val="0"/>
                        </a:spcAft>
                      </a:pPr>
                      <a:r>
                        <a:rPr lang="en-US" sz="1200" b="1" i="0" u="none" strike="noStrike" dirty="0">
                          <a:effectLst/>
                          <a:latin typeface="+mn-lt"/>
                          <a:ea typeface="DengXian" panose="02010600030101010101" pitchFamily="2" charset="-122"/>
                        </a:rPr>
                        <a:t>Proposed work</a:t>
                      </a:r>
                      <a:endParaRPr lang="en-US" altLang="ko-KR" sz="1200" b="1"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347"/>
                    </a:solidFill>
                  </a:tcPr>
                </a:tc>
                <a:tc>
                  <a:txBody>
                    <a:bodyPr/>
                    <a:lstStyle/>
                    <a:p>
                      <a:pPr marL="0" algn="ctr" defTabSz="912051" rtl="0" eaLnBrk="1" fontAlgn="ctr" latinLnBrk="0" hangingPunct="1">
                        <a:spcBef>
                          <a:spcPts val="0"/>
                        </a:spcBef>
                        <a:spcAft>
                          <a:spcPts val="0"/>
                        </a:spcAft>
                      </a:pPr>
                      <a:r>
                        <a:rPr lang="en-US" altLang="ko-KR" sz="1200" b="1" i="0" u="none" strike="noStrike" kern="1200" dirty="0">
                          <a:solidFill>
                            <a:srgbClr val="000000"/>
                          </a:solidFill>
                          <a:effectLst/>
                          <a:latin typeface="+mn-lt"/>
                          <a:ea typeface="DengXian" panose="02010600030101010101" pitchFamily="2" charset="-122"/>
                          <a:cs typeface="+mn-cs"/>
                        </a:rPr>
                        <a:t>WECC </a:t>
                      </a:r>
                      <a:endParaRPr lang="en-US" sz="1200" b="1" i="0" u="none" strike="noStrike" kern="1200" dirty="0">
                        <a:solidFill>
                          <a:srgbClr val="000000"/>
                        </a:solidFill>
                        <a:effectLst/>
                        <a:latin typeface="+mn-lt"/>
                        <a:ea typeface="DengXian" panose="02010600030101010101" pitchFamily="2" charset="-122"/>
                        <a:cs typeface="+mn-cs"/>
                      </a:endParaRPr>
                    </a:p>
                    <a:p>
                      <a:pPr marL="0" algn="ctr" defTabSz="912051" rtl="0" eaLnBrk="1" fontAlgn="ctr" latinLnBrk="0" hangingPunct="1">
                        <a:spcBef>
                          <a:spcPts val="0"/>
                        </a:spcBef>
                        <a:spcAft>
                          <a:spcPts val="0"/>
                        </a:spcAft>
                      </a:pPr>
                      <a:r>
                        <a:rPr lang="en-US" sz="1200" b="1" i="0" u="none" strike="noStrike" kern="1200" dirty="0">
                          <a:solidFill>
                            <a:srgbClr val="000000"/>
                          </a:solidFill>
                          <a:effectLst/>
                          <a:latin typeface="+mn-lt"/>
                          <a:ea typeface="DengXian" panose="02010600030101010101" pitchFamily="2" charset="-122"/>
                          <a:cs typeface="+mn-cs"/>
                        </a:rPr>
                        <a:t>ld1pac model </a:t>
                      </a: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347"/>
                    </a:solidFill>
                  </a:tcPr>
                </a:tc>
                <a:tc>
                  <a:txBody>
                    <a:bodyPr/>
                    <a:lstStyle/>
                    <a:p>
                      <a:pPr algn="ctr" fontAlgn="ctr">
                        <a:spcBef>
                          <a:spcPts val="0"/>
                        </a:spcBef>
                        <a:spcAft>
                          <a:spcPts val="0"/>
                        </a:spcAft>
                      </a:pPr>
                      <a:r>
                        <a:rPr lang="en-US" sz="1200" b="1" i="0" u="none" strike="noStrike" dirty="0">
                          <a:effectLst/>
                          <a:latin typeface="+mn-lt"/>
                          <a:ea typeface="DengXian" panose="02010600030101010101" pitchFamily="2" charset="-122"/>
                        </a:rPr>
                        <a:t>Develops an open source, feeder level, FIDVR oriented extension of T&amp;D dynamic co-simulation using ANDES-</a:t>
                      </a:r>
                      <a:r>
                        <a:rPr lang="en-US" sz="1200" b="1" i="0" u="none" strike="noStrike" dirty="0" err="1">
                          <a:effectLst/>
                          <a:latin typeface="+mn-lt"/>
                          <a:ea typeface="DengXian" panose="02010600030101010101" pitchFamily="2" charset="-122"/>
                        </a:rPr>
                        <a:t>OpenDSS</a:t>
                      </a:r>
                      <a:r>
                        <a:rPr lang="en-US" sz="1200" b="1" i="0" u="none" strike="noStrike" dirty="0">
                          <a:effectLst/>
                          <a:latin typeface="+mn-lt"/>
                          <a:ea typeface="DengXian" panose="02010600030101010101" pitchFamily="2" charset="-122"/>
                        </a:rPr>
                        <a:t>-HELICS.</a:t>
                      </a:r>
                      <a:endParaRPr lang="en-US" altLang="ko-KR" sz="1200" b="1"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347"/>
                    </a:solidFill>
                  </a:tcPr>
                </a:tc>
                <a:tc>
                  <a:txBody>
                    <a:bodyPr/>
                    <a:lstStyle/>
                    <a:p>
                      <a:pPr algn="ctr" fontAlgn="ctr">
                        <a:spcBef>
                          <a:spcPts val="0"/>
                        </a:spcBef>
                        <a:spcAft>
                          <a:spcPts val="0"/>
                        </a:spcAft>
                      </a:pPr>
                      <a:r>
                        <a:rPr lang="en-US" sz="1200" b="1" i="0" u="none" strike="noStrike" dirty="0">
                          <a:effectLst/>
                          <a:latin typeface="+mn-lt"/>
                          <a:ea typeface="DengXian" panose="02010600030101010101" pitchFamily="2" charset="-122"/>
                        </a:rPr>
                        <a:t>IEEE 14-bus transmission system coupled to an IEEE 13-node feeder.</a:t>
                      </a:r>
                      <a:endParaRPr lang="en-US" altLang="ko-KR" sz="1200" b="1"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347"/>
                    </a:solidFill>
                  </a:tcPr>
                </a:tc>
                <a:tc>
                  <a:txBody>
                    <a:bodyPr/>
                    <a:lstStyle/>
                    <a:p>
                      <a:pPr algn="ctr" fontAlgn="ctr">
                        <a:spcBef>
                          <a:spcPts val="0"/>
                        </a:spcBef>
                        <a:spcAft>
                          <a:spcPts val="0"/>
                        </a:spcAft>
                      </a:pPr>
                      <a:endParaRPr lang="en-US" altLang="ko-KR" sz="1200" b="0" i="0" u="none" strike="noStrike" dirty="0">
                        <a:effectLst/>
                        <a:latin typeface="+mn-lt"/>
                      </a:endParaRPr>
                    </a:p>
                  </a:txBody>
                  <a:tcPr marL="77767" marR="77767" marT="1080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347"/>
                    </a:solidFill>
                  </a:tcPr>
                </a:tc>
                <a:extLst>
                  <a:ext uri="{0D108BD9-81ED-4DB2-BD59-A6C34878D82A}">
                    <a16:rowId xmlns:a16="http://schemas.microsoft.com/office/drawing/2014/main" val="2424612044"/>
                  </a:ext>
                </a:extLst>
              </a:tr>
            </a:tbl>
          </a:graphicData>
        </a:graphic>
      </p:graphicFrame>
    </p:spTree>
    <p:extLst>
      <p:ext uri="{BB962C8B-B14F-4D97-AF65-F5344CB8AC3E}">
        <p14:creationId xmlns:p14="http://schemas.microsoft.com/office/powerpoint/2010/main" val="15712708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632F2-4398-F1C1-A302-2E549FFFF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F7562-E0A0-8E4A-C815-E53956D4BDC4}"/>
              </a:ext>
            </a:extLst>
          </p:cNvPr>
          <p:cNvSpPr>
            <a:spLocks noGrp="1"/>
          </p:cNvSpPr>
          <p:nvPr>
            <p:ph type="title"/>
          </p:nvPr>
        </p:nvSpPr>
        <p:spPr/>
        <p:txBody>
          <a:bodyPr>
            <a:normAutofit/>
          </a:bodyPr>
          <a:lstStyle/>
          <a:p>
            <a:r>
              <a:rPr lang="en-US" dirty="0"/>
              <a:t>Case Study: Test System</a:t>
            </a:r>
          </a:p>
        </p:txBody>
      </p:sp>
      <p:sp>
        <p:nvSpPr>
          <p:cNvPr id="4" name="Slide Number Placeholder 3">
            <a:extLst>
              <a:ext uri="{FF2B5EF4-FFF2-40B4-BE49-F238E27FC236}">
                <a16:creationId xmlns:a16="http://schemas.microsoft.com/office/drawing/2014/main" id="{53D5B49D-2F85-CE25-2B4A-765C7E1E5D77}"/>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449C58C-6965-8276-2900-55FA1A2783E6}"/>
                  </a:ext>
                </a:extLst>
              </p:cNvPr>
              <p:cNvSpPr txBox="1"/>
              <p:nvPr/>
            </p:nvSpPr>
            <p:spPr>
              <a:xfrm>
                <a:off x="533400" y="2286000"/>
                <a:ext cx="11277600" cy="254781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𝑓𝑟𝑎</m:t>
                      </m:r>
                      <m:sSub>
                        <m:sSubPr>
                          <m:ctrlPr>
                            <a:rPr lang="en-US" i="1" smtClean="0">
                              <a:latin typeface="Cambria Math" panose="02040503050406030204" pitchFamily="18" charset="0"/>
                            </a:rPr>
                          </m:ctrlPr>
                        </m:sSubPr>
                        <m:e>
                          <m:r>
                            <a:rPr lang="en-US" i="1" smtClean="0">
                              <a:latin typeface="Cambria Math" panose="02040503050406030204" pitchFamily="18" charset="0"/>
                            </a:rPr>
                            <m:t>𝑐</m:t>
                          </m:r>
                        </m:e>
                        <m:sub>
                          <m:r>
                            <a:rPr lang="en-US" b="0" i="1" smtClean="0">
                              <a:latin typeface="Cambria Math" panose="02040503050406030204" pitchFamily="18" charset="0"/>
                            </a:rPr>
                            <m:t>𝐴</m:t>
                          </m:r>
                        </m:sub>
                      </m:sSub>
                      <m:r>
                        <a:rPr lang="en-US" i="1" smtClean="0">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𝐹𝑟𝑠𝑡</m:t>
                      </m:r>
                    </m:oMath>
                  </m:oMathPara>
                </a14:m>
                <a:endParaRPr lang="en-US" b="0" dirty="0"/>
              </a:p>
              <a:p>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𝑓𝑟𝑎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𝐵</m:t>
                          </m:r>
                        </m:sub>
                      </m:sSub>
                      <m:r>
                        <a:rPr lang="en-US" b="0" i="1" smtClean="0">
                          <a:latin typeface="Cambria Math" panose="02040503050406030204" pitchFamily="18" charset="0"/>
                        </a:rPr>
                        <m:t>=</m:t>
                      </m:r>
                      <m:r>
                        <a:rPr lang="en-US" b="0" i="1" smtClean="0">
                          <a:latin typeface="Cambria Math" panose="02040503050406030204" pitchFamily="18" charset="0"/>
                        </a:rPr>
                        <m:t>𝐹𝑟𝑠𝑡</m:t>
                      </m:r>
                    </m:oMath>
                  </m:oMathPara>
                </a14:m>
                <a:endParaRPr lang="en-US" dirty="0"/>
              </a:p>
              <a:p>
                <a:endParaRPr lang="en-US"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𝑄𝑚𝑜𝑡𝑜𝑟</m:t>
                      </m:r>
                      <m:d>
                        <m:dPr>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i="1">
                          <a:latin typeface="Cambria Math" panose="02040503050406030204" pitchFamily="18" charset="0"/>
                        </a:rPr>
                        <m:t>=</m:t>
                      </m:r>
                      <m:r>
                        <a:rPr lang="en-US" b="0" i="1" smtClean="0">
                          <a:latin typeface="Cambria Math" panose="02040503050406030204" pitchFamily="18" charset="0"/>
                        </a:rPr>
                        <m:t>𝑐𝑜𝑛𝑡𝑎𝑐𝑡𝑜𝑟</m:t>
                      </m:r>
                      <m:r>
                        <a:rPr lang="en-US" b="0" i="1" smtClean="0">
                          <a:latin typeface="Cambria Math" panose="02040503050406030204" pitchFamily="18" charset="0"/>
                        </a:rPr>
                        <m:t> </m:t>
                      </m:r>
                      <m:r>
                        <a:rPr lang="en-US" b="0" i="1" smtClean="0">
                          <a:latin typeface="Cambria Math" panose="02040503050406030204" pitchFamily="18" charset="0"/>
                        </a:rPr>
                        <m:t>𝑓𝑟𝑎𝑐𝑡𝑖𝑜𝑛</m:t>
                      </m:r>
                      <m:r>
                        <a:rPr lang="en-US" b="0" i="1" smtClean="0">
                          <a:latin typeface="Cambria Math" panose="02040503050406030204" pitchFamily="18" charset="0"/>
                        </a:rPr>
                        <m:t> ∗</m:t>
                      </m:r>
                      <m:r>
                        <a:rPr lang="en-US" b="0" i="1" smtClean="0">
                          <a:latin typeface="Cambria Math" panose="02040503050406030204" pitchFamily="18" charset="0"/>
                        </a:rPr>
                        <m:t>𝑘𝑢𝑣𝑟</m:t>
                      </m:r>
                      <m:r>
                        <a:rPr lang="en-US" b="0" i="1" smtClean="0">
                          <a:latin typeface="Cambria Math" panose="02040503050406030204" pitchFamily="18" charset="0"/>
                        </a:rPr>
                        <m:t>∗[</m:t>
                      </m:r>
                      <m:r>
                        <a:rPr lang="en-US" b="0" i="1" smtClean="0">
                          <a:latin typeface="Cambria Math" panose="02040503050406030204" pitchFamily="18" charset="0"/>
                        </a:rPr>
                        <m:t>𝑓𝑟𝑎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𝑘𝑡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𝐴</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𝐴</m:t>
                          </m:r>
                        </m:sub>
                      </m:sSub>
                      <m:r>
                        <a:rPr lang="en-US" i="1">
                          <a:latin typeface="Cambria Math" panose="02040503050406030204" pitchFamily="18" charset="0"/>
                        </a:rPr>
                        <m:t>+</m:t>
                      </m:r>
                      <m:r>
                        <a:rPr lang="en-US" i="1">
                          <a:latin typeface="Cambria Math" panose="02040503050406030204" pitchFamily="18" charset="0"/>
                        </a:rPr>
                        <m:t>𝑓𝑟𝑎</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b="0" i="1" smtClean="0">
                              <a:latin typeface="Cambria Math" panose="02040503050406030204" pitchFamily="18" charset="0"/>
                            </a:rPr>
                            <m:t>𝐵</m:t>
                          </m:r>
                        </m:sub>
                      </m:sSub>
                      <m:r>
                        <a:rPr lang="en-US" i="1">
                          <a:latin typeface="Cambria Math" panose="02040503050406030204" pitchFamily="18" charset="0"/>
                        </a:rPr>
                        <m:t>∗</m:t>
                      </m:r>
                      <m:r>
                        <a:rPr lang="en-US" i="1">
                          <a:latin typeface="Cambria Math" panose="02040503050406030204" pitchFamily="18" charset="0"/>
                        </a:rPr>
                        <m:t>𝑘𝑡</m:t>
                      </m:r>
                      <m:sSub>
                        <m:sSubPr>
                          <m:ctrlPr>
                            <a:rPr lang="en-US" i="1">
                              <a:latin typeface="Cambria Math" panose="02040503050406030204" pitchFamily="18" charset="0"/>
                            </a:rPr>
                          </m:ctrlPr>
                        </m:sSubPr>
                        <m:e>
                          <m:r>
                            <a:rPr lang="en-US" i="1">
                              <a:latin typeface="Cambria Math" panose="02040503050406030204" pitchFamily="18" charset="0"/>
                            </a:rPr>
                            <m:t>h</m:t>
                          </m:r>
                        </m:e>
                        <m:sub>
                          <m:r>
                            <a:rPr lang="en-US" b="0" i="1" smtClean="0">
                              <a:latin typeface="Cambria Math" panose="02040503050406030204" pitchFamily="18" charset="0"/>
                            </a:rPr>
                            <m:t>𝐵</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b="0" i="1" smtClean="0">
                              <a:latin typeface="Cambria Math" panose="02040503050406030204" pitchFamily="18" charset="0"/>
                            </a:rPr>
                            <m:t>𝐵</m:t>
                          </m:r>
                        </m:sub>
                      </m:sSub>
                      <m:r>
                        <a:rPr lang="en-US" b="0" i="1" smtClean="0">
                          <a:latin typeface="Cambria Math" panose="02040503050406030204" pitchFamily="18" charset="0"/>
                        </a:rPr>
                        <m:t>+</m:t>
                      </m:r>
                      <m:r>
                        <a:rPr lang="en-US" b="0" i="1" smtClean="0">
                          <a:latin typeface="Cambria Math" panose="02040503050406030204" pitchFamily="18" charset="0"/>
                        </a:rPr>
                        <m:t>𝑡h𝑒𝑟𝑚𝑎</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𝑟𝑒𝑠𝑡𝑜𝑟</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𝑓𝑟𝑎𝑐</m:t>
                              </m:r>
                            </m:sub>
                          </m:sSub>
                        </m:sub>
                      </m:sSub>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_</m:t>
                      </m:r>
                      <m:r>
                        <a:rPr lang="en-US" b="0" i="1" smtClean="0">
                          <a:latin typeface="Cambria Math" panose="02040503050406030204" pitchFamily="18" charset="0"/>
                        </a:rPr>
                        <m:t>𝑟𝑢𝑛</m:t>
                      </m:r>
                      <m:r>
                        <a:rPr lang="en-US" b="0" i="1" smtClean="0">
                          <a:latin typeface="Cambria Math" panose="02040503050406030204" pitchFamily="18" charset="0"/>
                        </a:rPr>
                        <m:t>]</m:t>
                      </m:r>
                    </m:oMath>
                  </m:oMathPara>
                </a14:m>
                <a:endParaRPr lang="en-US" dirty="0"/>
              </a:p>
              <a:p>
                <a:endParaRPr lang="en-US" dirty="0"/>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𝑟𝑢𝑛</m:t>
                          </m:r>
                        </m:sub>
                      </m:sSub>
                      <m:r>
                        <a:rPr lang="en-US" i="1">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0+6∗(1−</m:t>
                      </m:r>
                      <m:r>
                        <a:rPr lang="en-US" b="0" i="1" smtClean="0">
                          <a:latin typeface="Cambria Math" panose="02040503050406030204" pitchFamily="18" charset="0"/>
                        </a:rPr>
                        <m:t>𝑉𝑏𝑟𝑘</m:t>
                      </m:r>
                      <m:r>
                        <a:rPr lang="en-US" b="0" i="1" smtClean="0">
                          <a:latin typeface="Cambria Math" panose="02040503050406030204" pitchFamily="18" charset="0"/>
                        </a:rPr>
                        <m:t>)^2</m:t>
                      </m:r>
                    </m:oMath>
                  </m:oMathPara>
                </a14:m>
                <a:endParaRPr lang="en-US" dirty="0"/>
              </a:p>
              <a:p>
                <a:endParaRPr lang="en-US" dirty="0"/>
              </a:p>
              <a:p>
                <a:endParaRPr lang="en-US" dirty="0"/>
              </a:p>
            </p:txBody>
          </p:sp>
        </mc:Choice>
        <mc:Fallback xmlns="">
          <p:sp>
            <p:nvSpPr>
              <p:cNvPr id="16" name="TextBox 15">
                <a:extLst>
                  <a:ext uri="{FF2B5EF4-FFF2-40B4-BE49-F238E27FC236}">
                    <a16:creationId xmlns:a16="http://schemas.microsoft.com/office/drawing/2014/main" id="{6449C58C-6965-8276-2900-55FA1A2783E6}"/>
                  </a:ext>
                </a:extLst>
              </p:cNvPr>
              <p:cNvSpPr txBox="1">
                <a:spLocks noRot="1" noChangeAspect="1" noMove="1" noResize="1" noEditPoints="1" noAdjustHandles="1" noChangeArrowheads="1" noChangeShapeType="1" noTextEdit="1"/>
              </p:cNvSpPr>
              <p:nvPr/>
            </p:nvSpPr>
            <p:spPr>
              <a:xfrm>
                <a:off x="533400" y="2286000"/>
                <a:ext cx="11277600" cy="2547813"/>
              </a:xfrm>
              <a:prstGeom prst="rect">
                <a:avLst/>
              </a:prstGeom>
              <a:blipFill>
                <a:blip r:embed="rId3"/>
                <a:stretch>
                  <a:fillRect l="-486" r="-541"/>
                </a:stretch>
              </a:blipFill>
            </p:spPr>
            <p:txBody>
              <a:bodyPr/>
              <a:lstStyle/>
              <a:p>
                <a:r>
                  <a:rPr lang="en-US">
                    <a:noFill/>
                  </a:rPr>
                  <a:t> </a:t>
                </a:r>
              </a:p>
            </p:txBody>
          </p:sp>
        </mc:Fallback>
      </mc:AlternateContent>
      <p:sp>
        <p:nvSpPr>
          <p:cNvPr id="17" name="Content Placeholder 2">
            <a:extLst>
              <a:ext uri="{FF2B5EF4-FFF2-40B4-BE49-F238E27FC236}">
                <a16:creationId xmlns:a16="http://schemas.microsoft.com/office/drawing/2014/main" id="{34633B7C-BDBD-2B84-4204-0170BED547D6}"/>
              </a:ext>
            </a:extLst>
          </p:cNvPr>
          <p:cNvSpPr txBox="1">
            <a:spLocks/>
          </p:cNvSpPr>
          <p:nvPr/>
        </p:nvSpPr>
        <p:spPr>
          <a:xfrm>
            <a:off x="356366" y="1143000"/>
            <a:ext cx="6553200" cy="990600"/>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Clr>
                <a:srgbClr val="262626"/>
              </a:buClr>
              <a:buSzPct val="100000"/>
              <a:buNone/>
            </a:pPr>
            <a:r>
              <a:rPr lang="en-US" sz="1800" dirty="0">
                <a:solidFill>
                  <a:srgbClr val="262626"/>
                </a:solidFill>
              </a:rPr>
              <a:t>For each selected phase load, the original load is divided into a static component and a motor component. The maximum motor share is</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p:spTree>
    <p:extLst>
      <p:ext uri="{BB962C8B-B14F-4D97-AF65-F5344CB8AC3E}">
        <p14:creationId xmlns:p14="http://schemas.microsoft.com/office/powerpoint/2010/main" val="1145232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23579-DBA2-31B4-2A3B-99C765624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0744B-5494-1C2D-B9EF-A50E8376B6B7}"/>
              </a:ext>
            </a:extLst>
          </p:cNvPr>
          <p:cNvSpPr>
            <a:spLocks noGrp="1"/>
          </p:cNvSpPr>
          <p:nvPr>
            <p:ph type="title"/>
          </p:nvPr>
        </p:nvSpPr>
        <p:spPr/>
        <p:txBody>
          <a:bodyPr>
            <a:normAutofit/>
          </a:bodyPr>
          <a:lstStyle/>
          <a:p>
            <a:r>
              <a:rPr lang="en-US" altLang="zh-CN" dirty="0"/>
              <a:t>Appendix: r</a:t>
            </a:r>
            <a:r>
              <a:rPr lang="en-US" dirty="0"/>
              <a:t>eference</a:t>
            </a:r>
          </a:p>
        </p:txBody>
      </p:sp>
      <p:sp>
        <p:nvSpPr>
          <p:cNvPr id="4" name="Slide Number Placeholder 3">
            <a:extLst>
              <a:ext uri="{FF2B5EF4-FFF2-40B4-BE49-F238E27FC236}">
                <a16:creationId xmlns:a16="http://schemas.microsoft.com/office/drawing/2014/main" id="{09B747D8-2E79-E92B-B74F-D80FEE223D79}"/>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
        <p:nvSpPr>
          <p:cNvPr id="12" name="Content Placeholder 2">
            <a:extLst>
              <a:ext uri="{FF2B5EF4-FFF2-40B4-BE49-F238E27FC236}">
                <a16:creationId xmlns:a16="http://schemas.microsoft.com/office/drawing/2014/main" id="{BC064C02-CE42-E765-E825-B9C43E9FD001}"/>
              </a:ext>
            </a:extLst>
          </p:cNvPr>
          <p:cNvSpPr txBox="1">
            <a:spLocks/>
          </p:cNvSpPr>
          <p:nvPr/>
        </p:nvSpPr>
        <p:spPr>
          <a:xfrm>
            <a:off x="8541193" y="2175834"/>
            <a:ext cx="3496044" cy="2709226"/>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51" rtl="0" eaLnBrk="1" fontAlgn="auto" latinLnBrk="0" hangingPunct="1">
              <a:lnSpc>
                <a:spcPct val="100000"/>
              </a:lnSpc>
              <a:spcBef>
                <a:spcPct val="20000"/>
              </a:spcBef>
              <a:spcAft>
                <a:spcPts val="0"/>
              </a:spcAft>
              <a:buClr>
                <a:srgbClr val="262626"/>
              </a:buClr>
              <a:buSzPct val="100000"/>
              <a:buFont typeface="Arial" pitchFamily="34" charset="0"/>
              <a:buNone/>
              <a:tabLst/>
              <a:defRPr/>
            </a:pPr>
            <a:endParaRPr kumimoji="0" lang="en-US" sz="2400" b="0" i="0" u="none" strike="noStrike" kern="1200" cap="none" spc="0" normalizeH="0" baseline="0" noProof="0" dirty="0">
              <a:ln>
                <a:noFill/>
              </a:ln>
              <a:solidFill>
                <a:srgbClr val="262626"/>
              </a:solidFill>
              <a:effectLst/>
              <a:uLnTx/>
              <a:uFillTx/>
              <a:latin typeface="Arial"/>
              <a:ea typeface="+mn-ea"/>
              <a:cs typeface="+mn-cs"/>
            </a:endParaRPr>
          </a:p>
        </p:txBody>
      </p:sp>
      <p:sp>
        <p:nvSpPr>
          <p:cNvPr id="5" name="TextBox 4">
            <a:extLst>
              <a:ext uri="{FF2B5EF4-FFF2-40B4-BE49-F238E27FC236}">
                <a16:creationId xmlns:a16="http://schemas.microsoft.com/office/drawing/2014/main" id="{1AF04E78-9574-3C53-9128-D968FB49C108}"/>
              </a:ext>
            </a:extLst>
          </p:cNvPr>
          <p:cNvSpPr txBox="1"/>
          <p:nvPr/>
        </p:nvSpPr>
        <p:spPr>
          <a:xfrm>
            <a:off x="381000" y="914399"/>
            <a:ext cx="10972800" cy="6017032"/>
          </a:xfrm>
          <a:prstGeom prst="rect">
            <a:avLst/>
          </a:prstGeom>
          <a:noFill/>
        </p:spPr>
        <p:txBody>
          <a:bodyPr wrap="square">
            <a:spAutoFit/>
          </a:bodyPr>
          <a:lstStyle/>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[1]B. Williams, W. Schmus, and D. Dawson, “Transmission voltage recovery delayed by stalled air conditioner compressors,” IEEE Transactions on Power Systems, vol. 7, no. 3, pp. 1173–1181, 1992.</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[2]S. Adhikari, J. Schoene, N. Gurung, and A. Mogilevsky, “Fault induced delayed voltage recovery (</a:t>
            </a:r>
            <a:r>
              <a:rPr kumimoji="0" lang="en-US" sz="1100" i="0" u="none" strike="noStrike" kern="1200" cap="none" spc="0" normalizeH="0" baseline="0" noProof="0" dirty="0" err="1">
                <a:ln>
                  <a:noFill/>
                </a:ln>
                <a:solidFill>
                  <a:srgbClr val="262626"/>
                </a:solidFill>
                <a:effectLst/>
                <a:uLnTx/>
                <a:uFillTx/>
                <a:latin typeface="Arial"/>
                <a:ea typeface="+mn-ea"/>
                <a:cs typeface="+mn-cs"/>
              </a:rPr>
              <a:t>fidvr</a:t>
            </a:r>
            <a:r>
              <a:rPr kumimoji="0" lang="en-US" sz="1100" i="0" u="none" strike="noStrike" kern="1200" cap="none" spc="0" normalizeH="0" baseline="0" noProof="0" dirty="0">
                <a:ln>
                  <a:noFill/>
                </a:ln>
                <a:solidFill>
                  <a:srgbClr val="262626"/>
                </a:solidFill>
                <a:effectLst/>
                <a:uLnTx/>
                <a:uFillTx/>
                <a:latin typeface="Arial"/>
                <a:ea typeface="+mn-ea"/>
                <a:cs typeface="+mn-cs"/>
              </a:rPr>
              <a:t>): Modeling and guidelines,” in 2019IEEE Power &amp; Energy Society General Meeting (PESGM), 2019, pp.1–5.</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[3]Cisco </a:t>
            </a:r>
            <a:r>
              <a:rPr kumimoji="0" lang="en-US" sz="1100" i="0" u="none" strike="noStrike" kern="1200" cap="none" spc="0" normalizeH="0" baseline="0" noProof="0" dirty="0" err="1">
                <a:ln>
                  <a:noFill/>
                </a:ln>
                <a:solidFill>
                  <a:srgbClr val="262626"/>
                </a:solidFill>
                <a:effectLst/>
                <a:uLnTx/>
                <a:uFillTx/>
                <a:latin typeface="Arial"/>
                <a:ea typeface="+mn-ea"/>
                <a:cs typeface="+mn-cs"/>
              </a:rPr>
              <a:t>Sullberg</a:t>
            </a:r>
            <a:r>
              <a:rPr kumimoji="0" lang="en-US" sz="1100" i="0" u="none" strike="noStrike" kern="1200" cap="none" spc="0" normalizeH="0" baseline="0" noProof="0" dirty="0">
                <a:ln>
                  <a:noFill/>
                </a:ln>
                <a:solidFill>
                  <a:srgbClr val="262626"/>
                </a:solidFill>
                <a:effectLst/>
                <a:uLnTx/>
                <a:uFillTx/>
                <a:latin typeface="Arial"/>
                <a:ea typeface="+mn-ea"/>
                <a:cs typeface="+mn-cs"/>
              </a:rPr>
              <a:t>, M. Wu, V. Vittal, B. Gong, and P. Augustin, “Examination of composite load and variable frequency drive air conditioning modeling on </a:t>
            </a:r>
            <a:r>
              <a:rPr kumimoji="0" lang="en-US" sz="1100" i="0" u="none" strike="noStrike" kern="1200" cap="none" spc="0" normalizeH="0" baseline="0" noProof="0" dirty="0" err="1">
                <a:ln>
                  <a:noFill/>
                </a:ln>
                <a:solidFill>
                  <a:srgbClr val="262626"/>
                </a:solidFill>
                <a:effectLst/>
                <a:uLnTx/>
                <a:uFillTx/>
                <a:latin typeface="Arial"/>
                <a:ea typeface="+mn-ea"/>
                <a:cs typeface="+mn-cs"/>
              </a:rPr>
              <a:t>fidvr</a:t>
            </a:r>
            <a:r>
              <a:rPr kumimoji="0" lang="en-US" sz="1100" i="0" u="none" strike="noStrike" kern="1200" cap="none" spc="0" normalizeH="0" baseline="0" noProof="0" dirty="0">
                <a:ln>
                  <a:noFill/>
                </a:ln>
                <a:solidFill>
                  <a:srgbClr val="262626"/>
                </a:solidFill>
                <a:effectLst/>
                <a:uLnTx/>
                <a:uFillTx/>
                <a:latin typeface="Arial"/>
                <a:ea typeface="+mn-ea"/>
                <a:cs typeface="+mn-cs"/>
              </a:rPr>
              <a:t>,” IEEE Open Access Journal of Power and Energy, vol. 8, pp. 147–156, 2021.</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[4]“Examination of composite load and variable frequency drive </a:t>
            </a:r>
            <a:r>
              <a:rPr kumimoji="0" lang="en-US" sz="1100" i="0" u="none" strike="noStrike" kern="1200" cap="none" spc="0" normalizeH="0" baseline="0" noProof="0" dirty="0" err="1">
                <a:ln>
                  <a:noFill/>
                </a:ln>
                <a:solidFill>
                  <a:srgbClr val="262626"/>
                </a:solidFill>
                <a:effectLst/>
                <a:uLnTx/>
                <a:uFillTx/>
                <a:latin typeface="Arial"/>
                <a:ea typeface="+mn-ea"/>
                <a:cs typeface="+mn-cs"/>
              </a:rPr>
              <a:t>airconditioning</a:t>
            </a:r>
            <a:r>
              <a:rPr kumimoji="0" lang="en-US" sz="1100" i="0" u="none" strike="noStrike" kern="1200" cap="none" spc="0" normalizeH="0" baseline="0" noProof="0" dirty="0">
                <a:ln>
                  <a:noFill/>
                </a:ln>
                <a:solidFill>
                  <a:srgbClr val="262626"/>
                </a:solidFill>
                <a:effectLst/>
                <a:uLnTx/>
                <a:uFillTx/>
                <a:latin typeface="Arial"/>
                <a:ea typeface="+mn-ea"/>
                <a:cs typeface="+mn-cs"/>
              </a:rPr>
              <a:t> modeling on </a:t>
            </a:r>
            <a:r>
              <a:rPr kumimoji="0" lang="en-US" sz="1100" i="0" u="none" strike="noStrike" kern="1200" cap="none" spc="0" normalizeH="0" baseline="0" noProof="0" dirty="0" err="1">
                <a:ln>
                  <a:noFill/>
                </a:ln>
                <a:solidFill>
                  <a:srgbClr val="262626"/>
                </a:solidFill>
                <a:effectLst/>
                <a:uLnTx/>
                <a:uFillTx/>
                <a:latin typeface="Arial"/>
                <a:ea typeface="+mn-ea"/>
                <a:cs typeface="+mn-cs"/>
              </a:rPr>
              <a:t>fidvr</a:t>
            </a:r>
            <a:r>
              <a:rPr kumimoji="0" lang="en-US" sz="1100" i="0" u="none" strike="noStrike" kern="1200" cap="none" spc="0" normalizeH="0" baseline="0" noProof="0" dirty="0">
                <a:ln>
                  <a:noFill/>
                </a:ln>
                <a:solidFill>
                  <a:srgbClr val="262626"/>
                </a:solidFill>
                <a:effectLst/>
                <a:uLnTx/>
                <a:uFillTx/>
                <a:latin typeface="Arial"/>
                <a:ea typeface="+mn-ea"/>
                <a:cs typeface="+mn-cs"/>
              </a:rPr>
              <a:t>,” IEEE Open Access Journal of </a:t>
            </a:r>
            <a:r>
              <a:rPr kumimoji="0" lang="en-US" sz="1100" i="0" u="none" strike="noStrike" kern="1200" cap="none" spc="0" normalizeH="0" baseline="0" noProof="0" dirty="0" err="1">
                <a:ln>
                  <a:noFill/>
                </a:ln>
                <a:solidFill>
                  <a:srgbClr val="262626"/>
                </a:solidFill>
                <a:effectLst/>
                <a:uLnTx/>
                <a:uFillTx/>
                <a:latin typeface="Arial"/>
                <a:ea typeface="+mn-ea"/>
                <a:cs typeface="+mn-cs"/>
              </a:rPr>
              <a:t>Powerand</a:t>
            </a:r>
            <a:r>
              <a:rPr kumimoji="0" lang="en-US" sz="1100" i="0" u="none" strike="noStrike" kern="1200" cap="none" spc="0" normalizeH="0" baseline="0" noProof="0" dirty="0">
                <a:ln>
                  <a:noFill/>
                </a:ln>
                <a:solidFill>
                  <a:srgbClr val="262626"/>
                </a:solidFill>
                <a:effectLst/>
                <a:uLnTx/>
                <a:uFillTx/>
                <a:latin typeface="Arial"/>
                <a:ea typeface="+mn-ea"/>
                <a:cs typeface="+mn-cs"/>
              </a:rPr>
              <a:t> Energy, vol. 8, pp. 147–156, 2021.</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[5]Q. Huang and V. Vittal, “Application of electromagnetic transient-transient stability hybrid simulation to </a:t>
            </a:r>
            <a:r>
              <a:rPr kumimoji="0" lang="en-US" sz="1100" i="0" u="none" strike="noStrike" kern="1200" cap="none" spc="0" normalizeH="0" baseline="0" noProof="0" dirty="0" err="1">
                <a:ln>
                  <a:noFill/>
                </a:ln>
                <a:solidFill>
                  <a:srgbClr val="262626"/>
                </a:solidFill>
                <a:effectLst/>
                <a:uLnTx/>
                <a:uFillTx/>
                <a:latin typeface="Arial"/>
                <a:ea typeface="+mn-ea"/>
                <a:cs typeface="+mn-cs"/>
              </a:rPr>
              <a:t>fidvr</a:t>
            </a:r>
            <a:r>
              <a:rPr kumimoji="0" lang="en-US" sz="1100" i="0" u="none" strike="noStrike" kern="1200" cap="none" spc="0" normalizeH="0" baseline="0" noProof="0" dirty="0">
                <a:ln>
                  <a:noFill/>
                </a:ln>
                <a:solidFill>
                  <a:srgbClr val="262626"/>
                </a:solidFill>
                <a:effectLst/>
                <a:uLnTx/>
                <a:uFillTx/>
                <a:latin typeface="Arial"/>
                <a:ea typeface="+mn-ea"/>
                <a:cs typeface="+mn-cs"/>
              </a:rPr>
              <a:t> study,” IEEE Transactions on Power Systems, vol. 31, no. 4, pp. 2634–2646, 2016.</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effectLst/>
                <a:uLnTx/>
                <a:uFillTx/>
                <a:latin typeface="Arial"/>
                <a:ea typeface="+mn-ea"/>
                <a:cs typeface="+mn-cs"/>
              </a:rPr>
              <a:t>[6]R. W. Kenyon, B. Mather, and B.-M. Hodge, “Coupled transmission and distribution simulations to assess distributed generation response to power system faults,” Electric Power Systems Research, vol. 189,p. 106746, 2020. [Online]. Available: </a:t>
            </a:r>
            <a:r>
              <a:rPr kumimoji="0" lang="en-US" sz="1100" i="0" u="none" strike="noStrike" kern="1200" cap="none" spc="0" normalizeH="0" baseline="0" noProof="0" dirty="0">
                <a:ln>
                  <a:noFill/>
                </a:ln>
                <a:effectLst/>
                <a:uLnTx/>
                <a:uFillTx/>
                <a:latin typeface="Arial"/>
                <a:ea typeface="+mn-ea"/>
                <a:cs typeface="+mn-cs"/>
                <a:hlinkClick r:id="rId3">
                  <a:extLst>
                    <a:ext uri="{A12FA001-AC4F-418D-AE19-62706E023703}">
                      <ahyp:hlinkClr xmlns:ahyp="http://schemas.microsoft.com/office/drawing/2018/hyperlinkcolor" val="tx"/>
                    </a:ext>
                  </a:extLst>
                </a:hlinkClick>
              </a:rPr>
              <a:t>https://www.sciencedirect.com/science/article/pii/S0378779620305496</a:t>
            </a:r>
            <a:endParaRPr kumimoji="0" lang="en-US" sz="1100" i="0" u="none" strike="noStrike" kern="1200" cap="none" spc="0" normalizeH="0" baseline="0" noProof="0" dirty="0">
              <a:ln>
                <a:noFill/>
              </a:ln>
              <a:effectLst/>
              <a:uLnTx/>
              <a:uFillTx/>
              <a:latin typeface="Arial"/>
              <a:ea typeface="+mn-ea"/>
              <a:cs typeface="+mn-cs"/>
            </a:endParaRP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[7]G. Krishnamoorthy and A. Dubey, “Transmission–distribution co-simulation: Analytical methods for iterative coupling,” IEEE Systems Journal, vol. 14, no. 2, pp. 2633–2642, 2020.</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[8]R. </a:t>
            </a:r>
            <a:r>
              <a:rPr kumimoji="0" lang="en-US" sz="1100" i="0" u="none" strike="noStrike" kern="1200" cap="none" spc="0" normalizeH="0" baseline="0" noProof="0" dirty="0" err="1">
                <a:ln>
                  <a:noFill/>
                </a:ln>
                <a:solidFill>
                  <a:srgbClr val="262626"/>
                </a:solidFill>
                <a:effectLst/>
                <a:uLnTx/>
                <a:uFillTx/>
                <a:latin typeface="Arial"/>
                <a:ea typeface="+mn-ea"/>
                <a:cs typeface="+mn-cs"/>
              </a:rPr>
              <a:t>Sadnan</a:t>
            </a:r>
            <a:r>
              <a:rPr kumimoji="0" lang="en-US" sz="1100" i="0" u="none" strike="noStrike" kern="1200" cap="none" spc="0" normalizeH="0" baseline="0" noProof="0" dirty="0">
                <a:ln>
                  <a:noFill/>
                </a:ln>
                <a:solidFill>
                  <a:srgbClr val="262626"/>
                </a:solidFill>
                <a:effectLst/>
                <a:uLnTx/>
                <a:uFillTx/>
                <a:latin typeface="Arial"/>
                <a:ea typeface="+mn-ea"/>
                <a:cs typeface="+mn-cs"/>
              </a:rPr>
              <a:t>, G. Krishnamoorthy, and A. Dubey, “Transmission and distribution (</a:t>
            </a:r>
            <a:r>
              <a:rPr kumimoji="0" lang="en-US" sz="1100" i="0" u="none" strike="noStrike" kern="1200" cap="none" spc="0" normalizeH="0" baseline="0" noProof="0" dirty="0" err="1">
                <a:ln>
                  <a:noFill/>
                </a:ln>
                <a:solidFill>
                  <a:srgbClr val="262626"/>
                </a:solidFill>
                <a:effectLst/>
                <a:uLnTx/>
                <a:uFillTx/>
                <a:latin typeface="Arial"/>
                <a:ea typeface="+mn-ea"/>
                <a:cs typeface="+mn-cs"/>
              </a:rPr>
              <a:t>t&amp;d</a:t>
            </a:r>
            <a:r>
              <a:rPr kumimoji="0" lang="en-US" sz="1100" i="0" u="none" strike="noStrike" kern="1200" cap="none" spc="0" normalizeH="0" baseline="0" noProof="0" dirty="0">
                <a:ln>
                  <a:noFill/>
                </a:ln>
                <a:solidFill>
                  <a:srgbClr val="262626"/>
                </a:solidFill>
                <a:effectLst/>
                <a:uLnTx/>
                <a:uFillTx/>
                <a:latin typeface="Arial"/>
                <a:ea typeface="+mn-ea"/>
                <a:cs typeface="+mn-cs"/>
              </a:rPr>
              <a:t>) quasi-static co-simulation: Analysis and comparison of </a:t>
            </a:r>
            <a:r>
              <a:rPr kumimoji="0" lang="en-US" sz="1100" i="0" u="none" strike="noStrike" kern="1200" cap="none" spc="0" normalizeH="0" baseline="0" noProof="0" dirty="0" err="1">
                <a:ln>
                  <a:noFill/>
                </a:ln>
                <a:solidFill>
                  <a:srgbClr val="262626"/>
                </a:solidFill>
                <a:effectLst/>
                <a:uLnTx/>
                <a:uFillTx/>
                <a:latin typeface="Arial"/>
                <a:ea typeface="+mn-ea"/>
                <a:cs typeface="+mn-cs"/>
              </a:rPr>
              <a:t>t&amp;d</a:t>
            </a:r>
            <a:r>
              <a:rPr kumimoji="0" lang="en-US" sz="1100" i="0" u="none" strike="noStrike" kern="1200" cap="none" spc="0" normalizeH="0" baseline="0" noProof="0" dirty="0">
                <a:ln>
                  <a:noFill/>
                </a:ln>
                <a:solidFill>
                  <a:srgbClr val="262626"/>
                </a:solidFill>
                <a:effectLst/>
                <a:uLnTx/>
                <a:uFillTx/>
                <a:latin typeface="Arial"/>
                <a:ea typeface="+mn-ea"/>
                <a:cs typeface="+mn-cs"/>
              </a:rPr>
              <a:t> coupling strength,” IEEE Access, vol. PP, pp. 1–1, 06 2020.</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[9]Z. Li, Q. Guo, and J. Wang, “Coordinated transmission and distribution ac optimal power flow,” IEEE Transactions on Smart Grid, vol. PP, pp.1–1, 06 2016.</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[10]B. </a:t>
            </a:r>
            <a:r>
              <a:rPr kumimoji="0" lang="en-US" sz="1100" i="0" u="none" strike="noStrike" kern="1200" cap="none" spc="0" normalizeH="0" baseline="0" noProof="0" dirty="0" err="1">
                <a:ln>
                  <a:noFill/>
                </a:ln>
                <a:solidFill>
                  <a:srgbClr val="262626"/>
                </a:solidFill>
                <a:effectLst/>
                <a:uLnTx/>
                <a:uFillTx/>
                <a:latin typeface="Arial"/>
                <a:ea typeface="+mn-ea"/>
                <a:cs typeface="+mn-cs"/>
              </a:rPr>
              <a:t>Palmintier</a:t>
            </a:r>
            <a:r>
              <a:rPr kumimoji="0" lang="en-US" sz="1100" i="0" u="none" strike="noStrike" kern="1200" cap="none" spc="0" normalizeH="0" baseline="0" noProof="0" dirty="0">
                <a:ln>
                  <a:noFill/>
                </a:ln>
                <a:solidFill>
                  <a:srgbClr val="262626"/>
                </a:solidFill>
                <a:effectLst/>
                <a:uLnTx/>
                <a:uFillTx/>
                <a:latin typeface="Arial"/>
                <a:ea typeface="+mn-ea"/>
                <a:cs typeface="+mn-cs"/>
              </a:rPr>
              <a:t>, E. Hale, T. M. Hansen, W. Jones, D. </a:t>
            </a:r>
            <a:r>
              <a:rPr kumimoji="0" lang="en-US" sz="1100" i="0" u="none" strike="noStrike" kern="1200" cap="none" spc="0" normalizeH="0" baseline="0" noProof="0" dirty="0" err="1">
                <a:ln>
                  <a:noFill/>
                </a:ln>
                <a:solidFill>
                  <a:srgbClr val="262626"/>
                </a:solidFill>
                <a:effectLst/>
                <a:uLnTx/>
                <a:uFillTx/>
                <a:latin typeface="Arial"/>
                <a:ea typeface="+mn-ea"/>
                <a:cs typeface="+mn-cs"/>
              </a:rPr>
              <a:t>Biagioni,H</a:t>
            </a:r>
            <a:r>
              <a:rPr kumimoji="0" lang="en-US" sz="1100" i="0" u="none" strike="noStrike" kern="1200" cap="none" spc="0" normalizeH="0" baseline="0" noProof="0" dirty="0">
                <a:ln>
                  <a:noFill/>
                </a:ln>
                <a:solidFill>
                  <a:srgbClr val="262626"/>
                </a:solidFill>
                <a:effectLst/>
                <a:uLnTx/>
                <a:uFillTx/>
                <a:latin typeface="Arial"/>
                <a:ea typeface="+mn-ea"/>
                <a:cs typeface="+mn-cs"/>
              </a:rPr>
              <a:t>. Sorensen, H. Wu, and B.-M. Hodge, “</a:t>
            </a:r>
            <a:r>
              <a:rPr kumimoji="0" lang="en-US" sz="1100" i="0" u="none" strike="noStrike" kern="1200" cap="none" spc="0" normalizeH="0" baseline="0" noProof="0" dirty="0" err="1">
                <a:ln>
                  <a:noFill/>
                </a:ln>
                <a:solidFill>
                  <a:srgbClr val="262626"/>
                </a:solidFill>
                <a:effectLst/>
                <a:uLnTx/>
                <a:uFillTx/>
                <a:latin typeface="Arial"/>
                <a:ea typeface="+mn-ea"/>
                <a:cs typeface="+mn-cs"/>
              </a:rPr>
              <a:t>Igms</a:t>
            </a:r>
            <a:r>
              <a:rPr kumimoji="0" lang="en-US" sz="1100" i="0" u="none" strike="noStrike" kern="1200" cap="none" spc="0" normalizeH="0" baseline="0" noProof="0" dirty="0">
                <a:ln>
                  <a:noFill/>
                </a:ln>
                <a:solidFill>
                  <a:srgbClr val="262626"/>
                </a:solidFill>
                <a:effectLst/>
                <a:uLnTx/>
                <a:uFillTx/>
                <a:latin typeface="Arial"/>
                <a:ea typeface="+mn-ea"/>
                <a:cs typeface="+mn-cs"/>
              </a:rPr>
              <a:t>: An integrated iso-to-appliance scale grid modeling system,” IEEE Transactions on </a:t>
            </a:r>
            <a:r>
              <a:rPr kumimoji="0" lang="en-US" sz="1100" i="0" u="none" strike="noStrike" kern="1200" cap="none" spc="0" normalizeH="0" baseline="0" noProof="0" dirty="0" err="1">
                <a:ln>
                  <a:noFill/>
                </a:ln>
                <a:solidFill>
                  <a:srgbClr val="262626"/>
                </a:solidFill>
                <a:effectLst/>
                <a:uLnTx/>
                <a:uFillTx/>
                <a:latin typeface="Arial"/>
                <a:ea typeface="+mn-ea"/>
                <a:cs typeface="+mn-cs"/>
              </a:rPr>
              <a:t>SmartGrid</a:t>
            </a:r>
            <a:r>
              <a:rPr kumimoji="0" lang="en-US" sz="1100" i="0" u="none" strike="noStrike" kern="1200" cap="none" spc="0" normalizeH="0" baseline="0" noProof="0" dirty="0">
                <a:ln>
                  <a:noFill/>
                </a:ln>
                <a:solidFill>
                  <a:srgbClr val="262626"/>
                </a:solidFill>
                <a:effectLst/>
                <a:uLnTx/>
                <a:uFillTx/>
                <a:latin typeface="Arial"/>
                <a:ea typeface="+mn-ea"/>
                <a:cs typeface="+mn-cs"/>
              </a:rPr>
              <a:t>, vol. 8, no. 3, pp. 1525–1534, 2017.</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[11]Q. Huang and V. Vittal, “Advanced </a:t>
            </a:r>
            <a:r>
              <a:rPr kumimoji="0" lang="en-US" sz="1100" i="0" u="none" strike="noStrike" kern="1200" cap="none" spc="0" normalizeH="0" baseline="0" noProof="0" dirty="0" err="1">
                <a:ln>
                  <a:noFill/>
                </a:ln>
                <a:solidFill>
                  <a:srgbClr val="262626"/>
                </a:solidFill>
                <a:effectLst/>
                <a:uLnTx/>
                <a:uFillTx/>
                <a:latin typeface="Arial"/>
                <a:ea typeface="+mn-ea"/>
                <a:cs typeface="+mn-cs"/>
              </a:rPr>
              <a:t>emt</a:t>
            </a:r>
            <a:r>
              <a:rPr kumimoji="0" lang="en-US" sz="1100" i="0" u="none" strike="noStrike" kern="1200" cap="none" spc="0" normalizeH="0" baseline="0" noProof="0" dirty="0">
                <a:ln>
                  <a:noFill/>
                </a:ln>
                <a:solidFill>
                  <a:srgbClr val="262626"/>
                </a:solidFill>
                <a:effectLst/>
                <a:uLnTx/>
                <a:uFillTx/>
                <a:latin typeface="Arial"/>
                <a:ea typeface="+mn-ea"/>
                <a:cs typeface="+mn-cs"/>
              </a:rPr>
              <a:t> and phasor-domain hybrid simulation with simulation mode switching capability for transmission and distribution systems,” IEEE Transactions on Power Systems, vol. 33,no. 6, pp. 6298–6308, 2018.</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[12]“Integrated transmission and distribution system power flow and dynamic simulation using mixed three-sequence/three-phase modeling,” IEEE Transactions on Power Systems, vol. 32, no. 5, pp. 3704–3714,2017.</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[13]H. Jain, A. Parchure, R. P. Broadwater, M. Dilek, and J. Woyak, “Three-phase dynamic simulation of power systems using combined transmission and distribution system models,” IEEE Transactions on Power Systems, vol. 31, no. 6, pp. 4517–4524, 2016.</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[14]M. A. Elizondo, F. K. Tuffner, and K. P. Schneider, “Three-phase unbalanced transient dynamics and power flow for modeling distribution systems with synchronous machines,” IEEE Transactions on Power Systems, vol. 31, no. 1, pp. 105–115, 2016.</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[15]A. Hariri and M. O. Faruque, “A hybrid simulation tool for the study of </a:t>
            </a:r>
            <a:r>
              <a:rPr kumimoji="0" lang="en-US" sz="1100" i="0" u="none" strike="noStrike" kern="1200" cap="none" spc="0" normalizeH="0" baseline="0" noProof="0" dirty="0" err="1">
                <a:ln>
                  <a:noFill/>
                </a:ln>
                <a:solidFill>
                  <a:srgbClr val="262626"/>
                </a:solidFill>
                <a:effectLst/>
                <a:uLnTx/>
                <a:uFillTx/>
                <a:latin typeface="Arial"/>
                <a:ea typeface="+mn-ea"/>
                <a:cs typeface="+mn-cs"/>
              </a:rPr>
              <a:t>pv</a:t>
            </a:r>
            <a:r>
              <a:rPr kumimoji="0" lang="en-US" sz="1100" i="0" u="none" strike="noStrike" kern="1200" cap="none" spc="0" normalizeH="0" baseline="0" noProof="0" dirty="0">
                <a:ln>
                  <a:noFill/>
                </a:ln>
                <a:solidFill>
                  <a:srgbClr val="262626"/>
                </a:solidFill>
                <a:effectLst/>
                <a:uLnTx/>
                <a:uFillTx/>
                <a:latin typeface="Arial"/>
                <a:ea typeface="+mn-ea"/>
                <a:cs typeface="+mn-cs"/>
              </a:rPr>
              <a:t> integration impacts on distribution networks,” IEEE Transactions on Sustainable Energy, vol. 8, no. 2, pp. 648–657, 2017.</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[16]R. Venkatraman, S. K. Khaitan, and V. </a:t>
            </a:r>
            <a:r>
              <a:rPr kumimoji="0" lang="en-US" sz="1100" i="0" u="none" strike="noStrike" kern="1200" cap="none" spc="0" normalizeH="0" baseline="0" noProof="0" dirty="0" err="1">
                <a:ln>
                  <a:noFill/>
                </a:ln>
                <a:solidFill>
                  <a:srgbClr val="262626"/>
                </a:solidFill>
                <a:effectLst/>
                <a:uLnTx/>
                <a:uFillTx/>
                <a:latin typeface="Arial"/>
                <a:ea typeface="+mn-ea"/>
                <a:cs typeface="+mn-cs"/>
              </a:rPr>
              <a:t>Ajjarapu</a:t>
            </a:r>
            <a:r>
              <a:rPr kumimoji="0" lang="en-US" sz="1100" i="0" u="none" strike="noStrike" kern="1200" cap="none" spc="0" normalizeH="0" baseline="0" noProof="0" dirty="0">
                <a:ln>
                  <a:noFill/>
                </a:ln>
                <a:solidFill>
                  <a:srgbClr val="262626"/>
                </a:solidFill>
                <a:effectLst/>
                <a:uLnTx/>
                <a:uFillTx/>
                <a:latin typeface="Arial"/>
                <a:ea typeface="+mn-ea"/>
                <a:cs typeface="+mn-cs"/>
              </a:rPr>
              <a:t>, “Dynamic co-simulation methods for combined transmission-distribution system with integration time step impact on convergence,” IEEE Transactions on Power Systems, vol. 34, no. 2, pp. 1171–1181, 2019.</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262626"/>
                </a:solidFill>
                <a:effectLst/>
                <a:uLnTx/>
                <a:uFillTx/>
                <a:latin typeface="Arial"/>
                <a:ea typeface="+mn-ea"/>
                <a:cs typeface="+mn-cs"/>
              </a:rPr>
              <a:t>[17]R. Huang, R. Fan, J. Daily, A. Fisher, and J. Fuller, “An open-source framework for power system transmission and distribution dynamics co-simulation,” IET Generation, Transmission &amp; Distribution, vol. 11, 062017.</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effectLst/>
                <a:uLnTx/>
                <a:uFillTx/>
                <a:latin typeface="Arial"/>
                <a:ea typeface="+mn-ea"/>
                <a:cs typeface="+mn-cs"/>
              </a:rPr>
              <a:t>[18]W. Wang, X. Fang, H. Cui, F. Li, Y. Liu, and T. J. Overbye, “Transmission-and-distribution dynamic co-simulation framework </a:t>
            </a:r>
            <a:r>
              <a:rPr kumimoji="0" lang="en-US" sz="1100" i="0" u="none" strike="noStrike" kern="1200" cap="none" spc="0" normalizeH="0" baseline="0" noProof="0" dirty="0" err="1">
                <a:ln>
                  <a:noFill/>
                </a:ln>
                <a:effectLst/>
                <a:uLnTx/>
                <a:uFillTx/>
                <a:latin typeface="Arial"/>
                <a:ea typeface="+mn-ea"/>
                <a:cs typeface="+mn-cs"/>
              </a:rPr>
              <a:t>fordistributed</a:t>
            </a:r>
            <a:r>
              <a:rPr kumimoji="0" lang="en-US" sz="1100" i="0" u="none" strike="noStrike" kern="1200" cap="none" spc="0" normalizeH="0" baseline="0" noProof="0" dirty="0">
                <a:ln>
                  <a:noFill/>
                </a:ln>
                <a:effectLst/>
                <a:uLnTx/>
                <a:uFillTx/>
                <a:latin typeface="Arial"/>
                <a:ea typeface="+mn-ea"/>
                <a:cs typeface="+mn-cs"/>
              </a:rPr>
              <a:t> energy resource frequency response,” IEEE Transactions on Smart Grid, vol. 13, no. 1, pp. 482–495, 2022.</a:t>
            </a:r>
          </a:p>
        </p:txBody>
      </p:sp>
    </p:spTree>
    <p:extLst>
      <p:ext uri="{BB962C8B-B14F-4D97-AF65-F5344CB8AC3E}">
        <p14:creationId xmlns:p14="http://schemas.microsoft.com/office/powerpoint/2010/main" val="42024653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64FCF-846B-6139-969A-CDBE6544D53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4997815-B16E-C7F7-1D10-0A31B2A0D17F}"/>
              </a:ext>
            </a:extLst>
          </p:cNvPr>
          <p:cNvPicPr>
            <a:picLocks noChangeAspect="1"/>
          </p:cNvPicPr>
          <p:nvPr/>
        </p:nvPicPr>
        <p:blipFill>
          <a:blip r:embed="rId3"/>
          <a:stretch>
            <a:fillRect/>
          </a:stretch>
        </p:blipFill>
        <p:spPr>
          <a:xfrm>
            <a:off x="218151" y="1066800"/>
            <a:ext cx="5020023" cy="2906330"/>
          </a:xfrm>
          <a:prstGeom prst="rect">
            <a:avLst/>
          </a:prstGeom>
        </p:spPr>
      </p:pic>
      <p:sp>
        <p:nvSpPr>
          <p:cNvPr id="2" name="Title 1">
            <a:extLst>
              <a:ext uri="{FF2B5EF4-FFF2-40B4-BE49-F238E27FC236}">
                <a16:creationId xmlns:a16="http://schemas.microsoft.com/office/drawing/2014/main" id="{4F7B38B6-06D7-F946-0CB7-786472AE8CF1}"/>
              </a:ext>
            </a:extLst>
          </p:cNvPr>
          <p:cNvSpPr>
            <a:spLocks noGrp="1"/>
          </p:cNvSpPr>
          <p:nvPr>
            <p:ph type="title"/>
          </p:nvPr>
        </p:nvSpPr>
        <p:spPr/>
        <p:txBody>
          <a:bodyPr>
            <a:normAutofit fontScale="90000"/>
          </a:bodyPr>
          <a:lstStyle/>
          <a:p>
            <a:r>
              <a:rPr lang="en-US" dirty="0"/>
              <a:t>Appendix: case Studies : fault variation</a:t>
            </a:r>
          </a:p>
        </p:txBody>
      </p:sp>
      <p:sp>
        <p:nvSpPr>
          <p:cNvPr id="4" name="Slide Number Placeholder 3">
            <a:extLst>
              <a:ext uri="{FF2B5EF4-FFF2-40B4-BE49-F238E27FC236}">
                <a16:creationId xmlns:a16="http://schemas.microsoft.com/office/drawing/2014/main" id="{7EB6C3D5-E3A1-D313-1192-BB970D33BCB0}"/>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6ED6D2A9-D78D-B808-437D-AE5238996367}"/>
                  </a:ext>
                </a:extLst>
              </p:cNvPr>
              <p:cNvGraphicFramePr>
                <a:graphicFrameLocks noGrp="1"/>
              </p:cNvGraphicFramePr>
              <p:nvPr>
                <p:extLst>
                  <p:ext uri="{D42A27DB-BD31-4B8C-83A1-F6EECF244321}">
                    <p14:modId xmlns:p14="http://schemas.microsoft.com/office/powerpoint/2010/main" val="1463624250"/>
                  </p:ext>
                </p:extLst>
              </p:nvPr>
            </p:nvGraphicFramePr>
            <p:xfrm>
              <a:off x="5259070" y="1346382"/>
              <a:ext cx="6856730" cy="3414424"/>
            </p:xfrm>
            <a:graphic>
              <a:graphicData uri="http://schemas.openxmlformats.org/drawingml/2006/table">
                <a:tbl>
                  <a:tblPr/>
                  <a:tblGrid>
                    <a:gridCol w="1371346">
                      <a:extLst>
                        <a:ext uri="{9D8B030D-6E8A-4147-A177-3AD203B41FA5}">
                          <a16:colId xmlns:a16="http://schemas.microsoft.com/office/drawing/2014/main" val="1731542807"/>
                        </a:ext>
                      </a:extLst>
                    </a:gridCol>
                    <a:gridCol w="1371346">
                      <a:extLst>
                        <a:ext uri="{9D8B030D-6E8A-4147-A177-3AD203B41FA5}">
                          <a16:colId xmlns:a16="http://schemas.microsoft.com/office/drawing/2014/main" val="3538490321"/>
                        </a:ext>
                      </a:extLst>
                    </a:gridCol>
                    <a:gridCol w="1371346">
                      <a:extLst>
                        <a:ext uri="{9D8B030D-6E8A-4147-A177-3AD203B41FA5}">
                          <a16:colId xmlns:a16="http://schemas.microsoft.com/office/drawing/2014/main" val="571849099"/>
                        </a:ext>
                      </a:extLst>
                    </a:gridCol>
                    <a:gridCol w="1371346">
                      <a:extLst>
                        <a:ext uri="{9D8B030D-6E8A-4147-A177-3AD203B41FA5}">
                          <a16:colId xmlns:a16="http://schemas.microsoft.com/office/drawing/2014/main" val="2405257657"/>
                        </a:ext>
                      </a:extLst>
                    </a:gridCol>
                    <a:gridCol w="1371346">
                      <a:extLst>
                        <a:ext uri="{9D8B030D-6E8A-4147-A177-3AD203B41FA5}">
                          <a16:colId xmlns:a16="http://schemas.microsoft.com/office/drawing/2014/main" val="2112143365"/>
                        </a:ext>
                      </a:extLst>
                    </a:gridCol>
                  </a:tblGrid>
                  <a:tr h="257390">
                    <a:tc>
                      <a:txBody>
                        <a:bodyPr/>
                        <a:lstStyle/>
                        <a:p>
                          <a:pPr algn="ctr">
                            <a:buNone/>
                          </a:pPr>
                          <a:r>
                            <a:rPr lang="en-US" sz="1800" b="0" dirty="0">
                              <a:solidFill>
                                <a:schemeClr val="tx1"/>
                              </a:solidFill>
                              <a:effectLst/>
                              <a:latin typeface="+mn-lt"/>
                            </a:rPr>
                            <a:t>Scenarios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Fault type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Location</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Description</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a:solidFill>
                                <a:schemeClr val="tx1"/>
                              </a:solidFill>
                              <a:effectLst/>
                              <a:latin typeface="+mn-lt"/>
                            </a:rPr>
                            <a:t>Parameters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823697"/>
                      </a:ext>
                    </a:extLst>
                  </a:tr>
                  <a:tr h="688491">
                    <a:tc>
                      <a:txBody>
                        <a:bodyPr/>
                        <a:lstStyle/>
                        <a:p>
                          <a:pPr algn="ctr">
                            <a:buNone/>
                          </a:pPr>
                          <a:r>
                            <a:rPr lang="en-US" sz="1800" b="0" dirty="0">
                              <a:solidFill>
                                <a:schemeClr val="tx1"/>
                              </a:solidFill>
                              <a:effectLst/>
                              <a:latin typeface="+mn-lt"/>
                            </a:rPr>
                            <a:t>Bus 14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Bus 14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Interface and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800" b="0" i="1" smtClean="0">
                                      <a:solidFill>
                                        <a:schemeClr val="tx1"/>
                                      </a:solidFill>
                                      <a:effectLst/>
                                      <a:latin typeface="Cambria Math" panose="02040503050406030204" pitchFamily="18" charset="0"/>
                                    </a:rPr>
                                  </m:ctrlPr>
                                </m:sSubPr>
                                <m:e>
                                  <m:r>
                                    <a:rPr lang="en-US" sz="1800" b="0" i="1" smtClean="0">
                                      <a:solidFill>
                                        <a:schemeClr val="tx1"/>
                                      </a:solidFill>
                                      <a:effectLst/>
                                      <a:latin typeface="Cambria Math" panose="02040503050406030204" pitchFamily="18" charset="0"/>
                                    </a:rPr>
                                    <m:t>𝑟</m:t>
                                  </m:r>
                                </m:e>
                                <m:sub>
                                  <m:r>
                                    <a:rPr lang="en-US" sz="1800" b="0" i="1" smtClean="0">
                                      <a:solidFill>
                                        <a:schemeClr val="tx1"/>
                                      </a:solidFill>
                                      <a:effectLst/>
                                      <a:latin typeface="Cambria Math" panose="02040503050406030204" pitchFamily="18" charset="0"/>
                                    </a:rPr>
                                    <m:t>𝑓</m:t>
                                  </m:r>
                                </m:sub>
                              </m:sSub>
                              <m:r>
                                <a:rPr lang="en-US" sz="1800" b="0" i="1" smtClean="0">
                                  <a:solidFill>
                                    <a:schemeClr val="tx1"/>
                                  </a:solidFill>
                                  <a:effectLst/>
                                  <a:latin typeface="Cambria Math" panose="02040503050406030204" pitchFamily="18" charset="0"/>
                                </a:rPr>
                                <m:t>=0.0</m:t>
                              </m:r>
                            </m:oMath>
                          </a14:m>
                          <a:r>
                            <a:rPr lang="en-US" sz="1800" b="0" dirty="0">
                              <a:solidFill>
                                <a:schemeClr val="tx1"/>
                              </a:solidFill>
                              <a:effectLst/>
                              <a:latin typeface="+mn-lt"/>
                            </a:rPr>
                            <a:t>, </a:t>
                          </a:r>
                          <a14:m>
                            <m:oMath xmlns:m="http://schemas.openxmlformats.org/officeDocument/2006/math">
                              <m:sSub>
                                <m:sSubPr>
                                  <m:ctrlPr>
                                    <a:rPr lang="en-US" sz="1800" b="0" i="1" smtClean="0">
                                      <a:solidFill>
                                        <a:schemeClr val="tx1"/>
                                      </a:solidFill>
                                      <a:effectLst/>
                                      <a:latin typeface="Cambria Math" panose="02040503050406030204" pitchFamily="18" charset="0"/>
                                    </a:rPr>
                                  </m:ctrlPr>
                                </m:sSubPr>
                                <m:e>
                                  <m:r>
                                    <a:rPr lang="en-US" sz="1800" b="0" i="1" smtClean="0">
                                      <a:solidFill>
                                        <a:schemeClr val="tx1"/>
                                      </a:solidFill>
                                      <a:effectLst/>
                                      <a:latin typeface="Cambria Math" panose="02040503050406030204" pitchFamily="18" charset="0"/>
                                    </a:rPr>
                                    <m:t>𝑥</m:t>
                                  </m:r>
                                </m:e>
                                <m:sub>
                                  <m:r>
                                    <a:rPr lang="en-US" sz="1800" b="0" i="1" smtClean="0">
                                      <a:solidFill>
                                        <a:schemeClr val="tx1"/>
                                      </a:solidFill>
                                      <a:effectLst/>
                                      <a:latin typeface="Cambria Math" panose="02040503050406030204" pitchFamily="18" charset="0"/>
                                    </a:rPr>
                                    <m:t>𝑓</m:t>
                                  </m:r>
                                </m:sub>
                              </m:sSub>
                              <m:r>
                                <a:rPr lang="en-US" sz="1800" b="0" i="1" smtClean="0">
                                  <a:solidFill>
                                    <a:schemeClr val="tx1"/>
                                  </a:solidFill>
                                  <a:effectLst/>
                                  <a:latin typeface="Cambria Math" panose="02040503050406030204" pitchFamily="18" charset="0"/>
                                </a:rPr>
                                <m:t>=0.3</m:t>
                              </m:r>
                            </m:oMath>
                          </a14:m>
                          <a:endParaRPr lang="en-US" sz="18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7467417"/>
                      </a:ext>
                    </a:extLst>
                  </a:tr>
                  <a:tr h="688491">
                    <a:tc>
                      <a:txBody>
                        <a:bodyPr/>
                        <a:lstStyle/>
                        <a:p>
                          <a:pPr algn="ctr">
                            <a:buNone/>
                          </a:pPr>
                          <a:r>
                            <a:rPr lang="en-US" sz="1800" b="0" dirty="0">
                              <a:solidFill>
                                <a:schemeClr val="tx1"/>
                              </a:solidFill>
                              <a:effectLst/>
                              <a:latin typeface="+mn-lt"/>
                            </a:rPr>
                            <a:t>Bus 13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Bus 13</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Near interface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800" b="0" i="1" smtClean="0">
                                      <a:solidFill>
                                        <a:schemeClr val="tx1"/>
                                      </a:solidFill>
                                      <a:effectLst/>
                                      <a:latin typeface="Cambria Math" panose="02040503050406030204" pitchFamily="18" charset="0"/>
                                    </a:rPr>
                                  </m:ctrlPr>
                                </m:sSubPr>
                                <m:e>
                                  <m:r>
                                    <a:rPr lang="en-US" sz="1800" b="0" i="1" smtClean="0">
                                      <a:solidFill>
                                        <a:schemeClr val="tx1"/>
                                      </a:solidFill>
                                      <a:effectLst/>
                                      <a:latin typeface="Cambria Math" panose="02040503050406030204" pitchFamily="18" charset="0"/>
                                    </a:rPr>
                                    <m:t>𝑟</m:t>
                                  </m:r>
                                </m:e>
                                <m:sub>
                                  <m:r>
                                    <a:rPr lang="en-US" sz="1800" b="0" i="1" smtClean="0">
                                      <a:solidFill>
                                        <a:schemeClr val="tx1"/>
                                      </a:solidFill>
                                      <a:effectLst/>
                                      <a:latin typeface="Cambria Math" panose="02040503050406030204" pitchFamily="18" charset="0"/>
                                    </a:rPr>
                                    <m:t>𝑓</m:t>
                                  </m:r>
                                </m:sub>
                              </m:sSub>
                              <m:r>
                                <a:rPr lang="en-US" sz="1800" b="0" i="1" smtClean="0">
                                  <a:solidFill>
                                    <a:schemeClr val="tx1"/>
                                  </a:solidFill>
                                  <a:effectLst/>
                                  <a:latin typeface="Cambria Math" panose="02040503050406030204" pitchFamily="18" charset="0"/>
                                </a:rPr>
                                <m:t>=0.0</m:t>
                              </m:r>
                            </m:oMath>
                          </a14:m>
                          <a:r>
                            <a:rPr lang="en-US" sz="1800" b="0" dirty="0">
                              <a:solidFill>
                                <a:schemeClr val="tx1"/>
                              </a:solidFill>
                              <a:effectLst/>
                              <a:latin typeface="+mn-lt"/>
                            </a:rPr>
                            <a:t>, </a:t>
                          </a:r>
                          <a14:m>
                            <m:oMath xmlns:m="http://schemas.openxmlformats.org/officeDocument/2006/math">
                              <m:sSub>
                                <m:sSubPr>
                                  <m:ctrlPr>
                                    <a:rPr lang="en-US" sz="1800" b="0" i="1" smtClean="0">
                                      <a:solidFill>
                                        <a:schemeClr val="tx1"/>
                                      </a:solidFill>
                                      <a:effectLst/>
                                      <a:latin typeface="Cambria Math" panose="02040503050406030204" pitchFamily="18" charset="0"/>
                                    </a:rPr>
                                  </m:ctrlPr>
                                </m:sSubPr>
                                <m:e>
                                  <m:r>
                                    <a:rPr lang="en-US" sz="1800" b="0" i="1" smtClean="0">
                                      <a:solidFill>
                                        <a:schemeClr val="tx1"/>
                                      </a:solidFill>
                                      <a:effectLst/>
                                      <a:latin typeface="Cambria Math" panose="02040503050406030204" pitchFamily="18" charset="0"/>
                                    </a:rPr>
                                    <m:t>𝑥</m:t>
                                  </m:r>
                                </m:e>
                                <m:sub>
                                  <m:r>
                                    <a:rPr lang="en-US" sz="1800" b="0" i="1" smtClean="0">
                                      <a:solidFill>
                                        <a:schemeClr val="tx1"/>
                                      </a:solidFill>
                                      <a:effectLst/>
                                      <a:latin typeface="Cambria Math" panose="02040503050406030204" pitchFamily="18" charset="0"/>
                                    </a:rPr>
                                    <m:t>𝑓</m:t>
                                  </m:r>
                                </m:sub>
                              </m:sSub>
                              <m:r>
                                <a:rPr lang="en-US" sz="1800" b="0" i="1" smtClean="0">
                                  <a:solidFill>
                                    <a:schemeClr val="tx1"/>
                                  </a:solidFill>
                                  <a:effectLst/>
                                  <a:latin typeface="Cambria Math" panose="02040503050406030204" pitchFamily="18" charset="0"/>
                                </a:rPr>
                                <m:t>=0.3</m:t>
                              </m:r>
                            </m:oMath>
                          </a14:m>
                          <a:endParaRPr lang="en-US" sz="18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7773205"/>
                      </a:ext>
                    </a:extLst>
                  </a:tr>
                  <a:tr h="507568">
                    <a:tc>
                      <a:txBody>
                        <a:bodyPr/>
                        <a:lstStyle/>
                        <a:p>
                          <a:pPr algn="ctr">
                            <a:buNone/>
                          </a:pPr>
                          <a:r>
                            <a:rPr lang="en-US" sz="1800" b="0" dirty="0">
                              <a:solidFill>
                                <a:schemeClr val="tx1"/>
                              </a:solidFill>
                              <a:effectLst/>
                              <a:latin typeface="+mn-lt"/>
                            </a:rPr>
                            <a:t>Bus 8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Bus 8</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Remote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800" b="0" i="1" smtClean="0">
                                      <a:solidFill>
                                        <a:schemeClr val="tx1"/>
                                      </a:solidFill>
                                      <a:effectLst/>
                                      <a:latin typeface="Cambria Math" panose="02040503050406030204" pitchFamily="18" charset="0"/>
                                    </a:rPr>
                                  </m:ctrlPr>
                                </m:sSubPr>
                                <m:e>
                                  <m:r>
                                    <a:rPr lang="en-US" sz="1800" b="0" i="1" smtClean="0">
                                      <a:solidFill>
                                        <a:schemeClr val="tx1"/>
                                      </a:solidFill>
                                      <a:effectLst/>
                                      <a:latin typeface="Cambria Math" panose="02040503050406030204" pitchFamily="18" charset="0"/>
                                    </a:rPr>
                                    <m:t>𝑟</m:t>
                                  </m:r>
                                </m:e>
                                <m:sub>
                                  <m:r>
                                    <a:rPr lang="en-US" sz="1800" b="0" i="1" smtClean="0">
                                      <a:solidFill>
                                        <a:schemeClr val="tx1"/>
                                      </a:solidFill>
                                      <a:effectLst/>
                                      <a:latin typeface="Cambria Math" panose="02040503050406030204" pitchFamily="18" charset="0"/>
                                    </a:rPr>
                                    <m:t>𝑓</m:t>
                                  </m:r>
                                </m:sub>
                              </m:sSub>
                              <m:r>
                                <a:rPr lang="en-US" sz="1800" b="0" i="1" smtClean="0">
                                  <a:solidFill>
                                    <a:schemeClr val="tx1"/>
                                  </a:solidFill>
                                  <a:effectLst/>
                                  <a:latin typeface="Cambria Math" panose="02040503050406030204" pitchFamily="18" charset="0"/>
                                </a:rPr>
                                <m:t>=0.0</m:t>
                              </m:r>
                            </m:oMath>
                          </a14:m>
                          <a:r>
                            <a:rPr lang="en-US" sz="1800" b="0" dirty="0">
                              <a:solidFill>
                                <a:schemeClr val="tx1"/>
                              </a:solidFill>
                              <a:effectLst/>
                              <a:latin typeface="+mn-lt"/>
                            </a:rPr>
                            <a:t>, </a:t>
                          </a:r>
                          <a14:m>
                            <m:oMath xmlns:m="http://schemas.openxmlformats.org/officeDocument/2006/math">
                              <m:sSub>
                                <m:sSubPr>
                                  <m:ctrlPr>
                                    <a:rPr lang="en-US" sz="1800" b="0" i="1" smtClean="0">
                                      <a:solidFill>
                                        <a:schemeClr val="tx1"/>
                                      </a:solidFill>
                                      <a:effectLst/>
                                      <a:latin typeface="Cambria Math" panose="02040503050406030204" pitchFamily="18" charset="0"/>
                                    </a:rPr>
                                  </m:ctrlPr>
                                </m:sSubPr>
                                <m:e>
                                  <m:r>
                                    <a:rPr lang="en-US" sz="1800" b="0" i="1" smtClean="0">
                                      <a:solidFill>
                                        <a:schemeClr val="tx1"/>
                                      </a:solidFill>
                                      <a:effectLst/>
                                      <a:latin typeface="Cambria Math" panose="02040503050406030204" pitchFamily="18" charset="0"/>
                                    </a:rPr>
                                    <m:t>𝑥</m:t>
                                  </m:r>
                                </m:e>
                                <m:sub>
                                  <m:r>
                                    <a:rPr lang="en-US" sz="1800" b="0" i="1" smtClean="0">
                                      <a:solidFill>
                                        <a:schemeClr val="tx1"/>
                                      </a:solidFill>
                                      <a:effectLst/>
                                      <a:latin typeface="Cambria Math" panose="02040503050406030204" pitchFamily="18" charset="0"/>
                                    </a:rPr>
                                    <m:t>𝑓</m:t>
                                  </m:r>
                                </m:sub>
                              </m:sSub>
                              <m:r>
                                <a:rPr lang="en-US" sz="1800" b="0" i="1" smtClean="0">
                                  <a:solidFill>
                                    <a:schemeClr val="tx1"/>
                                  </a:solidFill>
                                  <a:effectLst/>
                                  <a:latin typeface="Cambria Math" panose="02040503050406030204" pitchFamily="18" charset="0"/>
                                </a:rPr>
                                <m:t>=0.3</m:t>
                              </m:r>
                            </m:oMath>
                          </a14:m>
                          <a:endParaRPr lang="en-US" sz="18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9433160"/>
                      </a:ext>
                    </a:extLst>
                  </a:tr>
                  <a:tr h="688491">
                    <a:tc>
                      <a:txBody>
                        <a:bodyPr/>
                        <a:lstStyle/>
                        <a:p>
                          <a:pPr algn="ctr">
                            <a:buNone/>
                          </a:pPr>
                          <a:r>
                            <a:rPr lang="en-US" sz="1800" b="0" dirty="0">
                              <a:solidFill>
                                <a:schemeClr val="tx1"/>
                              </a:solidFill>
                              <a:effectLst/>
                              <a:latin typeface="+mn-lt"/>
                            </a:rPr>
                            <a:t>Line 13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Temporary line trip/reclose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Line 13, bus 9-14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Line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23883"/>
                      </a:ext>
                    </a:extLst>
                  </a:tr>
                </a:tbl>
              </a:graphicData>
            </a:graphic>
          </p:graphicFrame>
        </mc:Choice>
        <mc:Fallback xmlns="">
          <p:graphicFrame>
            <p:nvGraphicFramePr>
              <p:cNvPr id="19" name="Table 18">
                <a:extLst>
                  <a:ext uri="{FF2B5EF4-FFF2-40B4-BE49-F238E27FC236}">
                    <a16:creationId xmlns:a16="http://schemas.microsoft.com/office/drawing/2014/main" id="{6ED6D2A9-D78D-B808-437D-AE5238996367}"/>
                  </a:ext>
                </a:extLst>
              </p:cNvPr>
              <p:cNvGraphicFramePr>
                <a:graphicFrameLocks noGrp="1"/>
              </p:cNvGraphicFramePr>
              <p:nvPr>
                <p:extLst>
                  <p:ext uri="{D42A27DB-BD31-4B8C-83A1-F6EECF244321}">
                    <p14:modId xmlns:p14="http://schemas.microsoft.com/office/powerpoint/2010/main" val="1463624250"/>
                  </p:ext>
                </p:extLst>
              </p:nvPr>
            </p:nvGraphicFramePr>
            <p:xfrm>
              <a:off x="5259070" y="1346382"/>
              <a:ext cx="6856730" cy="3414424"/>
            </p:xfrm>
            <a:graphic>
              <a:graphicData uri="http://schemas.openxmlformats.org/drawingml/2006/table">
                <a:tbl>
                  <a:tblPr/>
                  <a:tblGrid>
                    <a:gridCol w="1371346">
                      <a:extLst>
                        <a:ext uri="{9D8B030D-6E8A-4147-A177-3AD203B41FA5}">
                          <a16:colId xmlns:a16="http://schemas.microsoft.com/office/drawing/2014/main" val="1731542807"/>
                        </a:ext>
                      </a:extLst>
                    </a:gridCol>
                    <a:gridCol w="1371346">
                      <a:extLst>
                        <a:ext uri="{9D8B030D-6E8A-4147-A177-3AD203B41FA5}">
                          <a16:colId xmlns:a16="http://schemas.microsoft.com/office/drawing/2014/main" val="3538490321"/>
                        </a:ext>
                      </a:extLst>
                    </a:gridCol>
                    <a:gridCol w="1371346">
                      <a:extLst>
                        <a:ext uri="{9D8B030D-6E8A-4147-A177-3AD203B41FA5}">
                          <a16:colId xmlns:a16="http://schemas.microsoft.com/office/drawing/2014/main" val="571849099"/>
                        </a:ext>
                      </a:extLst>
                    </a:gridCol>
                    <a:gridCol w="1371346">
                      <a:extLst>
                        <a:ext uri="{9D8B030D-6E8A-4147-A177-3AD203B41FA5}">
                          <a16:colId xmlns:a16="http://schemas.microsoft.com/office/drawing/2014/main" val="2405257657"/>
                        </a:ext>
                      </a:extLst>
                    </a:gridCol>
                    <a:gridCol w="1371346">
                      <a:extLst>
                        <a:ext uri="{9D8B030D-6E8A-4147-A177-3AD203B41FA5}">
                          <a16:colId xmlns:a16="http://schemas.microsoft.com/office/drawing/2014/main" val="2112143365"/>
                        </a:ext>
                      </a:extLst>
                    </a:gridCol>
                  </a:tblGrid>
                  <a:tr h="327566">
                    <a:tc>
                      <a:txBody>
                        <a:bodyPr/>
                        <a:lstStyle/>
                        <a:p>
                          <a:pPr algn="ctr">
                            <a:buNone/>
                          </a:pPr>
                          <a:r>
                            <a:rPr lang="en-US" sz="1800" b="0" dirty="0">
                              <a:solidFill>
                                <a:schemeClr val="tx1"/>
                              </a:solidFill>
                              <a:effectLst/>
                              <a:latin typeface="+mn-lt"/>
                            </a:rPr>
                            <a:t>Scenarios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Fault type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Location</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Description</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a:solidFill>
                                <a:schemeClr val="tx1"/>
                              </a:solidFill>
                              <a:effectLst/>
                              <a:latin typeface="+mn-lt"/>
                            </a:rPr>
                            <a:t>Parameters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823697"/>
                      </a:ext>
                    </a:extLst>
                  </a:tr>
                  <a:tr h="688491">
                    <a:tc>
                      <a:txBody>
                        <a:bodyPr/>
                        <a:lstStyle/>
                        <a:p>
                          <a:pPr algn="ctr">
                            <a:buNone/>
                          </a:pPr>
                          <a:r>
                            <a:rPr lang="en-US" sz="1800" b="0" dirty="0">
                              <a:solidFill>
                                <a:schemeClr val="tx1"/>
                              </a:solidFill>
                              <a:effectLst/>
                              <a:latin typeface="+mn-lt"/>
                            </a:rPr>
                            <a:t>Bus 14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Bus 14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Interface and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889" t="-54867" r="-889" b="-365487"/>
                          </a:stretch>
                        </a:blipFill>
                      </a:tcPr>
                    </a:tc>
                    <a:extLst>
                      <a:ext uri="{0D108BD9-81ED-4DB2-BD59-A6C34878D82A}">
                        <a16:rowId xmlns:a16="http://schemas.microsoft.com/office/drawing/2014/main" val="987467417"/>
                      </a:ext>
                    </a:extLst>
                  </a:tr>
                  <a:tr h="876206">
                    <a:tc>
                      <a:txBody>
                        <a:bodyPr/>
                        <a:lstStyle/>
                        <a:p>
                          <a:pPr algn="ctr">
                            <a:buNone/>
                          </a:pPr>
                          <a:r>
                            <a:rPr lang="en-US" sz="1800" b="0" dirty="0">
                              <a:solidFill>
                                <a:schemeClr val="tx1"/>
                              </a:solidFill>
                              <a:effectLst/>
                              <a:latin typeface="+mn-lt"/>
                            </a:rPr>
                            <a:t>Bus 13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Bus 13</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Near interface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889" t="-121528" r="-889" b="-186806"/>
                          </a:stretch>
                        </a:blipFill>
                      </a:tcPr>
                    </a:tc>
                    <a:extLst>
                      <a:ext uri="{0D108BD9-81ED-4DB2-BD59-A6C34878D82A}">
                        <a16:rowId xmlns:a16="http://schemas.microsoft.com/office/drawing/2014/main" val="2647773205"/>
                      </a:ext>
                    </a:extLst>
                  </a:tr>
                  <a:tr h="645955">
                    <a:tc>
                      <a:txBody>
                        <a:bodyPr/>
                        <a:lstStyle/>
                        <a:p>
                          <a:pPr algn="ctr">
                            <a:buNone/>
                          </a:pPr>
                          <a:r>
                            <a:rPr lang="en-US" sz="1800" b="0" dirty="0">
                              <a:solidFill>
                                <a:schemeClr val="tx1"/>
                              </a:solidFill>
                              <a:effectLst/>
                              <a:latin typeface="+mn-lt"/>
                            </a:rPr>
                            <a:t>Bus 8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Bus 8</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Remote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0889" t="-300943" r="-889" b="-153774"/>
                          </a:stretch>
                        </a:blipFill>
                      </a:tcPr>
                    </a:tc>
                    <a:extLst>
                      <a:ext uri="{0D108BD9-81ED-4DB2-BD59-A6C34878D82A}">
                        <a16:rowId xmlns:a16="http://schemas.microsoft.com/office/drawing/2014/main" val="3139433160"/>
                      </a:ext>
                    </a:extLst>
                  </a:tr>
                  <a:tr h="876206">
                    <a:tc>
                      <a:txBody>
                        <a:bodyPr/>
                        <a:lstStyle/>
                        <a:p>
                          <a:pPr algn="ctr">
                            <a:buNone/>
                          </a:pPr>
                          <a:r>
                            <a:rPr lang="en-US" sz="1800" b="0" dirty="0">
                              <a:solidFill>
                                <a:schemeClr val="tx1"/>
                              </a:solidFill>
                              <a:effectLst/>
                              <a:latin typeface="+mn-lt"/>
                            </a:rPr>
                            <a:t>Line 13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Temporary line trip/reclose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Line 13, bus 9-14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Line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0" dirty="0">
                              <a:solidFill>
                                <a:schemeClr val="tx1"/>
                              </a:solidFill>
                              <a:effectLst/>
                              <a:latin typeface="+mn-lt"/>
                            </a:rPr>
                            <a: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23883"/>
                      </a:ext>
                    </a:extLst>
                  </a:tr>
                </a:tbl>
              </a:graphicData>
            </a:graphic>
          </p:graphicFrame>
        </mc:Fallback>
      </mc:AlternateContent>
      <p:pic>
        <p:nvPicPr>
          <p:cNvPr id="5" name="Picture 4">
            <a:extLst>
              <a:ext uri="{FF2B5EF4-FFF2-40B4-BE49-F238E27FC236}">
                <a16:creationId xmlns:a16="http://schemas.microsoft.com/office/drawing/2014/main" id="{68DC52BE-A358-CC98-445F-F14AB5830AA7}"/>
              </a:ext>
            </a:extLst>
          </p:cNvPr>
          <p:cNvPicPr>
            <a:picLocks noChangeAspect="1"/>
          </p:cNvPicPr>
          <p:nvPr/>
        </p:nvPicPr>
        <p:blipFill>
          <a:blip r:embed="rId5"/>
          <a:stretch>
            <a:fillRect/>
          </a:stretch>
        </p:blipFill>
        <p:spPr>
          <a:xfrm>
            <a:off x="228598" y="3929832"/>
            <a:ext cx="5020025" cy="2906330"/>
          </a:xfrm>
          <a:prstGeom prst="rect">
            <a:avLst/>
          </a:prstGeom>
        </p:spPr>
      </p:pic>
      <p:sp>
        <p:nvSpPr>
          <p:cNvPr id="8" name="Content Placeholder 2">
            <a:extLst>
              <a:ext uri="{FF2B5EF4-FFF2-40B4-BE49-F238E27FC236}">
                <a16:creationId xmlns:a16="http://schemas.microsoft.com/office/drawing/2014/main" id="{0298CE15-3D03-F4EC-0470-84A445E8CA0D}"/>
              </a:ext>
            </a:extLst>
          </p:cNvPr>
          <p:cNvSpPr txBox="1">
            <a:spLocks/>
          </p:cNvSpPr>
          <p:nvPr/>
        </p:nvSpPr>
        <p:spPr>
          <a:xfrm>
            <a:off x="5715000" y="999146"/>
            <a:ext cx="5574059" cy="359936"/>
          </a:xfrm>
          <a:prstGeom prst="rect">
            <a:avLst/>
          </a:prstGeom>
        </p:spPr>
        <p:txBody>
          <a:bodyPr vert="horz" lIns="91205" tIns="45604" rIns="91205" bIns="45604" rtlCol="0">
            <a:normAutofit lnSpcReduction="10000"/>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a:buClr>
                <a:srgbClr val="262626"/>
              </a:buClr>
              <a:buSzPct val="100000"/>
              <a:buNone/>
            </a:pPr>
            <a:r>
              <a:rPr kumimoji="0" lang="en-US" sz="1800" b="1" i="0" u="none" strike="noStrike" kern="1200" cap="none" spc="0" normalizeH="0" baseline="0" noProof="0" dirty="0">
                <a:ln>
                  <a:noFill/>
                </a:ln>
                <a:effectLst/>
                <a:uLnTx/>
                <a:uFillTx/>
                <a:latin typeface="Arial"/>
                <a:ea typeface="+mn-ea"/>
                <a:cs typeface="+mn-cs"/>
              </a:rPr>
              <a:t>Table3: Fault information</a:t>
            </a:r>
          </a:p>
        </p:txBody>
      </p:sp>
      <p:grpSp>
        <p:nvGrpSpPr>
          <p:cNvPr id="10" name="Group 9">
            <a:extLst>
              <a:ext uri="{FF2B5EF4-FFF2-40B4-BE49-F238E27FC236}">
                <a16:creationId xmlns:a16="http://schemas.microsoft.com/office/drawing/2014/main" id="{A7E1DE2D-CC4A-F06E-29AF-45324D1291F5}"/>
              </a:ext>
            </a:extLst>
          </p:cNvPr>
          <p:cNvGrpSpPr/>
          <p:nvPr/>
        </p:nvGrpSpPr>
        <p:grpSpPr>
          <a:xfrm>
            <a:off x="758219" y="873389"/>
            <a:ext cx="4130040" cy="386822"/>
            <a:chOff x="5153420" y="3448350"/>
            <a:chExt cx="4130040" cy="386822"/>
          </a:xfrm>
        </p:grpSpPr>
        <p:sp>
          <p:nvSpPr>
            <p:cNvPr id="11" name="Rectangle: Rounded Corners 10">
              <a:extLst>
                <a:ext uri="{FF2B5EF4-FFF2-40B4-BE49-F238E27FC236}">
                  <a16:creationId xmlns:a16="http://schemas.microsoft.com/office/drawing/2014/main" id="{BAC86201-1081-D40F-E4A2-0E076EE1FEB3}"/>
                </a:ext>
              </a:extLst>
            </p:cNvPr>
            <p:cNvSpPr/>
            <p:nvPr/>
          </p:nvSpPr>
          <p:spPr>
            <a:xfrm>
              <a:off x="5257800" y="3448350"/>
              <a:ext cx="3921281"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7B2C00E-EAB5-E5E2-ADE5-9106CC9B1898}"/>
                </a:ext>
              </a:extLst>
            </p:cNvPr>
            <p:cNvSpPr txBox="1"/>
            <p:nvPr/>
          </p:nvSpPr>
          <p:spPr>
            <a:xfrm>
              <a:off x="5153420" y="3465840"/>
              <a:ext cx="4130040" cy="369332"/>
            </a:xfrm>
            <a:prstGeom prst="rect">
              <a:avLst/>
            </a:prstGeom>
            <a:noFill/>
          </p:spPr>
          <p:txBody>
            <a:bodyPr wrap="square">
              <a:spAutoFit/>
            </a:bodyPr>
            <a:lstStyle/>
            <a:p>
              <a:pPr algn="ctr"/>
              <a:r>
                <a:rPr lang="en-US" b="1" dirty="0">
                  <a:solidFill>
                    <a:srgbClr val="000000"/>
                  </a:solidFill>
                </a:rPr>
                <a:t>Transmission voltage comparison</a:t>
              </a:r>
            </a:p>
          </p:txBody>
        </p:sp>
      </p:grpSp>
      <p:grpSp>
        <p:nvGrpSpPr>
          <p:cNvPr id="14" name="Group 13">
            <a:extLst>
              <a:ext uri="{FF2B5EF4-FFF2-40B4-BE49-F238E27FC236}">
                <a16:creationId xmlns:a16="http://schemas.microsoft.com/office/drawing/2014/main" id="{97F88CF4-6DB9-9E0F-26A9-793D2639914E}"/>
              </a:ext>
            </a:extLst>
          </p:cNvPr>
          <p:cNvGrpSpPr/>
          <p:nvPr/>
        </p:nvGrpSpPr>
        <p:grpSpPr>
          <a:xfrm>
            <a:off x="849899" y="3657600"/>
            <a:ext cx="4130040" cy="386822"/>
            <a:chOff x="5153420" y="3448350"/>
            <a:chExt cx="4130040" cy="386822"/>
          </a:xfrm>
        </p:grpSpPr>
        <p:sp>
          <p:nvSpPr>
            <p:cNvPr id="16" name="Rectangle: Rounded Corners 15">
              <a:extLst>
                <a:ext uri="{FF2B5EF4-FFF2-40B4-BE49-F238E27FC236}">
                  <a16:creationId xmlns:a16="http://schemas.microsoft.com/office/drawing/2014/main" id="{C1C414D8-C99F-06ED-8A89-0326FB3738CA}"/>
                </a:ext>
              </a:extLst>
            </p:cNvPr>
            <p:cNvSpPr/>
            <p:nvPr/>
          </p:nvSpPr>
          <p:spPr>
            <a:xfrm>
              <a:off x="5257800" y="3448350"/>
              <a:ext cx="3921281" cy="36933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B081EB0-1572-ED3A-C8AE-2A4D411A4429}"/>
                </a:ext>
              </a:extLst>
            </p:cNvPr>
            <p:cNvSpPr txBox="1"/>
            <p:nvPr/>
          </p:nvSpPr>
          <p:spPr>
            <a:xfrm>
              <a:off x="5153420" y="3465840"/>
              <a:ext cx="4130040" cy="369332"/>
            </a:xfrm>
            <a:prstGeom prst="rect">
              <a:avLst/>
            </a:prstGeom>
            <a:noFill/>
          </p:spPr>
          <p:txBody>
            <a:bodyPr wrap="square">
              <a:spAutoFit/>
            </a:bodyPr>
            <a:lstStyle/>
            <a:p>
              <a:pPr algn="ctr"/>
              <a:r>
                <a:rPr lang="en-US" b="1" dirty="0">
                  <a:solidFill>
                    <a:srgbClr val="000000"/>
                  </a:solidFill>
                </a:rPr>
                <a:t>Distribution voltage comparison</a:t>
              </a:r>
            </a:p>
          </p:txBody>
        </p:sp>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13DEC08-59E5-CAD3-AC8A-EE9101B7EC59}"/>
                  </a:ext>
                </a:extLst>
              </p:cNvPr>
              <p:cNvSpPr txBox="1"/>
              <p:nvPr/>
            </p:nvSpPr>
            <p:spPr>
              <a:xfrm>
                <a:off x="5639435" y="5108042"/>
                <a:ext cx="6096000" cy="1200329"/>
              </a:xfrm>
              <a:prstGeom prst="rect">
                <a:avLst/>
              </a:prstGeom>
              <a:noFill/>
            </p:spPr>
            <p:txBody>
              <a:bodyPr wrap="square">
                <a:spAutoFit/>
              </a:bodyPr>
              <a:lstStyle/>
              <a:p>
                <a:r>
                  <a:rPr lang="en-US" dirty="0"/>
                  <a:t>All the cases are applying the same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𝑚</m:t>
                        </m:r>
                      </m:sub>
                    </m:sSub>
                    <m:r>
                      <a:rPr lang="en-US" i="1">
                        <a:latin typeface="Cambria Math" panose="02040503050406030204" pitchFamily="18" charset="0"/>
                      </a:rPr>
                      <m:t>=</m:t>
                    </m:r>
                    <m:r>
                      <a:rPr lang="en-US" b="0" i="1" smtClean="0">
                        <a:latin typeface="Cambria Math" panose="02040503050406030204" pitchFamily="18" charset="0"/>
                      </a:rPr>
                      <m:t>1</m:t>
                    </m:r>
                  </m:oMath>
                </a14:m>
                <a:r>
                  <a:rPr lang="en-US" dirty="0"/>
                  <a:t>.</a:t>
                </a:r>
                <a:endParaRPr lang="en-US" dirty="0">
                  <a:solidFill>
                    <a:srgbClr val="000000"/>
                  </a:solidFill>
                </a:endParaRPr>
              </a:p>
              <a:p>
                <a:r>
                  <a:rPr lang="en-US" dirty="0">
                    <a:solidFill>
                      <a:srgbClr val="000000"/>
                    </a:solidFill>
                  </a:rPr>
                  <a:t>The FIDVR response occurs when a high motor share feeder is exposed to a strong near interface transmission fault.</a:t>
                </a:r>
              </a:p>
            </p:txBody>
          </p:sp>
        </mc:Choice>
        <mc:Fallback xmlns="">
          <p:sp>
            <p:nvSpPr>
              <p:cNvPr id="21" name="TextBox 20">
                <a:extLst>
                  <a:ext uri="{FF2B5EF4-FFF2-40B4-BE49-F238E27FC236}">
                    <a16:creationId xmlns:a16="http://schemas.microsoft.com/office/drawing/2014/main" id="{313DEC08-59E5-CAD3-AC8A-EE9101B7EC59}"/>
                  </a:ext>
                </a:extLst>
              </p:cNvPr>
              <p:cNvSpPr txBox="1">
                <a:spLocks noRot="1" noChangeAspect="1" noMove="1" noResize="1" noEditPoints="1" noAdjustHandles="1" noChangeArrowheads="1" noChangeShapeType="1" noTextEdit="1"/>
              </p:cNvSpPr>
              <p:nvPr/>
            </p:nvSpPr>
            <p:spPr>
              <a:xfrm>
                <a:off x="5639435" y="5108042"/>
                <a:ext cx="6096000" cy="1200329"/>
              </a:xfrm>
              <a:prstGeom prst="rect">
                <a:avLst/>
              </a:prstGeom>
              <a:blipFill>
                <a:blip r:embed="rId6"/>
                <a:stretch>
                  <a:fillRect l="-800" t="-3046" b="-7107"/>
                </a:stretch>
              </a:blipFill>
            </p:spPr>
            <p:txBody>
              <a:bodyPr/>
              <a:lstStyle/>
              <a:p>
                <a:r>
                  <a:rPr lang="en-US">
                    <a:noFill/>
                  </a:rPr>
                  <a:t> </a:t>
                </a:r>
              </a:p>
            </p:txBody>
          </p:sp>
        </mc:Fallback>
      </mc:AlternateContent>
      <p:sp>
        <p:nvSpPr>
          <p:cNvPr id="24" name="Rectangle 9">
            <a:extLst>
              <a:ext uri="{FF2B5EF4-FFF2-40B4-BE49-F238E27FC236}">
                <a16:creationId xmlns:a16="http://schemas.microsoft.com/office/drawing/2014/main" id="{6415A654-0B7A-BA79-9D92-6574A763A52E}"/>
              </a:ext>
            </a:extLst>
          </p:cNvPr>
          <p:cNvSpPr/>
          <p:nvPr/>
        </p:nvSpPr>
        <p:spPr>
          <a:xfrm>
            <a:off x="609601" y="4506633"/>
            <a:ext cx="4495800" cy="217767"/>
          </a:xfrm>
          <a:prstGeom prst="rect">
            <a:avLst/>
          </a:prstGeom>
          <a:solidFill>
            <a:schemeClr val="accent6">
              <a:lumMod val="40000"/>
              <a:lumOff val="60000"/>
              <a:alpha val="1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3513539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410EC-7257-A644-2721-1289E3DD4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CE46AE-61F1-64BA-A1F3-AB6A000B4C10}"/>
              </a:ext>
            </a:extLst>
          </p:cNvPr>
          <p:cNvSpPr>
            <a:spLocks noGrp="1"/>
          </p:cNvSpPr>
          <p:nvPr>
            <p:ph type="title"/>
          </p:nvPr>
        </p:nvSpPr>
        <p:spPr/>
        <p:txBody>
          <a:bodyPr>
            <a:normAutofit/>
          </a:bodyPr>
          <a:lstStyle/>
          <a:p>
            <a:r>
              <a:rPr lang="en-US" altLang="zh-CN" dirty="0"/>
              <a:t>Appendix: motor location</a:t>
            </a:r>
            <a:endParaRPr lang="en-US" dirty="0"/>
          </a:p>
        </p:txBody>
      </p:sp>
      <p:sp>
        <p:nvSpPr>
          <p:cNvPr id="4" name="Slide Number Placeholder 3">
            <a:extLst>
              <a:ext uri="{FF2B5EF4-FFF2-40B4-BE49-F238E27FC236}">
                <a16:creationId xmlns:a16="http://schemas.microsoft.com/office/drawing/2014/main" id="{CC1E16F2-B592-AC59-3FB4-A142C10CF495}"/>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
        <p:nvSpPr>
          <p:cNvPr id="3" name="Content Placeholder 2">
            <a:extLst>
              <a:ext uri="{FF2B5EF4-FFF2-40B4-BE49-F238E27FC236}">
                <a16:creationId xmlns:a16="http://schemas.microsoft.com/office/drawing/2014/main" id="{D618B9C1-3436-178F-018B-CF34E91E78C4}"/>
              </a:ext>
            </a:extLst>
          </p:cNvPr>
          <p:cNvSpPr txBox="1">
            <a:spLocks/>
          </p:cNvSpPr>
          <p:nvPr/>
        </p:nvSpPr>
        <p:spPr>
          <a:xfrm>
            <a:off x="533400" y="1012522"/>
            <a:ext cx="8686800" cy="914400"/>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51" rtl="0" eaLnBrk="1" fontAlgn="auto" latinLnBrk="0" hangingPunct="1">
              <a:lnSpc>
                <a:spcPct val="100000"/>
              </a:lnSpc>
              <a:spcBef>
                <a:spcPct val="20000"/>
              </a:spcBef>
              <a:spcAft>
                <a:spcPts val="0"/>
              </a:spcAft>
              <a:buClr>
                <a:srgbClr val="262626"/>
              </a:buClr>
              <a:buSzPct val="100000"/>
              <a:buFont typeface="Arial" pitchFamily="34" charset="0"/>
              <a:buNone/>
              <a:tabLst/>
              <a:defRPr/>
            </a:pPr>
            <a:r>
              <a:rPr kumimoji="0" lang="en-US" sz="1800" b="0" i="0" u="none" strike="noStrike" kern="1200" cap="none" spc="0" normalizeH="0" baseline="0" noProof="0" dirty="0">
                <a:ln>
                  <a:noFill/>
                </a:ln>
                <a:solidFill>
                  <a:srgbClr val="262626"/>
                </a:solidFill>
                <a:effectLst/>
                <a:uLnTx/>
                <a:uFillTx/>
                <a:latin typeface="Arial"/>
                <a:ea typeface="+mn-ea"/>
                <a:cs typeface="+mn-cs"/>
              </a:rPr>
              <a:t>FIDVR Setup: WECC Motor D places</a:t>
            </a:r>
          </a:p>
          <a:p>
            <a:pPr marL="0" marR="0" lvl="0" indent="0" algn="l" defTabSz="912051" rtl="0" eaLnBrk="1" fontAlgn="auto" latinLnBrk="0" hangingPunct="1">
              <a:lnSpc>
                <a:spcPct val="100000"/>
              </a:lnSpc>
              <a:spcBef>
                <a:spcPct val="20000"/>
              </a:spcBef>
              <a:spcAft>
                <a:spcPts val="0"/>
              </a:spcAft>
              <a:buClr>
                <a:srgbClr val="262626"/>
              </a:buClr>
              <a:buSzPct val="100000"/>
              <a:buFont typeface="Arial" pitchFamily="34" charset="0"/>
              <a:buNone/>
              <a:tabLst/>
              <a:defRPr/>
            </a:pPr>
            <a:r>
              <a:rPr kumimoji="0" lang="en-US" sz="1800" b="0" i="0" u="none" strike="noStrike" kern="1200" cap="none" spc="0" normalizeH="0" baseline="0" noProof="0" dirty="0">
                <a:ln>
                  <a:noFill/>
                </a:ln>
                <a:solidFill>
                  <a:srgbClr val="262626"/>
                </a:solidFill>
                <a:effectLst/>
                <a:uLnTx/>
                <a:uFillTx/>
                <a:latin typeface="Arial"/>
                <a:ea typeface="+mn-ea"/>
                <a:cs typeface="+mn-cs"/>
              </a:rPr>
              <a:t>Total Motor D size: 1911.0 kW.</a:t>
            </a:r>
          </a:p>
        </p:txBody>
      </p:sp>
      <p:graphicFrame>
        <p:nvGraphicFramePr>
          <p:cNvPr id="5" name="Table 4">
            <a:extLst>
              <a:ext uri="{FF2B5EF4-FFF2-40B4-BE49-F238E27FC236}">
                <a16:creationId xmlns:a16="http://schemas.microsoft.com/office/drawing/2014/main" id="{1E1DA2EC-9F2B-822B-7DAF-4FD28A2C95F6}"/>
              </a:ext>
            </a:extLst>
          </p:cNvPr>
          <p:cNvGraphicFramePr>
            <a:graphicFrameLocks noGrp="1"/>
          </p:cNvGraphicFramePr>
          <p:nvPr>
            <p:extLst>
              <p:ext uri="{D42A27DB-BD31-4B8C-83A1-F6EECF244321}">
                <p14:modId xmlns:p14="http://schemas.microsoft.com/office/powerpoint/2010/main" val="4207260780"/>
              </p:ext>
            </p:extLst>
          </p:nvPr>
        </p:nvGraphicFramePr>
        <p:xfrm>
          <a:off x="646680" y="1828800"/>
          <a:ext cx="10898640" cy="4550078"/>
        </p:xfrm>
        <a:graphic>
          <a:graphicData uri="http://schemas.openxmlformats.org/drawingml/2006/table">
            <a:tbl>
              <a:tblPr/>
              <a:tblGrid>
                <a:gridCol w="2724660">
                  <a:extLst>
                    <a:ext uri="{9D8B030D-6E8A-4147-A177-3AD203B41FA5}">
                      <a16:colId xmlns:a16="http://schemas.microsoft.com/office/drawing/2014/main" val="1371677693"/>
                    </a:ext>
                  </a:extLst>
                </a:gridCol>
                <a:gridCol w="2724660">
                  <a:extLst>
                    <a:ext uri="{9D8B030D-6E8A-4147-A177-3AD203B41FA5}">
                      <a16:colId xmlns:a16="http://schemas.microsoft.com/office/drawing/2014/main" val="3679560576"/>
                    </a:ext>
                  </a:extLst>
                </a:gridCol>
                <a:gridCol w="2724660">
                  <a:extLst>
                    <a:ext uri="{9D8B030D-6E8A-4147-A177-3AD203B41FA5}">
                      <a16:colId xmlns:a16="http://schemas.microsoft.com/office/drawing/2014/main" val="1585466671"/>
                    </a:ext>
                  </a:extLst>
                </a:gridCol>
                <a:gridCol w="2724660">
                  <a:extLst>
                    <a:ext uri="{9D8B030D-6E8A-4147-A177-3AD203B41FA5}">
                      <a16:colId xmlns:a16="http://schemas.microsoft.com/office/drawing/2014/main" val="2349440506"/>
                    </a:ext>
                  </a:extLst>
                </a:gridCol>
              </a:tblGrid>
              <a:tr h="348151">
                <a:tc>
                  <a:txBody>
                    <a:bodyPr/>
                    <a:lstStyle/>
                    <a:p>
                      <a:pPr algn="ctr">
                        <a:buNone/>
                      </a:pPr>
                      <a:r>
                        <a:rPr lang="en-US" sz="1800" b="1" dirty="0">
                          <a:solidFill>
                            <a:schemeClr val="tx1"/>
                          </a:solidFill>
                          <a:effectLst/>
                        </a:rPr>
                        <a:t>Motor D elements</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dirty="0">
                          <a:solidFill>
                            <a:schemeClr val="tx1"/>
                          </a:solidFill>
                          <a:effectLst/>
                        </a:rPr>
                        <a:t>Source load</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dirty="0">
                          <a:solidFill>
                            <a:schemeClr val="tx1"/>
                          </a:solidFill>
                          <a:effectLst/>
                        </a:rPr>
                        <a:t>Bus</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b="1" dirty="0">
                          <a:solidFill>
                            <a:schemeClr val="tx1"/>
                          </a:solidFill>
                          <a:effectLst/>
                        </a:rPr>
                        <a:t>kW</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8351738"/>
                  </a:ext>
                </a:extLst>
              </a:tr>
              <a:tr h="348151">
                <a:tc>
                  <a:txBody>
                    <a:bodyPr/>
                    <a:lstStyle/>
                    <a:p>
                      <a:pPr algn="ctr">
                        <a:buNone/>
                      </a:pPr>
                      <a:r>
                        <a:rPr lang="en-US" sz="1800">
                          <a:solidFill>
                            <a:schemeClr val="tx1"/>
                          </a:solidFill>
                          <a:effectLst/>
                          <a:latin typeface="Consolas" panose="020B0609020204030204" pitchFamily="49" charset="0"/>
                        </a:rPr>
                        <a:t>Load.weccmd_634a</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chemeClr val="tx1"/>
                          </a:solidFill>
                          <a:effectLst/>
                          <a:latin typeface="Consolas" panose="020B0609020204030204" pitchFamily="49" charset="0"/>
                        </a:rPr>
                        <a:t>634a</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chemeClr val="tx1"/>
                          </a:solidFill>
                          <a:effectLst/>
                          <a:latin typeface="Consolas" panose="020B0609020204030204" pitchFamily="49" charset="0"/>
                        </a:rPr>
                        <a:t>634.1</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rPr>
                        <a:t>160</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161156"/>
                  </a:ext>
                </a:extLst>
              </a:tr>
              <a:tr h="348151">
                <a:tc>
                  <a:txBody>
                    <a:bodyPr/>
                    <a:lstStyle/>
                    <a:p>
                      <a:pPr algn="ctr">
                        <a:buNone/>
                      </a:pPr>
                      <a:r>
                        <a:rPr lang="en-US" sz="1800" dirty="0">
                          <a:solidFill>
                            <a:schemeClr val="tx1"/>
                          </a:solidFill>
                          <a:effectLst/>
                          <a:latin typeface="Consolas" panose="020B0609020204030204" pitchFamily="49" charset="0"/>
                        </a:rPr>
                        <a:t>Load.weccmd_634b</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chemeClr val="tx1"/>
                          </a:solidFill>
                          <a:effectLst/>
                          <a:latin typeface="Consolas" panose="020B0609020204030204" pitchFamily="49" charset="0"/>
                        </a:rPr>
                        <a:t>634b</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634.2</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rPr>
                        <a:t>120</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4332078"/>
                  </a:ext>
                </a:extLst>
              </a:tr>
              <a:tr h="348151">
                <a:tc>
                  <a:txBody>
                    <a:bodyPr/>
                    <a:lstStyle/>
                    <a:p>
                      <a:pPr algn="ctr">
                        <a:buNone/>
                      </a:pPr>
                      <a:r>
                        <a:rPr lang="en-US" sz="1800">
                          <a:solidFill>
                            <a:schemeClr val="tx1"/>
                          </a:solidFill>
                          <a:effectLst/>
                          <a:latin typeface="Consolas" panose="020B0609020204030204" pitchFamily="49" charset="0"/>
                        </a:rPr>
                        <a:t>Load.weccmd_634c</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chemeClr val="tx1"/>
                          </a:solidFill>
                          <a:effectLst/>
                          <a:latin typeface="Consolas" panose="020B0609020204030204" pitchFamily="49" charset="0"/>
                        </a:rPr>
                        <a:t>634c</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chemeClr val="tx1"/>
                          </a:solidFill>
                          <a:effectLst/>
                          <a:latin typeface="Consolas" panose="020B0609020204030204" pitchFamily="49" charset="0"/>
                        </a:rPr>
                        <a:t>634.3</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rPr>
                        <a:t>120</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2782785"/>
                  </a:ext>
                </a:extLst>
              </a:tr>
              <a:tr h="348151">
                <a:tc>
                  <a:txBody>
                    <a:bodyPr/>
                    <a:lstStyle/>
                    <a:p>
                      <a:pPr algn="ctr">
                        <a:buNone/>
                      </a:pPr>
                      <a:r>
                        <a:rPr lang="en-US" sz="1800">
                          <a:solidFill>
                            <a:schemeClr val="tx1"/>
                          </a:solidFill>
                          <a:effectLst/>
                          <a:latin typeface="Consolas" panose="020B0609020204030204" pitchFamily="49" charset="0"/>
                        </a:rPr>
                        <a:t>Load.weccmd_645</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chemeClr val="tx1"/>
                          </a:solidFill>
                          <a:effectLst/>
                          <a:latin typeface="Consolas" panose="020B0609020204030204" pitchFamily="49" charset="0"/>
                        </a:rPr>
                        <a:t>645</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chemeClr val="tx1"/>
                          </a:solidFill>
                          <a:effectLst/>
                          <a:latin typeface="Consolas" panose="020B0609020204030204" pitchFamily="49" charset="0"/>
                        </a:rPr>
                        <a:t>645.2</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rPr>
                        <a:t>170</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3685583"/>
                  </a:ext>
                </a:extLst>
              </a:tr>
              <a:tr h="348151">
                <a:tc>
                  <a:txBody>
                    <a:bodyPr/>
                    <a:lstStyle/>
                    <a:p>
                      <a:pPr algn="ctr">
                        <a:buNone/>
                      </a:pPr>
                      <a:r>
                        <a:rPr lang="en-US" sz="1800" dirty="0">
                          <a:solidFill>
                            <a:schemeClr val="tx1"/>
                          </a:solidFill>
                          <a:effectLst/>
                          <a:latin typeface="Consolas" panose="020B0609020204030204" pitchFamily="49" charset="0"/>
                        </a:rPr>
                        <a:t>Load.weccmd_675a</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chemeClr val="tx1"/>
                          </a:solidFill>
                          <a:effectLst/>
                          <a:latin typeface="Consolas" panose="020B0609020204030204" pitchFamily="49" charset="0"/>
                        </a:rPr>
                        <a:t>675a</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675.1</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rPr>
                        <a:t>485</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2544087"/>
                  </a:ext>
                </a:extLst>
              </a:tr>
              <a:tr h="348151">
                <a:tc>
                  <a:txBody>
                    <a:bodyPr/>
                    <a:lstStyle/>
                    <a:p>
                      <a:pPr algn="ctr">
                        <a:buNone/>
                      </a:pPr>
                      <a:r>
                        <a:rPr lang="en-US" sz="1800">
                          <a:solidFill>
                            <a:schemeClr val="tx1"/>
                          </a:solidFill>
                          <a:effectLst/>
                          <a:latin typeface="Consolas" panose="020B0609020204030204" pitchFamily="49" charset="0"/>
                        </a:rPr>
                        <a:t>Load.weccmd_675b</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chemeClr val="tx1"/>
                          </a:solidFill>
                          <a:effectLst/>
                          <a:latin typeface="Consolas" panose="020B0609020204030204" pitchFamily="49" charset="0"/>
                        </a:rPr>
                        <a:t>675b</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675.2</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rPr>
                        <a:t>68</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211388"/>
                  </a:ext>
                </a:extLst>
              </a:tr>
              <a:tr h="348151">
                <a:tc>
                  <a:txBody>
                    <a:bodyPr/>
                    <a:lstStyle/>
                    <a:p>
                      <a:pPr algn="ctr">
                        <a:buNone/>
                      </a:pPr>
                      <a:r>
                        <a:rPr lang="en-US" sz="1800">
                          <a:solidFill>
                            <a:schemeClr val="tx1"/>
                          </a:solidFill>
                          <a:effectLst/>
                          <a:latin typeface="Consolas" panose="020B0609020204030204" pitchFamily="49" charset="0"/>
                        </a:rPr>
                        <a:t>Load.weccmd_675c</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chemeClr val="tx1"/>
                          </a:solidFill>
                          <a:effectLst/>
                          <a:latin typeface="Consolas" panose="020B0609020204030204" pitchFamily="49" charset="0"/>
                        </a:rPr>
                        <a:t>675c</a:t>
                      </a:r>
                      <a:endParaRPr lang="en-US" sz="1800" dirty="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675.3</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rPr>
                        <a:t>290</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5724940"/>
                  </a:ext>
                </a:extLst>
              </a:tr>
              <a:tr h="348151">
                <a:tc>
                  <a:txBody>
                    <a:bodyPr/>
                    <a:lstStyle/>
                    <a:p>
                      <a:pPr algn="ctr">
                        <a:buNone/>
                      </a:pPr>
                      <a:r>
                        <a:rPr lang="en-US" sz="1800">
                          <a:solidFill>
                            <a:schemeClr val="tx1"/>
                          </a:solidFill>
                          <a:effectLst/>
                          <a:latin typeface="Consolas" panose="020B0609020204030204" pitchFamily="49" charset="0"/>
                        </a:rPr>
                        <a:t>Load.weccmd_611</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611</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611.3</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rPr>
                        <a:t>170</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8104004"/>
                  </a:ext>
                </a:extLst>
              </a:tr>
              <a:tr h="348151">
                <a:tc>
                  <a:txBody>
                    <a:bodyPr/>
                    <a:lstStyle/>
                    <a:p>
                      <a:pPr algn="ctr">
                        <a:buNone/>
                      </a:pPr>
                      <a:r>
                        <a:rPr lang="en-US" sz="1800">
                          <a:solidFill>
                            <a:schemeClr val="tx1"/>
                          </a:solidFill>
                          <a:effectLst/>
                          <a:latin typeface="Consolas" panose="020B0609020204030204" pitchFamily="49" charset="0"/>
                        </a:rPr>
                        <a:t>Load.weccmd_652</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652</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652.1</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rPr>
                        <a:t>128</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6454645"/>
                  </a:ext>
                </a:extLst>
              </a:tr>
              <a:tr h="348151">
                <a:tc>
                  <a:txBody>
                    <a:bodyPr/>
                    <a:lstStyle/>
                    <a:p>
                      <a:pPr algn="ctr">
                        <a:buNone/>
                      </a:pPr>
                      <a:r>
                        <a:rPr lang="en-US" sz="1800">
                          <a:solidFill>
                            <a:schemeClr val="tx1"/>
                          </a:solidFill>
                          <a:effectLst/>
                          <a:latin typeface="Consolas" panose="020B0609020204030204" pitchFamily="49" charset="0"/>
                        </a:rPr>
                        <a:t>Load.weccmd_670a</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670a</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670.1</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rPr>
                        <a:t>17</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3490569"/>
                  </a:ext>
                </a:extLst>
              </a:tr>
              <a:tr h="348151">
                <a:tc>
                  <a:txBody>
                    <a:bodyPr/>
                    <a:lstStyle/>
                    <a:p>
                      <a:pPr algn="ctr">
                        <a:buNone/>
                      </a:pPr>
                      <a:r>
                        <a:rPr lang="en-US" sz="1800">
                          <a:solidFill>
                            <a:schemeClr val="tx1"/>
                          </a:solidFill>
                          <a:effectLst/>
                          <a:latin typeface="Consolas" panose="020B0609020204030204" pitchFamily="49" charset="0"/>
                        </a:rPr>
                        <a:t>Load.weccmd_670b</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670b</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670.2</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rPr>
                        <a:t>66</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6011359"/>
                  </a:ext>
                </a:extLst>
              </a:tr>
              <a:tr h="348151">
                <a:tc>
                  <a:txBody>
                    <a:bodyPr/>
                    <a:lstStyle/>
                    <a:p>
                      <a:pPr algn="ctr">
                        <a:buNone/>
                      </a:pPr>
                      <a:r>
                        <a:rPr lang="en-US" sz="1800">
                          <a:solidFill>
                            <a:schemeClr val="tx1"/>
                          </a:solidFill>
                          <a:effectLst/>
                          <a:latin typeface="Consolas" panose="020B0609020204030204" pitchFamily="49" charset="0"/>
                        </a:rPr>
                        <a:t>Load.weccmd_670c</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670c</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a:solidFill>
                            <a:schemeClr val="tx1"/>
                          </a:solidFill>
                          <a:effectLst/>
                          <a:latin typeface="Consolas" panose="020B0609020204030204" pitchFamily="49" charset="0"/>
                        </a:rPr>
                        <a:t>670.3</a:t>
                      </a:r>
                      <a:endParaRPr lang="en-US" sz="1800">
                        <a:solidFill>
                          <a:schemeClr val="tx1"/>
                        </a:solidFill>
                        <a:effectLst/>
                      </a:endParaRP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800" dirty="0">
                          <a:solidFill>
                            <a:schemeClr val="tx1"/>
                          </a:solidFill>
                          <a:effectLst/>
                        </a:rPr>
                        <a:t>117</a:t>
                      </a:r>
                    </a:p>
                  </a:txBody>
                  <a:tcPr marL="37843" marR="37843" marT="37843" marB="3784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939072"/>
                  </a:ext>
                </a:extLst>
              </a:tr>
            </a:tbl>
          </a:graphicData>
        </a:graphic>
      </p:graphicFrame>
    </p:spTree>
    <p:extLst>
      <p:ext uri="{BB962C8B-B14F-4D97-AF65-F5344CB8AC3E}">
        <p14:creationId xmlns:p14="http://schemas.microsoft.com/office/powerpoint/2010/main" val="1927549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CB20E-8A03-A69D-C350-CDFAD8FC1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1380A-0A53-B5F8-E13B-E5A23CEFABF3}"/>
              </a:ext>
            </a:extLst>
          </p:cNvPr>
          <p:cNvSpPr>
            <a:spLocks noGrp="1"/>
          </p:cNvSpPr>
          <p:nvPr>
            <p:ph type="title"/>
          </p:nvPr>
        </p:nvSpPr>
        <p:spPr/>
        <p:txBody>
          <a:bodyPr>
            <a:normAutofit/>
          </a:bodyPr>
          <a:lstStyle/>
          <a:p>
            <a:r>
              <a:rPr lang="en-US" altLang="zh-CN" dirty="0"/>
              <a:t>Appendix: motor data</a:t>
            </a:r>
            <a:endParaRPr lang="en-US" dirty="0"/>
          </a:p>
        </p:txBody>
      </p:sp>
      <p:sp>
        <p:nvSpPr>
          <p:cNvPr id="4" name="Slide Number Placeholder 3">
            <a:extLst>
              <a:ext uri="{FF2B5EF4-FFF2-40B4-BE49-F238E27FC236}">
                <a16:creationId xmlns:a16="http://schemas.microsoft.com/office/drawing/2014/main" id="{94541898-0ADD-A16C-D583-340C1F880D4F}"/>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
        <p:nvSpPr>
          <p:cNvPr id="3" name="Content Placeholder 2">
            <a:extLst>
              <a:ext uri="{FF2B5EF4-FFF2-40B4-BE49-F238E27FC236}">
                <a16:creationId xmlns:a16="http://schemas.microsoft.com/office/drawing/2014/main" id="{DBE3B7A3-F8C7-A77D-FA79-6BC7C7A1B6E1}"/>
              </a:ext>
            </a:extLst>
          </p:cNvPr>
          <p:cNvSpPr txBox="1">
            <a:spLocks/>
          </p:cNvSpPr>
          <p:nvPr/>
        </p:nvSpPr>
        <p:spPr>
          <a:xfrm>
            <a:off x="0" y="905758"/>
            <a:ext cx="8686800" cy="806954"/>
          </a:xfrm>
          <a:prstGeom prst="rect">
            <a:avLst/>
          </a:prstGeom>
        </p:spPr>
        <p:txBody>
          <a:bodyPr vert="horz" lIns="91205" tIns="45604" rIns="91205" bIns="45604" rtlCol="0">
            <a:norm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51" rtl="0" eaLnBrk="1" fontAlgn="auto" latinLnBrk="0" hangingPunct="1">
              <a:lnSpc>
                <a:spcPct val="100000"/>
              </a:lnSpc>
              <a:spcBef>
                <a:spcPct val="20000"/>
              </a:spcBef>
              <a:spcAft>
                <a:spcPts val="0"/>
              </a:spcAft>
              <a:buClr>
                <a:srgbClr val="262626"/>
              </a:buClr>
              <a:buSzPct val="100000"/>
              <a:buFont typeface="Arial" pitchFamily="34" charset="0"/>
              <a:buNone/>
              <a:tabLst/>
              <a:defRPr/>
            </a:pPr>
            <a:r>
              <a:rPr kumimoji="0" lang="en-US" sz="1800" b="0" i="0" u="none" strike="noStrike" kern="1200" cap="none" spc="0" normalizeH="0" baseline="0" noProof="0" dirty="0">
                <a:ln>
                  <a:noFill/>
                </a:ln>
                <a:solidFill>
                  <a:srgbClr val="262626"/>
                </a:solidFill>
                <a:effectLst/>
                <a:uLnTx/>
                <a:uFillTx/>
                <a:latin typeface="Arial"/>
                <a:ea typeface="+mn-ea"/>
                <a:cs typeface="+mn-cs"/>
              </a:rPr>
              <a:t>Parameters tuning</a:t>
            </a:r>
          </a:p>
        </p:txBody>
      </p:sp>
      <p:sp>
        <p:nvSpPr>
          <p:cNvPr id="12" name="TextBox 11">
            <a:extLst>
              <a:ext uri="{FF2B5EF4-FFF2-40B4-BE49-F238E27FC236}">
                <a16:creationId xmlns:a16="http://schemas.microsoft.com/office/drawing/2014/main" id="{D3FF407F-61D6-89CF-1F69-8438182BEBBD}"/>
              </a:ext>
            </a:extLst>
          </p:cNvPr>
          <p:cNvSpPr txBox="1"/>
          <p:nvPr/>
        </p:nvSpPr>
        <p:spPr>
          <a:xfrm>
            <a:off x="-4313" y="1398687"/>
            <a:ext cx="5871713" cy="5078313"/>
          </a:xfrm>
          <a:prstGeom prst="rect">
            <a:avLst/>
          </a:prstGeom>
          <a:noFill/>
        </p:spPr>
        <p:txBody>
          <a:bodyPr wrap="square">
            <a:spAutoFit/>
          </a:bodyPr>
          <a:lstStyle/>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TX_INTERFACE_BUS=14 TX_FAULT_BUS=14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TX_FAULT_TIME=1.0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TX_FAULT_DURATION=0.1\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TX_FAULT_RF=0.0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TX_FAULT_XF=0.35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TARGET_TIME=120.0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FEEDER_COUNT=1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TX_CASE_XLSX=ieee14_fault.xlsx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DIST_MASTER_DSS=13Bus/IEEE13Nodeckt.dss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DIST_VOLTAGE_BUS=675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DIST_LOAD_SCALE=1.0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FIDVR_MOTOR_SHARE=0.9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FIDVR_MOTOR_STALL_VOLTAGE_PU=0.82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FIDVR_MOTOR_STALL_CLEAR_VOLTAGE_PU=0.92\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FIDVR_STALL_KVAR_PER_KW=5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FIDVR_MOTOR_STALL_KVAR_SCALE=15.0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FIDVR_MOTOR_THERMAL_TRIP_TIME_S=8.0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FIDVR_MOTOR_RECONNECT_DELAY_S=25.0 \</a:t>
            </a:r>
          </a:p>
        </p:txBody>
      </p:sp>
      <p:sp>
        <p:nvSpPr>
          <p:cNvPr id="15" name="TextBox 14">
            <a:extLst>
              <a:ext uri="{FF2B5EF4-FFF2-40B4-BE49-F238E27FC236}">
                <a16:creationId xmlns:a16="http://schemas.microsoft.com/office/drawing/2014/main" id="{AE075513-3BA2-F23E-EB85-32527BECE3C3}"/>
              </a:ext>
            </a:extLst>
          </p:cNvPr>
          <p:cNvSpPr txBox="1"/>
          <p:nvPr/>
        </p:nvSpPr>
        <p:spPr>
          <a:xfrm>
            <a:off x="5766982" y="1016912"/>
            <a:ext cx="6348818" cy="5632311"/>
          </a:xfrm>
          <a:prstGeom prst="rect">
            <a:avLst/>
          </a:prstGeom>
          <a:noFill/>
        </p:spPr>
        <p:txBody>
          <a:bodyPr wrap="square">
            <a:spAutoFit/>
          </a:bodyPr>
          <a:lstStyle/>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FIDVR_ENABLE_CAP_CONTROL=0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FIDVR_ENABLE_REG_CONTROL=0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FINE_DT=0.002 COARSE_DT=0.05 COARSE_START=1.6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TX_TDS_STEP=0.03 FIDVR_ENABLE_CAP_CONTROL=1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FIDVR_ENABLE_REG_CONTROL=1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FIDVR_CAPACITOR_INITIAL_FRACTION=1.0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FIDVR_CAPACITOR_ON_VOLTAGE_PU=1.025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FIDVR_CAPACITOR_ON_DELAY_S=0.3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FIDVR_CAPACITOR_OFF_VOLTAGE_PU=0.9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FIDVR_CAPACITOR_OFF_DELAY_S=120.0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FIDVR_REGULATOR_MONITOR_BUS=675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FIDVR_REGULATOR_LOW_VOLTAGE_PU=0.93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FIDVR_REGULATOR_HIGH_VOLTAGE_PU=1.025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FIDVR_REGULATOR_DELAY_S=0.5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FIDVR_REGULATOR_TAP_DELAY_S=0.25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FIDVR_NONRESTARTABLE_FRACTION=0.0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FIDVR_CONTACTOR_FRACTION=0.10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FIDVR_MOTOR_RECONNECT_RAMP_S=1.5 \</a:t>
            </a:r>
          </a:p>
          <a:p>
            <a:pPr marL="0" marR="0" lvl="0" indent="0" algn="l" defTabSz="912051"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62626"/>
                </a:solidFill>
                <a:effectLst/>
                <a:uLnTx/>
                <a:uFillTx/>
                <a:latin typeface="Arial"/>
                <a:ea typeface="+mn-ea"/>
                <a:cs typeface="+mn-cs"/>
              </a:rPr>
              <a:t>FIDVR_MOTOR_GROUP_RESTORE_OFFSETS=0,0.5,1.0</a:t>
            </a:r>
          </a:p>
        </p:txBody>
      </p:sp>
    </p:spTree>
    <p:extLst>
      <p:ext uri="{BB962C8B-B14F-4D97-AF65-F5344CB8AC3E}">
        <p14:creationId xmlns:p14="http://schemas.microsoft.com/office/powerpoint/2010/main" val="557693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F2A4A-9218-13C2-3763-25755D630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038C2-A917-F83D-D29F-068EB26547EB}"/>
              </a:ext>
            </a:extLst>
          </p:cNvPr>
          <p:cNvSpPr>
            <a:spLocks noGrp="1"/>
          </p:cNvSpPr>
          <p:nvPr>
            <p:ph type="title"/>
          </p:nvPr>
        </p:nvSpPr>
        <p:spPr/>
        <p:txBody>
          <a:bodyPr>
            <a:normAutofit/>
          </a:bodyPr>
          <a:lstStyle/>
          <a:p>
            <a:r>
              <a:rPr lang="en-US" dirty="0"/>
              <a:t>Appendix: fault data</a:t>
            </a:r>
          </a:p>
        </p:txBody>
      </p:sp>
      <p:sp>
        <p:nvSpPr>
          <p:cNvPr id="4" name="Slide Number Placeholder 3">
            <a:extLst>
              <a:ext uri="{FF2B5EF4-FFF2-40B4-BE49-F238E27FC236}">
                <a16:creationId xmlns:a16="http://schemas.microsoft.com/office/drawing/2014/main" id="{003A00AC-9E82-94F8-588A-20C54447AC19}"/>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
        <p:nvSpPr>
          <p:cNvPr id="3" name="Content Placeholder 2">
            <a:extLst>
              <a:ext uri="{FF2B5EF4-FFF2-40B4-BE49-F238E27FC236}">
                <a16:creationId xmlns:a16="http://schemas.microsoft.com/office/drawing/2014/main" id="{522AF18C-F9B4-2EC0-A29B-747D8FB80899}"/>
              </a:ext>
            </a:extLst>
          </p:cNvPr>
          <p:cNvSpPr txBox="1">
            <a:spLocks/>
          </p:cNvSpPr>
          <p:nvPr/>
        </p:nvSpPr>
        <p:spPr>
          <a:xfrm>
            <a:off x="533400" y="1012522"/>
            <a:ext cx="8686800" cy="914400"/>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51" rtl="0" eaLnBrk="1" fontAlgn="auto" latinLnBrk="0" hangingPunct="1">
              <a:lnSpc>
                <a:spcPct val="100000"/>
              </a:lnSpc>
              <a:spcBef>
                <a:spcPct val="20000"/>
              </a:spcBef>
              <a:spcAft>
                <a:spcPts val="0"/>
              </a:spcAft>
              <a:buClr>
                <a:srgbClr val="262626"/>
              </a:buClr>
              <a:buSzPct val="100000"/>
              <a:buFont typeface="Arial" pitchFamily="34" charset="0"/>
              <a:buNone/>
              <a:tabLst/>
              <a:defRPr/>
            </a:pPr>
            <a:r>
              <a:rPr kumimoji="0" lang="en-US" sz="1800" b="0" i="0" u="none" strike="noStrike" kern="1200" cap="none" spc="0" normalizeH="0" baseline="0" noProof="0" dirty="0">
                <a:ln>
                  <a:noFill/>
                </a:ln>
                <a:solidFill>
                  <a:srgbClr val="262626"/>
                </a:solidFill>
                <a:effectLst/>
                <a:uLnTx/>
                <a:uFillTx/>
                <a:latin typeface="Arial"/>
                <a:ea typeface="+mn-ea"/>
                <a:cs typeface="+mn-cs"/>
              </a:rPr>
              <a:t>FIDVR test:</a:t>
            </a:r>
            <a:r>
              <a:rPr lang="en-US" sz="1800" dirty="0">
                <a:solidFill>
                  <a:srgbClr val="262626"/>
                </a:solidFill>
                <a:latin typeface="Arial"/>
              </a:rPr>
              <a:t> different faults parameters</a:t>
            </a:r>
            <a:endParaRPr kumimoji="0" lang="en-US" sz="1800" b="0" i="0" u="none" strike="noStrike" kern="1200" cap="none" spc="0" normalizeH="0" baseline="0" noProof="0" dirty="0">
              <a:ln>
                <a:noFill/>
              </a:ln>
              <a:solidFill>
                <a:srgbClr val="262626"/>
              </a:solidFill>
              <a:effectLst/>
              <a:uLnTx/>
              <a:uFillTx/>
              <a:latin typeface="Arial"/>
              <a:ea typeface="+mn-ea"/>
              <a:cs typeface="+mn-cs"/>
            </a:endParaRP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A03D6280-B200-D498-0C36-2B8FF02D2F79}"/>
                  </a:ext>
                </a:extLst>
              </p:cNvPr>
              <p:cNvGraphicFramePr>
                <a:graphicFrameLocks noGrp="1"/>
              </p:cNvGraphicFramePr>
              <p:nvPr>
                <p:extLst>
                  <p:ext uri="{D42A27DB-BD31-4B8C-83A1-F6EECF244321}">
                    <p14:modId xmlns:p14="http://schemas.microsoft.com/office/powerpoint/2010/main" val="2219254993"/>
                  </p:ext>
                </p:extLst>
              </p:nvPr>
            </p:nvGraphicFramePr>
            <p:xfrm>
              <a:off x="4839419" y="1212802"/>
              <a:ext cx="6583680" cy="5645198"/>
            </p:xfrm>
            <a:graphic>
              <a:graphicData uri="http://schemas.openxmlformats.org/drawingml/2006/table">
                <a:tbl>
                  <a:tblPr/>
                  <a:tblGrid>
                    <a:gridCol w="1316736">
                      <a:extLst>
                        <a:ext uri="{9D8B030D-6E8A-4147-A177-3AD203B41FA5}">
                          <a16:colId xmlns:a16="http://schemas.microsoft.com/office/drawing/2014/main" val="1731542807"/>
                        </a:ext>
                      </a:extLst>
                    </a:gridCol>
                    <a:gridCol w="1316736">
                      <a:extLst>
                        <a:ext uri="{9D8B030D-6E8A-4147-A177-3AD203B41FA5}">
                          <a16:colId xmlns:a16="http://schemas.microsoft.com/office/drawing/2014/main" val="3538490321"/>
                        </a:ext>
                      </a:extLst>
                    </a:gridCol>
                    <a:gridCol w="1316736">
                      <a:extLst>
                        <a:ext uri="{9D8B030D-6E8A-4147-A177-3AD203B41FA5}">
                          <a16:colId xmlns:a16="http://schemas.microsoft.com/office/drawing/2014/main" val="571849099"/>
                        </a:ext>
                      </a:extLst>
                    </a:gridCol>
                    <a:gridCol w="1316736">
                      <a:extLst>
                        <a:ext uri="{9D8B030D-6E8A-4147-A177-3AD203B41FA5}">
                          <a16:colId xmlns:a16="http://schemas.microsoft.com/office/drawing/2014/main" val="2405257657"/>
                        </a:ext>
                      </a:extLst>
                    </a:gridCol>
                    <a:gridCol w="1316736">
                      <a:extLst>
                        <a:ext uri="{9D8B030D-6E8A-4147-A177-3AD203B41FA5}">
                          <a16:colId xmlns:a16="http://schemas.microsoft.com/office/drawing/2014/main" val="2112143365"/>
                        </a:ext>
                      </a:extLst>
                    </a:gridCol>
                  </a:tblGrid>
                  <a:tr h="245745">
                    <a:tc>
                      <a:txBody>
                        <a:bodyPr/>
                        <a:lstStyle/>
                        <a:p>
                          <a:pPr algn="ctr">
                            <a:buNone/>
                          </a:pPr>
                          <a:r>
                            <a:rPr lang="en-US" sz="1300" b="0" dirty="0">
                              <a:solidFill>
                                <a:schemeClr val="tx1"/>
                              </a:solidFill>
                              <a:effectLst/>
                              <a:latin typeface="+mn-lt"/>
                            </a:rPr>
                            <a:t>Scenarios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Fault type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Location</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Description</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Parameters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823697"/>
                      </a:ext>
                    </a:extLst>
                  </a:tr>
                  <a:tr h="244934">
                    <a:tc>
                      <a:txBody>
                        <a:bodyPr/>
                        <a:lstStyle/>
                        <a:p>
                          <a:pPr algn="ctr">
                            <a:buNone/>
                          </a:pPr>
                          <a:r>
                            <a:rPr lang="en-US" sz="1300" b="0" dirty="0">
                              <a:solidFill>
                                <a:schemeClr val="tx1"/>
                              </a:solidFill>
                              <a:effectLst/>
                              <a:latin typeface="+mn-lt"/>
                            </a:rPr>
                            <a:t>Bus 14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Bus 14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Interface and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𝑟</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=0.0</m:t>
                              </m:r>
                            </m:oMath>
                          </a14:m>
                          <a:r>
                            <a:rPr lang="en-US" sz="1300" b="0" dirty="0">
                              <a:solidFill>
                                <a:schemeClr val="tx1"/>
                              </a:solidFill>
                              <a:effectLst/>
                              <a:latin typeface="+mn-lt"/>
                            </a:rPr>
                            <a:t>, </a:t>
                          </a: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𝑥</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=0.3</m:t>
                              </m:r>
                            </m:oMath>
                          </a14:m>
                          <a:endParaRPr lang="en-US" sz="13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7467417"/>
                      </a:ext>
                    </a:extLst>
                  </a:tr>
                  <a:tr h="436622">
                    <a:tc>
                      <a:txBody>
                        <a:bodyPr/>
                        <a:lstStyle/>
                        <a:p>
                          <a:pPr algn="ctr">
                            <a:buNone/>
                          </a:pPr>
                          <a:r>
                            <a:rPr lang="en-US" sz="1300" b="0" dirty="0">
                              <a:solidFill>
                                <a:schemeClr val="tx1"/>
                              </a:solidFill>
                              <a:effectLst/>
                              <a:latin typeface="+mn-lt"/>
                            </a:rPr>
                            <a:t>Bus 13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Bus 13</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Near interface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𝑟</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=0.0</m:t>
                              </m:r>
                            </m:oMath>
                          </a14:m>
                          <a:r>
                            <a:rPr lang="en-US" sz="1300" b="0" dirty="0">
                              <a:solidFill>
                                <a:schemeClr val="tx1"/>
                              </a:solidFill>
                              <a:effectLst/>
                              <a:latin typeface="+mn-lt"/>
                            </a:rPr>
                            <a:t>, </a:t>
                          </a: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𝑥</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=0.3</m:t>
                              </m:r>
                            </m:oMath>
                          </a14:m>
                          <a:endParaRPr lang="en-US" sz="13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7773205"/>
                      </a:ext>
                    </a:extLst>
                  </a:tr>
                  <a:tr h="436622">
                    <a:tc>
                      <a:txBody>
                        <a:bodyPr/>
                        <a:lstStyle/>
                        <a:p>
                          <a:pPr algn="ctr">
                            <a:buNone/>
                          </a:pPr>
                          <a:r>
                            <a:rPr lang="en-US" sz="1300" b="0">
                              <a:solidFill>
                                <a:schemeClr val="tx1"/>
                              </a:solidFill>
                              <a:effectLst/>
                              <a:latin typeface="+mn-lt"/>
                            </a:rPr>
                            <a:t>Bus 9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Bus 9</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Near interface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𝑟</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=0.0</m:t>
                              </m:r>
                            </m:oMath>
                          </a14:m>
                          <a:r>
                            <a:rPr lang="en-US" sz="1300" b="0" dirty="0">
                              <a:solidFill>
                                <a:schemeClr val="tx1"/>
                              </a:solidFill>
                              <a:effectLst/>
                              <a:latin typeface="+mn-lt"/>
                            </a:rPr>
                            <a:t>, </a:t>
                          </a: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𝑥</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=0.3</m:t>
                              </m:r>
                            </m:oMath>
                          </a14:m>
                          <a:endParaRPr lang="en-US" sz="13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3135903"/>
                      </a:ext>
                    </a:extLst>
                  </a:tr>
                  <a:tr h="244934">
                    <a:tc>
                      <a:txBody>
                        <a:bodyPr/>
                        <a:lstStyle/>
                        <a:p>
                          <a:pPr algn="ctr">
                            <a:buNone/>
                          </a:pPr>
                          <a:r>
                            <a:rPr lang="en-US" sz="1300" b="0">
                              <a:solidFill>
                                <a:schemeClr val="tx1"/>
                              </a:solidFill>
                              <a:effectLst/>
                              <a:latin typeface="+mn-lt"/>
                            </a:rPr>
                            <a:t>Bus 4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Bus 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Remote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𝑟</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=0.0</m:t>
                              </m:r>
                            </m:oMath>
                          </a14:m>
                          <a:r>
                            <a:rPr lang="en-US" sz="1300" b="0" dirty="0">
                              <a:solidFill>
                                <a:schemeClr val="tx1"/>
                              </a:solidFill>
                              <a:effectLst/>
                              <a:latin typeface="+mn-lt"/>
                            </a:rPr>
                            <a:t>, </a:t>
                          </a: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𝑥</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=0.3</m:t>
                              </m:r>
                            </m:oMath>
                          </a14:m>
                          <a:endParaRPr lang="en-US" sz="13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9433160"/>
                      </a:ext>
                    </a:extLst>
                  </a:tr>
                  <a:tr h="244934">
                    <a:tc>
                      <a:txBody>
                        <a:bodyPr/>
                        <a:lstStyle/>
                        <a:p>
                          <a:pPr algn="ctr">
                            <a:buNone/>
                          </a:pPr>
                          <a:r>
                            <a:rPr lang="en-US" sz="1300" b="0">
                              <a:solidFill>
                                <a:schemeClr val="tx1"/>
                              </a:solidFill>
                              <a:effectLst/>
                              <a:latin typeface="+mn-lt"/>
                            </a:rPr>
                            <a:t>Bus 10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Bus 10</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Remote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𝑟</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=0.0</m:t>
                              </m:r>
                            </m:oMath>
                          </a14:m>
                          <a:r>
                            <a:rPr lang="en-US" sz="1300" b="0" dirty="0">
                              <a:solidFill>
                                <a:schemeClr val="tx1"/>
                              </a:solidFill>
                              <a:effectLst/>
                              <a:latin typeface="+mn-lt"/>
                            </a:rPr>
                            <a:t>, </a:t>
                          </a: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𝑥</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=0.3</m:t>
                              </m:r>
                            </m:oMath>
                          </a14:m>
                          <a:endParaRPr lang="en-US" sz="13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6271960"/>
                      </a:ext>
                    </a:extLst>
                  </a:tr>
                  <a:tr h="244934">
                    <a:tc>
                      <a:txBody>
                        <a:bodyPr/>
                        <a:lstStyle/>
                        <a:p>
                          <a:pPr algn="ctr">
                            <a:buNone/>
                          </a:pPr>
                          <a:r>
                            <a:rPr lang="en-US" sz="1300" b="0" dirty="0">
                              <a:solidFill>
                                <a:schemeClr val="tx1"/>
                              </a:solidFill>
                              <a:effectLst/>
                              <a:latin typeface="+mn-lt"/>
                            </a:rPr>
                            <a:t>Bus 1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Bus 1</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Slack generator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𝑟</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=0.0</m:t>
                              </m:r>
                            </m:oMath>
                          </a14:m>
                          <a:r>
                            <a:rPr lang="en-US" sz="1300" b="0" dirty="0">
                              <a:solidFill>
                                <a:schemeClr val="tx1"/>
                              </a:solidFill>
                              <a:effectLst/>
                              <a:latin typeface="+mn-lt"/>
                            </a:rPr>
                            <a:t>, </a:t>
                          </a: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𝑥</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=0.3</m:t>
                              </m:r>
                            </m:oMath>
                          </a14:m>
                          <a:endParaRPr lang="en-US" sz="13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1857846"/>
                      </a:ext>
                    </a:extLst>
                  </a:tr>
                  <a:tr h="436622">
                    <a:tc>
                      <a:txBody>
                        <a:bodyPr/>
                        <a:lstStyle/>
                        <a:p>
                          <a:pPr algn="ctr">
                            <a:buNone/>
                          </a:pPr>
                          <a:r>
                            <a:rPr lang="en-US" sz="1300" b="0" dirty="0">
                              <a:solidFill>
                                <a:schemeClr val="tx1"/>
                              </a:solidFill>
                              <a:effectLst/>
                              <a:latin typeface="+mn-lt"/>
                            </a:rPr>
                            <a:t>Bus 6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Bus 6</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Generator and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𝑟</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=0.0</m:t>
                              </m:r>
                            </m:oMath>
                          </a14:m>
                          <a:r>
                            <a:rPr lang="en-US" sz="1300" b="0" dirty="0">
                              <a:solidFill>
                                <a:schemeClr val="tx1"/>
                              </a:solidFill>
                              <a:effectLst/>
                              <a:latin typeface="+mn-lt"/>
                            </a:rPr>
                            <a:t>, </a:t>
                          </a: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𝑥</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=0.3</m:t>
                              </m:r>
                            </m:oMath>
                          </a14:m>
                          <a:endParaRPr lang="en-US" sz="13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3415684"/>
                      </a:ext>
                    </a:extLst>
                  </a:tr>
                  <a:tr h="244934">
                    <a:tc>
                      <a:txBody>
                        <a:bodyPr/>
                        <a:lstStyle/>
                        <a:p>
                          <a:pPr algn="ctr">
                            <a:buNone/>
                          </a:pPr>
                          <a:r>
                            <a:rPr lang="en-US" sz="1300" b="0" dirty="0">
                              <a:solidFill>
                                <a:schemeClr val="tx1"/>
                              </a:solidFill>
                              <a:effectLst/>
                              <a:latin typeface="+mn-lt"/>
                            </a:rPr>
                            <a:t>Bus 8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Bus 8</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Generator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𝑟</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=0.0</m:t>
                              </m:r>
                            </m:oMath>
                          </a14:m>
                          <a:r>
                            <a:rPr lang="en-US" sz="1300" b="0" dirty="0">
                              <a:solidFill>
                                <a:schemeClr val="tx1"/>
                              </a:solidFill>
                              <a:effectLst/>
                              <a:latin typeface="+mn-lt"/>
                            </a:rPr>
                            <a:t>, </a:t>
                          </a:r>
                          <a14:m>
                            <m:oMath xmlns:m="http://schemas.openxmlformats.org/officeDocument/2006/math">
                              <m:sSub>
                                <m:sSubPr>
                                  <m:ctrlPr>
                                    <a:rPr lang="en-US" sz="1300" b="0" i="1" smtClean="0">
                                      <a:solidFill>
                                        <a:schemeClr val="tx1"/>
                                      </a:solidFill>
                                      <a:effectLst/>
                                      <a:latin typeface="Cambria Math" panose="02040503050406030204" pitchFamily="18" charset="0"/>
                                    </a:rPr>
                                  </m:ctrlPr>
                                </m:sSubPr>
                                <m:e>
                                  <m:r>
                                    <a:rPr lang="en-US" sz="1300" b="0" i="1" smtClean="0">
                                      <a:solidFill>
                                        <a:schemeClr val="tx1"/>
                                      </a:solidFill>
                                      <a:effectLst/>
                                      <a:latin typeface="Cambria Math" panose="02040503050406030204" pitchFamily="18" charset="0"/>
                                    </a:rPr>
                                    <m:t>𝑥</m:t>
                                  </m:r>
                                </m:e>
                                <m:sub>
                                  <m:r>
                                    <a:rPr lang="en-US" sz="1300" b="0" i="1" smtClean="0">
                                      <a:solidFill>
                                        <a:schemeClr val="tx1"/>
                                      </a:solidFill>
                                      <a:effectLst/>
                                      <a:latin typeface="Cambria Math" panose="02040503050406030204" pitchFamily="18" charset="0"/>
                                    </a:rPr>
                                    <m:t>𝑓</m:t>
                                  </m:r>
                                </m:sub>
                              </m:sSub>
                              <m:r>
                                <a:rPr lang="en-US" sz="1300" b="0" i="1" smtClean="0">
                                  <a:solidFill>
                                    <a:schemeClr val="tx1"/>
                                  </a:solidFill>
                                  <a:effectLst/>
                                  <a:latin typeface="Cambria Math" panose="02040503050406030204" pitchFamily="18" charset="0"/>
                                </a:rPr>
                                <m:t>=0.3</m:t>
                              </m:r>
                            </m:oMath>
                          </a14:m>
                          <a:endParaRPr lang="en-US" sz="1300" b="0" dirty="0">
                            <a:solidFill>
                              <a:schemeClr val="tx1"/>
                            </a:solidFill>
                            <a:effectLst/>
                            <a:latin typeface="+mn-lt"/>
                          </a:endParaRP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2281686"/>
                      </a:ext>
                    </a:extLst>
                  </a:tr>
                  <a:tr h="436622">
                    <a:tc>
                      <a:txBody>
                        <a:bodyPr/>
                        <a:lstStyle/>
                        <a:p>
                          <a:pPr algn="ctr">
                            <a:buNone/>
                          </a:pPr>
                          <a:r>
                            <a:rPr lang="en-US" sz="1300" b="0" dirty="0">
                              <a:solidFill>
                                <a:schemeClr val="tx1"/>
                              </a:solidFill>
                              <a:effectLst/>
                              <a:latin typeface="+mn-lt"/>
                            </a:rPr>
                            <a:t>Line 13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Temporary line trip/reclose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Line 13, bus 9-14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Interface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23883"/>
                      </a:ext>
                    </a:extLst>
                  </a:tr>
                  <a:tr h="436622">
                    <a:tc>
                      <a:txBody>
                        <a:bodyPr/>
                        <a:lstStyle/>
                        <a:p>
                          <a:pPr algn="ctr">
                            <a:buNone/>
                          </a:pPr>
                          <a:r>
                            <a:rPr lang="en-US" sz="1300" b="0">
                              <a:solidFill>
                                <a:schemeClr val="tx1"/>
                              </a:solidFill>
                              <a:effectLst/>
                              <a:latin typeface="+mn-lt"/>
                            </a:rPr>
                            <a:t>Line 16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Temporary line trip/reclose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Line 16, bus 13-14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Near interface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7629214"/>
                      </a:ext>
                    </a:extLst>
                  </a:tr>
                  <a:tr h="436622">
                    <a:tc>
                      <a:txBody>
                        <a:bodyPr/>
                        <a:lstStyle/>
                        <a:p>
                          <a:pPr algn="ctr">
                            <a:buNone/>
                          </a:pPr>
                          <a:r>
                            <a:rPr lang="en-US" sz="1300" b="0">
                              <a:solidFill>
                                <a:schemeClr val="tx1"/>
                              </a:solidFill>
                              <a:effectLst/>
                              <a:latin typeface="+mn-lt"/>
                            </a:rPr>
                            <a:t>Line 3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Temporary line trip/reclose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Line 3, bus 2-3</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Generator bus 2, bus3</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1326999"/>
                      </a:ext>
                    </a:extLst>
                  </a:tr>
                  <a:tr h="436622">
                    <a:tc>
                      <a:txBody>
                        <a:bodyPr/>
                        <a:lstStyle/>
                        <a:p>
                          <a:pPr algn="ctr">
                            <a:buNone/>
                          </a:pPr>
                          <a:r>
                            <a:rPr lang="en-US" sz="1300" b="0">
                              <a:solidFill>
                                <a:schemeClr val="tx1"/>
                              </a:solidFill>
                              <a:effectLst/>
                              <a:latin typeface="+mn-lt"/>
                            </a:rPr>
                            <a:t>Line 20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Temporary line trip/reclose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Line 20, bus 8-7</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Generator bus 8</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051748"/>
                      </a:ext>
                    </a:extLst>
                  </a:tr>
                </a:tbl>
              </a:graphicData>
            </a:graphic>
          </p:graphicFrame>
        </mc:Choice>
        <mc:Fallback xmlns="">
          <p:graphicFrame>
            <p:nvGraphicFramePr>
              <p:cNvPr id="6" name="Table 5">
                <a:extLst>
                  <a:ext uri="{FF2B5EF4-FFF2-40B4-BE49-F238E27FC236}">
                    <a16:creationId xmlns:a16="http://schemas.microsoft.com/office/drawing/2014/main" id="{A03D6280-B200-D498-0C36-2B8FF02D2F79}"/>
                  </a:ext>
                </a:extLst>
              </p:cNvPr>
              <p:cNvGraphicFramePr>
                <a:graphicFrameLocks noGrp="1"/>
              </p:cNvGraphicFramePr>
              <p:nvPr>
                <p:extLst>
                  <p:ext uri="{D42A27DB-BD31-4B8C-83A1-F6EECF244321}">
                    <p14:modId xmlns:p14="http://schemas.microsoft.com/office/powerpoint/2010/main" val="2219254993"/>
                  </p:ext>
                </p:extLst>
              </p:nvPr>
            </p:nvGraphicFramePr>
            <p:xfrm>
              <a:off x="4839419" y="1212802"/>
              <a:ext cx="6583680" cy="5645198"/>
            </p:xfrm>
            <a:graphic>
              <a:graphicData uri="http://schemas.openxmlformats.org/drawingml/2006/table">
                <a:tbl>
                  <a:tblPr/>
                  <a:tblGrid>
                    <a:gridCol w="1316736">
                      <a:extLst>
                        <a:ext uri="{9D8B030D-6E8A-4147-A177-3AD203B41FA5}">
                          <a16:colId xmlns:a16="http://schemas.microsoft.com/office/drawing/2014/main" val="1731542807"/>
                        </a:ext>
                      </a:extLst>
                    </a:gridCol>
                    <a:gridCol w="1316736">
                      <a:extLst>
                        <a:ext uri="{9D8B030D-6E8A-4147-A177-3AD203B41FA5}">
                          <a16:colId xmlns:a16="http://schemas.microsoft.com/office/drawing/2014/main" val="3538490321"/>
                        </a:ext>
                      </a:extLst>
                    </a:gridCol>
                    <a:gridCol w="1316736">
                      <a:extLst>
                        <a:ext uri="{9D8B030D-6E8A-4147-A177-3AD203B41FA5}">
                          <a16:colId xmlns:a16="http://schemas.microsoft.com/office/drawing/2014/main" val="571849099"/>
                        </a:ext>
                      </a:extLst>
                    </a:gridCol>
                    <a:gridCol w="1316736">
                      <a:extLst>
                        <a:ext uri="{9D8B030D-6E8A-4147-A177-3AD203B41FA5}">
                          <a16:colId xmlns:a16="http://schemas.microsoft.com/office/drawing/2014/main" val="2405257657"/>
                        </a:ext>
                      </a:extLst>
                    </a:gridCol>
                    <a:gridCol w="1316736">
                      <a:extLst>
                        <a:ext uri="{9D8B030D-6E8A-4147-A177-3AD203B41FA5}">
                          <a16:colId xmlns:a16="http://schemas.microsoft.com/office/drawing/2014/main" val="2112143365"/>
                        </a:ext>
                      </a:extLst>
                    </a:gridCol>
                  </a:tblGrid>
                  <a:tr h="251366">
                    <a:tc>
                      <a:txBody>
                        <a:bodyPr/>
                        <a:lstStyle/>
                        <a:p>
                          <a:pPr algn="ctr">
                            <a:buNone/>
                          </a:pPr>
                          <a:r>
                            <a:rPr lang="en-US" sz="1300" b="0" dirty="0">
                              <a:solidFill>
                                <a:schemeClr val="tx1"/>
                              </a:solidFill>
                              <a:effectLst/>
                              <a:latin typeface="+mn-lt"/>
                            </a:rPr>
                            <a:t>Scenarios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Fault type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Location</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Description</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Parameters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823697"/>
                      </a:ext>
                    </a:extLst>
                  </a:tr>
                  <a:tr h="449486">
                    <a:tc>
                      <a:txBody>
                        <a:bodyPr/>
                        <a:lstStyle/>
                        <a:p>
                          <a:pPr algn="ctr">
                            <a:buNone/>
                          </a:pPr>
                          <a:r>
                            <a:rPr lang="en-US" sz="1300" b="0" dirty="0">
                              <a:solidFill>
                                <a:schemeClr val="tx1"/>
                              </a:solidFill>
                              <a:effectLst/>
                              <a:latin typeface="+mn-lt"/>
                            </a:rPr>
                            <a:t>Bus 14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Bus 14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Interface and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926" t="-59459" r="-926" b="-1113514"/>
                          </a:stretch>
                        </a:blipFill>
                      </a:tcPr>
                    </a:tc>
                    <a:extLst>
                      <a:ext uri="{0D108BD9-81ED-4DB2-BD59-A6C34878D82A}">
                        <a16:rowId xmlns:a16="http://schemas.microsoft.com/office/drawing/2014/main" val="987467417"/>
                      </a:ext>
                    </a:extLst>
                  </a:tr>
                  <a:tr h="449486">
                    <a:tc>
                      <a:txBody>
                        <a:bodyPr/>
                        <a:lstStyle/>
                        <a:p>
                          <a:pPr algn="ctr">
                            <a:buNone/>
                          </a:pPr>
                          <a:r>
                            <a:rPr lang="en-US" sz="1300" b="0" dirty="0">
                              <a:solidFill>
                                <a:schemeClr val="tx1"/>
                              </a:solidFill>
                              <a:effectLst/>
                              <a:latin typeface="+mn-lt"/>
                            </a:rPr>
                            <a:t>Bus 13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Bus 13</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Near interface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926" t="-159459" r="-926" b="-1013514"/>
                          </a:stretch>
                        </a:blipFill>
                      </a:tcPr>
                    </a:tc>
                    <a:extLst>
                      <a:ext uri="{0D108BD9-81ED-4DB2-BD59-A6C34878D82A}">
                        <a16:rowId xmlns:a16="http://schemas.microsoft.com/office/drawing/2014/main" val="2647773205"/>
                      </a:ext>
                    </a:extLst>
                  </a:tr>
                  <a:tr h="449486">
                    <a:tc>
                      <a:txBody>
                        <a:bodyPr/>
                        <a:lstStyle/>
                        <a:p>
                          <a:pPr algn="ctr">
                            <a:buNone/>
                          </a:pPr>
                          <a:r>
                            <a:rPr lang="en-US" sz="1300" b="0">
                              <a:solidFill>
                                <a:schemeClr val="tx1"/>
                              </a:solidFill>
                              <a:effectLst/>
                              <a:latin typeface="+mn-lt"/>
                            </a:rPr>
                            <a:t>Bus 9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Bus 9</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Near interface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926" t="-259459" r="-926" b="-913514"/>
                          </a:stretch>
                        </a:blipFill>
                      </a:tcPr>
                    </a:tc>
                    <a:extLst>
                      <a:ext uri="{0D108BD9-81ED-4DB2-BD59-A6C34878D82A}">
                        <a16:rowId xmlns:a16="http://schemas.microsoft.com/office/drawing/2014/main" val="1163135903"/>
                      </a:ext>
                    </a:extLst>
                  </a:tr>
                  <a:tr h="449486">
                    <a:tc>
                      <a:txBody>
                        <a:bodyPr/>
                        <a:lstStyle/>
                        <a:p>
                          <a:pPr algn="ctr">
                            <a:buNone/>
                          </a:pPr>
                          <a:r>
                            <a:rPr lang="en-US" sz="1300" b="0">
                              <a:solidFill>
                                <a:schemeClr val="tx1"/>
                              </a:solidFill>
                              <a:effectLst/>
                              <a:latin typeface="+mn-lt"/>
                            </a:rPr>
                            <a:t>Bus 4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Bus 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Remote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926" t="-359459" r="-926" b="-813514"/>
                          </a:stretch>
                        </a:blipFill>
                      </a:tcPr>
                    </a:tc>
                    <a:extLst>
                      <a:ext uri="{0D108BD9-81ED-4DB2-BD59-A6C34878D82A}">
                        <a16:rowId xmlns:a16="http://schemas.microsoft.com/office/drawing/2014/main" val="3139433160"/>
                      </a:ext>
                    </a:extLst>
                  </a:tr>
                  <a:tr h="449486">
                    <a:tc>
                      <a:txBody>
                        <a:bodyPr/>
                        <a:lstStyle/>
                        <a:p>
                          <a:pPr algn="ctr">
                            <a:buNone/>
                          </a:pPr>
                          <a:r>
                            <a:rPr lang="en-US" sz="1300" b="0">
                              <a:solidFill>
                                <a:schemeClr val="tx1"/>
                              </a:solidFill>
                              <a:effectLst/>
                              <a:latin typeface="+mn-lt"/>
                            </a:rPr>
                            <a:t>Bus 10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Bus 10</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Remote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926" t="-465753" r="-926" b="-724658"/>
                          </a:stretch>
                        </a:blipFill>
                      </a:tcPr>
                    </a:tc>
                    <a:extLst>
                      <a:ext uri="{0D108BD9-81ED-4DB2-BD59-A6C34878D82A}">
                        <a16:rowId xmlns:a16="http://schemas.microsoft.com/office/drawing/2014/main" val="2736271960"/>
                      </a:ext>
                    </a:extLst>
                  </a:tr>
                  <a:tr h="449486">
                    <a:tc>
                      <a:txBody>
                        <a:bodyPr/>
                        <a:lstStyle/>
                        <a:p>
                          <a:pPr algn="ctr">
                            <a:buNone/>
                          </a:pPr>
                          <a:r>
                            <a:rPr lang="en-US" sz="1300" b="0" dirty="0">
                              <a:solidFill>
                                <a:schemeClr val="tx1"/>
                              </a:solidFill>
                              <a:effectLst/>
                              <a:latin typeface="+mn-lt"/>
                            </a:rPr>
                            <a:t>Bus 1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Bus 1</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Slack generator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926" t="-558108" r="-926" b="-614865"/>
                          </a:stretch>
                        </a:blipFill>
                      </a:tcPr>
                    </a:tc>
                    <a:extLst>
                      <a:ext uri="{0D108BD9-81ED-4DB2-BD59-A6C34878D82A}">
                        <a16:rowId xmlns:a16="http://schemas.microsoft.com/office/drawing/2014/main" val="2761857846"/>
                      </a:ext>
                    </a:extLst>
                  </a:tr>
                  <a:tr h="449486">
                    <a:tc>
                      <a:txBody>
                        <a:bodyPr/>
                        <a:lstStyle/>
                        <a:p>
                          <a:pPr algn="ctr">
                            <a:buNone/>
                          </a:pPr>
                          <a:r>
                            <a:rPr lang="en-US" sz="1300" b="0" dirty="0">
                              <a:solidFill>
                                <a:schemeClr val="tx1"/>
                              </a:solidFill>
                              <a:effectLst/>
                              <a:latin typeface="+mn-lt"/>
                            </a:rPr>
                            <a:t>Bus 6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Bus 6</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Generator and load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926" t="-658108" r="-926" b="-514865"/>
                          </a:stretch>
                        </a:blipFill>
                      </a:tcPr>
                    </a:tc>
                    <a:extLst>
                      <a:ext uri="{0D108BD9-81ED-4DB2-BD59-A6C34878D82A}">
                        <a16:rowId xmlns:a16="http://schemas.microsoft.com/office/drawing/2014/main" val="3463415684"/>
                      </a:ext>
                    </a:extLst>
                  </a:tr>
                  <a:tr h="449486">
                    <a:tc>
                      <a:txBody>
                        <a:bodyPr/>
                        <a:lstStyle/>
                        <a:p>
                          <a:pPr algn="ctr">
                            <a:buNone/>
                          </a:pPr>
                          <a:r>
                            <a:rPr lang="en-US" sz="1300" b="0" dirty="0">
                              <a:solidFill>
                                <a:schemeClr val="tx1"/>
                              </a:solidFill>
                              <a:effectLst/>
                              <a:latin typeface="+mn-lt"/>
                            </a:rPr>
                            <a:t>Bus 8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3-phase bus fault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Bus 8</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Generator bus</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00926" t="-758108" r="-926" b="-414865"/>
                          </a:stretch>
                        </a:blipFill>
                      </a:tcPr>
                    </a:tc>
                    <a:extLst>
                      <a:ext uri="{0D108BD9-81ED-4DB2-BD59-A6C34878D82A}">
                        <a16:rowId xmlns:a16="http://schemas.microsoft.com/office/drawing/2014/main" val="3332281686"/>
                      </a:ext>
                    </a:extLst>
                  </a:tr>
                  <a:tr h="449486">
                    <a:tc>
                      <a:txBody>
                        <a:bodyPr/>
                        <a:lstStyle/>
                        <a:p>
                          <a:pPr algn="ctr">
                            <a:buNone/>
                          </a:pPr>
                          <a:r>
                            <a:rPr lang="en-US" sz="1300" b="0" dirty="0">
                              <a:solidFill>
                                <a:schemeClr val="tx1"/>
                              </a:solidFill>
                              <a:effectLst/>
                              <a:latin typeface="+mn-lt"/>
                            </a:rPr>
                            <a:t>Line 13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Temporary line trip/reclose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Line 13, bus 9-14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Interface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23883"/>
                      </a:ext>
                    </a:extLst>
                  </a:tr>
                  <a:tr h="449486">
                    <a:tc>
                      <a:txBody>
                        <a:bodyPr/>
                        <a:lstStyle/>
                        <a:p>
                          <a:pPr algn="ctr">
                            <a:buNone/>
                          </a:pPr>
                          <a:r>
                            <a:rPr lang="en-US" sz="1300" b="0">
                              <a:solidFill>
                                <a:schemeClr val="tx1"/>
                              </a:solidFill>
                              <a:effectLst/>
                              <a:latin typeface="+mn-lt"/>
                            </a:rPr>
                            <a:t>Line 16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Temporary line trip/reclose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Line 16, bus 13-14</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Near interface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7629214"/>
                      </a:ext>
                    </a:extLst>
                  </a:tr>
                  <a:tr h="449486">
                    <a:tc>
                      <a:txBody>
                        <a:bodyPr/>
                        <a:lstStyle/>
                        <a:p>
                          <a:pPr algn="ctr">
                            <a:buNone/>
                          </a:pPr>
                          <a:r>
                            <a:rPr lang="en-US" sz="1300" b="0">
                              <a:solidFill>
                                <a:schemeClr val="tx1"/>
                              </a:solidFill>
                              <a:effectLst/>
                              <a:latin typeface="+mn-lt"/>
                            </a:rPr>
                            <a:t>Line 3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a:solidFill>
                                <a:schemeClr val="tx1"/>
                              </a:solidFill>
                              <a:effectLst/>
                              <a:latin typeface="+mn-lt"/>
                            </a:rPr>
                            <a:t>Temporary line trip/reclose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Line 3, bus 2-3</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Generator bus 2, bus3</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1326999"/>
                      </a:ext>
                    </a:extLst>
                  </a:tr>
                  <a:tr h="449486">
                    <a:tc>
                      <a:txBody>
                        <a:bodyPr/>
                        <a:lstStyle/>
                        <a:p>
                          <a:pPr algn="ctr">
                            <a:buNone/>
                          </a:pPr>
                          <a:r>
                            <a:rPr lang="en-US" sz="1300" b="0">
                              <a:solidFill>
                                <a:schemeClr val="tx1"/>
                              </a:solidFill>
                              <a:effectLst/>
                              <a:latin typeface="+mn-lt"/>
                            </a:rPr>
                            <a:t>Line 20 trip</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Temporary line trip/reclose</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Line 20, bus 8-7</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Generator bus 8</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300" b="0" dirty="0">
                              <a:solidFill>
                                <a:schemeClr val="tx1"/>
                              </a:solidFill>
                              <a:effectLst/>
                              <a:latin typeface="+mn-lt"/>
                            </a:rPr>
                            <a:t>/</a:t>
                          </a:r>
                        </a:p>
                      </a:txBody>
                      <a:tcPr marL="26623" marR="26623" marT="26623" marB="266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7051748"/>
                      </a:ext>
                    </a:extLst>
                  </a:tr>
                </a:tbl>
              </a:graphicData>
            </a:graphic>
          </p:graphicFrame>
        </mc:Fallback>
      </mc:AlternateContent>
    </p:spTree>
    <p:extLst>
      <p:ext uri="{BB962C8B-B14F-4D97-AF65-F5344CB8AC3E}">
        <p14:creationId xmlns:p14="http://schemas.microsoft.com/office/powerpoint/2010/main" val="3913087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63610-E055-3D91-8E50-789A2CF05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D439F-5EC3-7B7B-2C5F-E6046B932D1D}"/>
              </a:ext>
            </a:extLst>
          </p:cNvPr>
          <p:cNvSpPr>
            <a:spLocks noGrp="1"/>
          </p:cNvSpPr>
          <p:nvPr>
            <p:ph type="title"/>
          </p:nvPr>
        </p:nvSpPr>
        <p:spPr/>
        <p:txBody>
          <a:bodyPr>
            <a:normAutofit/>
          </a:bodyPr>
          <a:lstStyle/>
          <a:p>
            <a:r>
              <a:rPr lang="en-US" dirty="0"/>
              <a:t>Appendix: plots</a:t>
            </a:r>
          </a:p>
        </p:txBody>
      </p:sp>
      <p:sp>
        <p:nvSpPr>
          <p:cNvPr id="4" name="Slide Number Placeholder 3">
            <a:extLst>
              <a:ext uri="{FF2B5EF4-FFF2-40B4-BE49-F238E27FC236}">
                <a16:creationId xmlns:a16="http://schemas.microsoft.com/office/drawing/2014/main" id="{E0653E0B-7852-377D-A116-F3020B52E554}"/>
              </a:ext>
            </a:extLst>
          </p:cNvPr>
          <p:cNvSpPr>
            <a:spLocks noGrp="1"/>
          </p:cNvSpPr>
          <p:nvPr>
            <p:ph type="sldNum" sz="quarter" idx="12"/>
          </p:nvPr>
        </p:nvSpPr>
        <p:spPr/>
        <p:txBody>
          <a:bodyPr/>
          <a:lstStyle/>
          <a:p>
            <a:pPr marL="0" marR="0" lvl="0" indent="0" algn="r" defTabSz="912051" rtl="0" eaLnBrk="1" fontAlgn="auto" latinLnBrk="0" hangingPunct="1">
              <a:lnSpc>
                <a:spcPct val="100000"/>
              </a:lnSpc>
              <a:spcBef>
                <a:spcPts val="0"/>
              </a:spcBef>
              <a:spcAft>
                <a:spcPts val="0"/>
              </a:spcAft>
              <a:buClrTx/>
              <a:buSzTx/>
              <a:buFontTx/>
              <a:buNone/>
              <a:tabLst/>
              <a:defRPr/>
            </a:pPr>
            <a:fld id="{9C1C2826-D48C-44C5-84F4-35AA91AE3AFB}" type="slidenum">
              <a:rPr kumimoji="0" lang="en-US" sz="1200" b="0" i="0" u="none" strike="noStrike" kern="1200" cap="none" spc="0" normalizeH="0" baseline="0" noProof="0" smtClean="0">
                <a:ln>
                  <a:noFill/>
                </a:ln>
                <a:solidFill>
                  <a:srgbClr val="262626"/>
                </a:solidFill>
                <a:effectLst/>
                <a:uLnTx/>
                <a:uFillTx/>
                <a:latin typeface="Arial"/>
                <a:ea typeface="+mn-ea"/>
                <a:cs typeface="+mn-cs"/>
              </a:rPr>
              <a:pPr marL="0" marR="0" lvl="0" indent="0" algn="r" defTabSz="912051"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srgbClr val="262626"/>
              </a:solidFill>
              <a:effectLst/>
              <a:uLnTx/>
              <a:uFillTx/>
              <a:latin typeface="Arial"/>
              <a:ea typeface="+mn-ea"/>
              <a:cs typeface="+mn-cs"/>
            </a:endParaRPr>
          </a:p>
        </p:txBody>
      </p:sp>
      <p:sp>
        <p:nvSpPr>
          <p:cNvPr id="3" name="Content Placeholder 2">
            <a:extLst>
              <a:ext uri="{FF2B5EF4-FFF2-40B4-BE49-F238E27FC236}">
                <a16:creationId xmlns:a16="http://schemas.microsoft.com/office/drawing/2014/main" id="{344707FC-7A40-970C-765E-020C1EFC7B16}"/>
              </a:ext>
            </a:extLst>
          </p:cNvPr>
          <p:cNvSpPr txBox="1">
            <a:spLocks/>
          </p:cNvSpPr>
          <p:nvPr/>
        </p:nvSpPr>
        <p:spPr>
          <a:xfrm>
            <a:off x="533400" y="1012522"/>
            <a:ext cx="8686800" cy="914400"/>
          </a:xfrm>
          <a:prstGeom prst="rect">
            <a:avLst/>
          </a:prstGeom>
        </p:spPr>
        <p:txBody>
          <a:bodyPr vert="horz" lIns="91205" tIns="45604" rIns="91205" bIns="45604" rtlCol="0">
            <a:noAutofit/>
          </a:bodyPr>
          <a:lstStyle>
            <a:lvl1pPr marL="342019" indent="-342019" algn="l" defTabSz="912051"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1038" indent="-285013" algn="l" defTabSz="912051"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0063" indent="-228019" algn="l" defTabSz="912051"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6090"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21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0814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64166"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0191"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76213" indent="-228019" algn="l" defTabSz="91205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2051" rtl="0" eaLnBrk="1" fontAlgn="auto" latinLnBrk="0" hangingPunct="1">
              <a:lnSpc>
                <a:spcPct val="100000"/>
              </a:lnSpc>
              <a:spcBef>
                <a:spcPct val="20000"/>
              </a:spcBef>
              <a:spcAft>
                <a:spcPts val="0"/>
              </a:spcAft>
              <a:buClr>
                <a:srgbClr val="262626"/>
              </a:buClr>
              <a:buSzPct val="100000"/>
              <a:buFont typeface="Arial" pitchFamily="34" charset="0"/>
              <a:buNone/>
              <a:tabLst/>
              <a:defRPr/>
            </a:pPr>
            <a:r>
              <a:rPr kumimoji="0" lang="en-US" sz="1800" b="0" i="0" u="none" strike="noStrike" kern="1200" cap="none" spc="0" normalizeH="0" baseline="0" noProof="0" dirty="0">
                <a:ln>
                  <a:noFill/>
                </a:ln>
                <a:solidFill>
                  <a:srgbClr val="262626"/>
                </a:solidFill>
                <a:effectLst/>
                <a:uLnTx/>
                <a:uFillTx/>
                <a:latin typeface="Arial"/>
                <a:ea typeface="+mn-ea"/>
                <a:cs typeface="+mn-cs"/>
              </a:rPr>
              <a:t>FIDVR test: transmission side generator response</a:t>
            </a:r>
          </a:p>
        </p:txBody>
      </p:sp>
      <p:pic>
        <p:nvPicPr>
          <p:cNvPr id="5" name="Picture 4">
            <a:extLst>
              <a:ext uri="{FF2B5EF4-FFF2-40B4-BE49-F238E27FC236}">
                <a16:creationId xmlns:a16="http://schemas.microsoft.com/office/drawing/2014/main" id="{57B6AEA4-6F73-D29C-3CC1-DB1E7BA6681B}"/>
              </a:ext>
            </a:extLst>
          </p:cNvPr>
          <p:cNvPicPr>
            <a:picLocks noChangeAspect="1"/>
          </p:cNvPicPr>
          <p:nvPr/>
        </p:nvPicPr>
        <p:blipFill>
          <a:blip r:embed="rId3"/>
          <a:stretch>
            <a:fillRect/>
          </a:stretch>
        </p:blipFill>
        <p:spPr>
          <a:xfrm>
            <a:off x="6019800" y="1038662"/>
            <a:ext cx="4741494" cy="5832038"/>
          </a:xfrm>
          <a:prstGeom prst="rect">
            <a:avLst/>
          </a:prstGeom>
        </p:spPr>
      </p:pic>
    </p:spTree>
    <p:extLst>
      <p:ext uri="{BB962C8B-B14F-4D97-AF65-F5344CB8AC3E}">
        <p14:creationId xmlns:p14="http://schemas.microsoft.com/office/powerpoint/2010/main" val="2654591600"/>
      </p:ext>
    </p:extLst>
  </p:cSld>
  <p:clrMapOvr>
    <a:masterClrMapping/>
  </p:clrMapOvr>
</p:sld>
</file>

<file path=ppt/theme/theme1.xml><?xml version="1.0" encoding="utf-8"?>
<a:theme xmlns:a="http://schemas.openxmlformats.org/drawingml/2006/main" name="2016 FREEDM Template">
  <a:themeElements>
    <a:clrScheme name="FREEDM">
      <a:dk1>
        <a:srgbClr val="262626"/>
      </a:dk1>
      <a:lt1>
        <a:srgbClr val="FFFFFF"/>
      </a:lt1>
      <a:dk2>
        <a:srgbClr val="0A5036"/>
      </a:dk2>
      <a:lt2>
        <a:srgbClr val="E0E0E0"/>
      </a:lt2>
      <a:accent1>
        <a:srgbClr val="1D6E87"/>
      </a:accent1>
      <a:accent2>
        <a:srgbClr val="569728"/>
      </a:accent2>
      <a:accent3>
        <a:srgbClr val="BE0004"/>
      </a:accent3>
      <a:accent4>
        <a:srgbClr val="878781"/>
      </a:accent4>
      <a:accent5>
        <a:srgbClr val="000000"/>
      </a:accent5>
      <a:accent6>
        <a:srgbClr val="BE0004"/>
      </a:accent6>
      <a:hlink>
        <a:srgbClr val="0A5036"/>
      </a:hlink>
      <a:folHlink>
        <a:srgbClr val="1D6E87"/>
      </a:folHlink>
    </a:clrScheme>
    <a:fontScheme name="FREEDM">
      <a:majorFont>
        <a:latin typeface="Bell Gothic Std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FREEDM">
      <a:dk1>
        <a:srgbClr val="262626"/>
      </a:dk1>
      <a:lt1>
        <a:srgbClr val="FFFFFF"/>
      </a:lt1>
      <a:dk2>
        <a:srgbClr val="0A5036"/>
      </a:dk2>
      <a:lt2>
        <a:srgbClr val="E0E0E0"/>
      </a:lt2>
      <a:accent1>
        <a:srgbClr val="1D6E87"/>
      </a:accent1>
      <a:accent2>
        <a:srgbClr val="569728"/>
      </a:accent2>
      <a:accent3>
        <a:srgbClr val="BE0004"/>
      </a:accent3>
      <a:accent4>
        <a:srgbClr val="878781"/>
      </a:accent4>
      <a:accent5>
        <a:srgbClr val="000000"/>
      </a:accent5>
      <a:accent6>
        <a:srgbClr val="BE0004"/>
      </a:accent6>
      <a:hlink>
        <a:srgbClr val="0A5036"/>
      </a:hlink>
      <a:folHlink>
        <a:srgbClr val="1D6E87"/>
      </a:folHlink>
    </a:clrScheme>
    <a:fontScheme name="FREEDM">
      <a:majorFont>
        <a:latin typeface="Bell Gothic Std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FREEDM_Powerpoint_Template (4)</Template>
  <TotalTime>80877</TotalTime>
  <Words>4344</Words>
  <Application>Microsoft Office PowerPoint</Application>
  <PresentationFormat>Widescreen</PresentationFormat>
  <Paragraphs>672</Paragraphs>
  <Slides>30</Slides>
  <Notes>28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30</vt:i4>
      </vt:variant>
    </vt:vector>
  </HeadingPairs>
  <TitlesOfParts>
    <vt:vector size="37" baseType="lpstr">
      <vt:lpstr>Arial</vt:lpstr>
      <vt:lpstr>Calibri</vt:lpstr>
      <vt:lpstr>Cambria Math</vt:lpstr>
      <vt:lpstr>Consolas</vt:lpstr>
      <vt:lpstr>Times New Roman</vt:lpstr>
      <vt:lpstr>2016 FREEDM Template</vt:lpstr>
      <vt:lpstr>1_Office Theme</vt:lpstr>
      <vt:lpstr>Dynamic FIDVR Response in Transmission-Distribution Co-Simulation  </vt:lpstr>
      <vt:lpstr>Outline</vt:lpstr>
      <vt:lpstr>Introduction: motivation</vt:lpstr>
      <vt:lpstr>Introduction: background</vt:lpstr>
      <vt:lpstr>Literature Review</vt:lpstr>
      <vt:lpstr>Literature Review</vt:lpstr>
      <vt:lpstr>Literature Review: Co-simulation Framework</vt:lpstr>
      <vt:lpstr>Methodology: HELICS</vt:lpstr>
      <vt:lpstr>Methodology: Co-simulation</vt:lpstr>
      <vt:lpstr>Methodology: Motor</vt:lpstr>
      <vt:lpstr>Case Studies: validation</vt:lpstr>
      <vt:lpstr>Case Study: Test System</vt:lpstr>
      <vt:lpstr>Case Study: Test System</vt:lpstr>
      <vt:lpstr>Case Studies: Fault setup</vt:lpstr>
      <vt:lpstr>Case Studies: various motor share effect voltage recovery--benchmark</vt:lpstr>
      <vt:lpstr>Case Studies: feeder level voltage recovery</vt:lpstr>
      <vt:lpstr>Case Studies: fault variation</vt:lpstr>
      <vt:lpstr>Case Studies: FIDVR analysis</vt:lpstr>
      <vt:lpstr>Conclusion</vt:lpstr>
      <vt:lpstr>Selected reference</vt:lpstr>
      <vt:lpstr>Appendix</vt:lpstr>
      <vt:lpstr>Case Studies: FIDVR analysis</vt:lpstr>
      <vt:lpstr>Appendix: literature review</vt:lpstr>
      <vt:lpstr>Case Study: Test System</vt:lpstr>
      <vt:lpstr>Appendix: reference</vt:lpstr>
      <vt:lpstr>Appendix: case Studies : fault variation</vt:lpstr>
      <vt:lpstr>Appendix: motor location</vt:lpstr>
      <vt:lpstr>Appendix: motor data</vt:lpstr>
      <vt:lpstr>Appendix: fault data</vt:lpstr>
      <vt:lpstr>Appendix: plots</vt:lpstr>
    </vt:vector>
  </TitlesOfParts>
  <Company>North Carolina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Theresa Kallal</dc:creator>
  <cp:lastModifiedBy>Teng Wang</cp:lastModifiedBy>
  <cp:revision>151</cp:revision>
  <cp:lastPrinted>2015-07-07T15:34:04Z</cp:lastPrinted>
  <dcterms:created xsi:type="dcterms:W3CDTF">2017-01-04T19:14:42Z</dcterms:created>
  <dcterms:modified xsi:type="dcterms:W3CDTF">2026-05-15T00:09:04Z</dcterms:modified>
</cp:coreProperties>
</file>