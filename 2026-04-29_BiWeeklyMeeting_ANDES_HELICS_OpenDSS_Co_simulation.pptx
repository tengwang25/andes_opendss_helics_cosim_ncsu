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56" r:id="rId2"/>
  </p:sldMasterIdLst>
  <p:notesMasterIdLst>
    <p:notesMasterId r:id="rId40"/>
  </p:notesMasterIdLst>
  <p:sldIdLst>
    <p:sldId id="482" r:id="rId3"/>
    <p:sldId id="511" r:id="rId4"/>
    <p:sldId id="509" r:id="rId5"/>
    <p:sldId id="510" r:id="rId6"/>
    <p:sldId id="537" r:id="rId7"/>
    <p:sldId id="53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24" r:id="rId16"/>
    <p:sldId id="512" r:id="rId17"/>
    <p:sldId id="514" r:id="rId18"/>
    <p:sldId id="513" r:id="rId19"/>
    <p:sldId id="508" r:id="rId20"/>
    <p:sldId id="530" r:id="rId21"/>
    <p:sldId id="535" r:id="rId22"/>
    <p:sldId id="534" r:id="rId23"/>
    <p:sldId id="536" r:id="rId24"/>
    <p:sldId id="533" r:id="rId25"/>
    <p:sldId id="489" r:id="rId26"/>
    <p:sldId id="516" r:id="rId27"/>
    <p:sldId id="518" r:id="rId28"/>
    <p:sldId id="515" r:id="rId29"/>
    <p:sldId id="519" r:id="rId30"/>
    <p:sldId id="517" r:id="rId31"/>
    <p:sldId id="521" r:id="rId32"/>
    <p:sldId id="520" r:id="rId33"/>
    <p:sldId id="531" r:id="rId34"/>
    <p:sldId id="532" r:id="rId35"/>
    <p:sldId id="525" r:id="rId36"/>
    <p:sldId id="527" r:id="rId37"/>
    <p:sldId id="528" r:id="rId38"/>
    <p:sldId id="529" r:id="rId39"/>
  </p:sldIdLst>
  <p:sldSz cx="12192000" cy="6858000"/>
  <p:notesSz cx="7315200" cy="9601200"/>
  <p:defaultTextStyle>
    <a:defPPr>
      <a:defRPr lang="en-US"/>
    </a:defPPr>
    <a:lvl1pPr marL="0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029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205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8077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410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0126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615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2178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48201" algn="l" defTabSz="9120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5"/>
    <a:srgbClr val="0A40EC"/>
    <a:srgbClr val="3333FF"/>
    <a:srgbClr val="0A36AF"/>
    <a:srgbClr val="1436AF"/>
    <a:srgbClr val="1936AF"/>
    <a:srgbClr val="1B39BB"/>
    <a:srgbClr val="1E40CC"/>
    <a:srgbClr val="0A4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CE6815-B15F-44EF-B431-B53C759506C2}" v="411" dt="2026-04-28T23:22:14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4" autoAdjust="0"/>
    <p:restoredTop sz="85220" autoAdjust="0"/>
  </p:normalViewPr>
  <p:slideViewPr>
    <p:cSldViewPr>
      <p:cViewPr varScale="1">
        <p:scale>
          <a:sx n="135" d="100"/>
          <a:sy n="135" d="100"/>
        </p:scale>
        <p:origin x="3672" y="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79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ng Wang" userId="18a8d83a-d360-47a3-91f7-533eefe1d157" providerId="ADAL" clId="{0D6A0893-A4C3-4472-A40B-1F08EA46D4AE}"/>
    <pc:docChg chg="undo custSel addSld delSld modSld sldOrd">
      <pc:chgData name="Teng Wang" userId="18a8d83a-d360-47a3-91f7-533eefe1d157" providerId="ADAL" clId="{0D6A0893-A4C3-4472-A40B-1F08EA46D4AE}" dt="2026-04-28T23:22:21.959" v="27167" actId="20577"/>
      <pc:docMkLst>
        <pc:docMk/>
      </pc:docMkLst>
      <pc:sldChg chg="modSp add mod ord">
        <pc:chgData name="Teng Wang" userId="18a8d83a-d360-47a3-91f7-533eefe1d157" providerId="ADAL" clId="{0D6A0893-A4C3-4472-A40B-1F08EA46D4AE}" dt="2026-04-24T20:54:01.962" v="22238" actId="20577"/>
        <pc:sldMkLst>
          <pc:docMk/>
          <pc:sldMk cId="894406120" sldId="482"/>
        </pc:sldMkLst>
        <pc:spChg chg="mod">
          <ac:chgData name="Teng Wang" userId="18a8d83a-d360-47a3-91f7-533eefe1d157" providerId="ADAL" clId="{0D6A0893-A4C3-4472-A40B-1F08EA46D4AE}" dt="2026-04-24T20:54:01.962" v="22238" actId="20577"/>
          <ac:spMkLst>
            <pc:docMk/>
            <pc:sldMk cId="894406120" sldId="482"/>
            <ac:spMk id="3" creationId="{81B1CE47-B8BF-8A1C-7305-A639D91062EA}"/>
          </ac:spMkLst>
        </pc:spChg>
      </pc:sldChg>
      <pc:sldChg chg="modSp add mod">
        <pc:chgData name="Teng Wang" userId="18a8d83a-d360-47a3-91f7-533eefe1d157" providerId="ADAL" clId="{0D6A0893-A4C3-4472-A40B-1F08EA46D4AE}" dt="2026-04-12T22:45:48.012" v="16153" actId="20577"/>
        <pc:sldMkLst>
          <pc:docMk/>
          <pc:sldMk cId="290051380" sldId="489"/>
        </pc:sldMkLst>
        <pc:spChg chg="mod">
          <ac:chgData name="Teng Wang" userId="18a8d83a-d360-47a3-91f7-533eefe1d157" providerId="ADAL" clId="{0D6A0893-A4C3-4472-A40B-1F08EA46D4AE}" dt="2026-04-12T22:45:48.012" v="16153" actId="20577"/>
          <ac:spMkLst>
            <pc:docMk/>
            <pc:sldMk cId="290051380" sldId="489"/>
            <ac:spMk id="3" creationId="{F31AA20D-D782-AEAD-8932-CF6D06E46BE3}"/>
          </ac:spMkLst>
        </pc:spChg>
      </pc:sldChg>
      <pc:sldChg chg="addSp delSp modSp add del mod">
        <pc:chgData name="Teng Wang" userId="18a8d83a-d360-47a3-91f7-533eefe1d157" providerId="ADAL" clId="{0D6A0893-A4C3-4472-A40B-1F08EA46D4AE}" dt="2026-04-27T14:27:43.638" v="24218" actId="47"/>
        <pc:sldMkLst>
          <pc:docMk/>
          <pc:sldMk cId="831839997" sldId="506"/>
        </pc:sldMkLst>
      </pc:sldChg>
      <pc:sldChg chg="addSp delSp modSp add mod">
        <pc:chgData name="Teng Wang" userId="18a8d83a-d360-47a3-91f7-533eefe1d157" providerId="ADAL" clId="{0D6A0893-A4C3-4472-A40B-1F08EA46D4AE}" dt="2026-04-26T19:05:36.876" v="22900" actId="27636"/>
        <pc:sldMkLst>
          <pc:docMk/>
          <pc:sldMk cId="73410061" sldId="508"/>
        </pc:sldMkLst>
        <pc:spChg chg="add mod">
          <ac:chgData name="Teng Wang" userId="18a8d83a-d360-47a3-91f7-533eefe1d157" providerId="ADAL" clId="{0D6A0893-A4C3-4472-A40B-1F08EA46D4AE}" dt="2026-04-26T19:04:10.551" v="22743" actId="1076"/>
          <ac:spMkLst>
            <pc:docMk/>
            <pc:sldMk cId="73410061" sldId="508"/>
            <ac:spMk id="8" creationId="{BC376474-9581-C98C-359C-67A1E236BAAA}"/>
          </ac:spMkLst>
        </pc:spChg>
        <pc:spChg chg="add mod">
          <ac:chgData name="Teng Wang" userId="18a8d83a-d360-47a3-91f7-533eefe1d157" providerId="ADAL" clId="{0D6A0893-A4C3-4472-A40B-1F08EA46D4AE}" dt="2026-04-26T19:04:15.063" v="22744" actId="1076"/>
          <ac:spMkLst>
            <pc:docMk/>
            <pc:sldMk cId="73410061" sldId="508"/>
            <ac:spMk id="18" creationId="{D0CD06CD-836C-606E-CD39-EC9332FEBE96}"/>
          </ac:spMkLst>
        </pc:spChg>
        <pc:spChg chg="add mod">
          <ac:chgData name="Teng Wang" userId="18a8d83a-d360-47a3-91f7-533eefe1d157" providerId="ADAL" clId="{0D6A0893-A4C3-4472-A40B-1F08EA46D4AE}" dt="2026-04-26T19:05:36.876" v="22900" actId="27636"/>
          <ac:spMkLst>
            <pc:docMk/>
            <pc:sldMk cId="73410061" sldId="508"/>
            <ac:spMk id="24" creationId="{285F88C1-2103-EFAC-1658-1A3015184FDD}"/>
          </ac:spMkLst>
        </pc:spChg>
        <pc:picChg chg="add mod">
          <ac:chgData name="Teng Wang" userId="18a8d83a-d360-47a3-91f7-533eefe1d157" providerId="ADAL" clId="{0D6A0893-A4C3-4472-A40B-1F08EA46D4AE}" dt="2026-04-26T19:03:14.168" v="22734" actId="1076"/>
          <ac:picMkLst>
            <pc:docMk/>
            <pc:sldMk cId="73410061" sldId="508"/>
            <ac:picMk id="21" creationId="{582BC769-3425-A9AD-38CE-A231398288C1}"/>
          </ac:picMkLst>
        </pc:picChg>
        <pc:picChg chg="add mod ord">
          <ac:chgData name="Teng Wang" userId="18a8d83a-d360-47a3-91f7-533eefe1d157" providerId="ADAL" clId="{0D6A0893-A4C3-4472-A40B-1F08EA46D4AE}" dt="2026-04-26T19:04:20.630" v="22746" actId="1076"/>
          <ac:picMkLst>
            <pc:docMk/>
            <pc:sldMk cId="73410061" sldId="508"/>
            <ac:picMk id="23" creationId="{267CABA8-E422-5D9D-5EB4-1E2BFB28EE39}"/>
          </ac:picMkLst>
        </pc:picChg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3211274813" sldId="509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3744887132" sldId="510"/>
        </pc:sldMkLst>
      </pc:sldChg>
      <pc:sldChg chg="modSp add mod">
        <pc:chgData name="Teng Wang" userId="18a8d83a-d360-47a3-91f7-533eefe1d157" providerId="ADAL" clId="{0D6A0893-A4C3-4472-A40B-1F08EA46D4AE}" dt="2026-04-28T23:22:21.959" v="27167" actId="20577"/>
        <pc:sldMkLst>
          <pc:docMk/>
          <pc:sldMk cId="1612622212" sldId="511"/>
        </pc:sldMkLst>
        <pc:spChg chg="mod">
          <ac:chgData name="Teng Wang" userId="18a8d83a-d360-47a3-91f7-533eefe1d157" providerId="ADAL" clId="{0D6A0893-A4C3-4472-A40B-1F08EA46D4AE}" dt="2026-04-28T23:22:21.959" v="27167" actId="20577"/>
          <ac:spMkLst>
            <pc:docMk/>
            <pc:sldMk cId="1612622212" sldId="511"/>
            <ac:spMk id="5" creationId="{B87D5D5F-551B-DCEC-6E79-893181BD2DDD}"/>
          </ac:spMkLst>
        </pc:spChg>
      </pc:sldChg>
      <pc:sldChg chg="addSp delSp modSp add mod">
        <pc:chgData name="Teng Wang" userId="18a8d83a-d360-47a3-91f7-533eefe1d157" providerId="ADAL" clId="{0D6A0893-A4C3-4472-A40B-1F08EA46D4AE}" dt="2026-04-26T17:38:26.647" v="22720" actId="20577"/>
        <pc:sldMkLst>
          <pc:docMk/>
          <pc:sldMk cId="3138868887" sldId="512"/>
        </pc:sldMkLst>
        <pc:spChg chg="mod">
          <ac:chgData name="Teng Wang" userId="18a8d83a-d360-47a3-91f7-533eefe1d157" providerId="ADAL" clId="{0D6A0893-A4C3-4472-A40B-1F08EA46D4AE}" dt="2026-04-26T17:38:26.647" v="22720" actId="20577"/>
          <ac:spMkLst>
            <pc:docMk/>
            <pc:sldMk cId="3138868887" sldId="512"/>
            <ac:spMk id="2" creationId="{3C94EB22-F85E-2A8A-2AAF-6EF55316DAF5}"/>
          </ac:spMkLst>
        </pc:spChg>
        <pc:spChg chg="add mod">
          <ac:chgData name="Teng Wang" userId="18a8d83a-d360-47a3-91f7-533eefe1d157" providerId="ADAL" clId="{0D6A0893-A4C3-4472-A40B-1F08EA46D4AE}" dt="2026-04-26T17:22:49.005" v="22454" actId="1076"/>
          <ac:spMkLst>
            <pc:docMk/>
            <pc:sldMk cId="3138868887" sldId="512"/>
            <ac:spMk id="3" creationId="{974CA1C0-DC85-F1D9-191C-9F91821CF99A}"/>
          </ac:spMkLst>
        </pc:spChg>
        <pc:spChg chg="add mod">
          <ac:chgData name="Teng Wang" userId="18a8d83a-d360-47a3-91f7-533eefe1d157" providerId="ADAL" clId="{0D6A0893-A4C3-4472-A40B-1F08EA46D4AE}" dt="2026-04-26T17:25:29.244" v="22504" actId="20577"/>
          <ac:spMkLst>
            <pc:docMk/>
            <pc:sldMk cId="3138868887" sldId="512"/>
            <ac:spMk id="11" creationId="{114AD02E-8EB2-9136-6617-7A0A85934C4A}"/>
          </ac:spMkLst>
        </pc:spChg>
        <pc:spChg chg="add mod">
          <ac:chgData name="Teng Wang" userId="18a8d83a-d360-47a3-91f7-533eefe1d157" providerId="ADAL" clId="{0D6A0893-A4C3-4472-A40B-1F08EA46D4AE}" dt="2026-04-26T17:29:33.712" v="22576"/>
          <ac:spMkLst>
            <pc:docMk/>
            <pc:sldMk cId="3138868887" sldId="512"/>
            <ac:spMk id="19" creationId="{B85FB258-2444-BFFF-0B64-6DA181C09E91}"/>
          </ac:spMkLst>
        </pc:spChg>
        <pc:picChg chg="add mod">
          <ac:chgData name="Teng Wang" userId="18a8d83a-d360-47a3-91f7-533eefe1d157" providerId="ADAL" clId="{0D6A0893-A4C3-4472-A40B-1F08EA46D4AE}" dt="2026-04-26T17:25:10.828" v="22463" actId="1076"/>
          <ac:picMkLst>
            <pc:docMk/>
            <pc:sldMk cId="3138868887" sldId="512"/>
            <ac:picMk id="10" creationId="{0149A9F7-E87A-F39C-5C1D-3398A8466288}"/>
          </ac:picMkLst>
        </pc:picChg>
        <pc:picChg chg="add mod">
          <ac:chgData name="Teng Wang" userId="18a8d83a-d360-47a3-91f7-533eefe1d157" providerId="ADAL" clId="{0D6A0893-A4C3-4472-A40B-1F08EA46D4AE}" dt="2026-04-26T17:22:26.358" v="22403" actId="1076"/>
          <ac:picMkLst>
            <pc:docMk/>
            <pc:sldMk cId="3138868887" sldId="512"/>
            <ac:picMk id="2050" creationId="{B2D4B5E2-09EC-6104-91F7-A8A444F453DC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3:01:01.207" v="26390" actId="20577"/>
        <pc:sldMkLst>
          <pc:docMk/>
          <pc:sldMk cId="1491301050" sldId="513"/>
        </pc:sldMkLst>
        <pc:spChg chg="mod">
          <ac:chgData name="Teng Wang" userId="18a8d83a-d360-47a3-91f7-533eefe1d157" providerId="ADAL" clId="{0D6A0893-A4C3-4472-A40B-1F08EA46D4AE}" dt="2026-04-26T17:38:35.714" v="22722"/>
          <ac:spMkLst>
            <pc:docMk/>
            <pc:sldMk cId="1491301050" sldId="513"/>
            <ac:spMk id="2" creationId="{CE94F211-4B34-6D0A-28A3-FA4FD1C1B2DB}"/>
          </ac:spMkLst>
        </pc:spChg>
        <pc:spChg chg="add mod">
          <ac:chgData name="Teng Wang" userId="18a8d83a-d360-47a3-91f7-533eefe1d157" providerId="ADAL" clId="{0D6A0893-A4C3-4472-A40B-1F08EA46D4AE}" dt="2026-04-26T19:16:39.290" v="22966" actId="1076"/>
          <ac:spMkLst>
            <pc:docMk/>
            <pc:sldMk cId="1491301050" sldId="513"/>
            <ac:spMk id="6" creationId="{AA65A9BC-3D97-DD72-91C2-0EEEABC2F372}"/>
          </ac:spMkLst>
        </pc:spChg>
        <pc:spChg chg="add mod">
          <ac:chgData name="Teng Wang" userId="18a8d83a-d360-47a3-91f7-533eefe1d157" providerId="ADAL" clId="{0D6A0893-A4C3-4472-A40B-1F08EA46D4AE}" dt="2026-04-26T19:17:56.531" v="22977" actId="13822"/>
          <ac:spMkLst>
            <pc:docMk/>
            <pc:sldMk cId="1491301050" sldId="513"/>
            <ac:spMk id="9" creationId="{4D05999A-4C27-7567-047D-582F65D1BB3A}"/>
          </ac:spMkLst>
        </pc:spChg>
        <pc:spChg chg="add mod">
          <ac:chgData name="Teng Wang" userId="18a8d83a-d360-47a3-91f7-533eefe1d157" providerId="ADAL" clId="{0D6A0893-A4C3-4472-A40B-1F08EA46D4AE}" dt="2026-04-28T23:01:01.207" v="26390" actId="20577"/>
          <ac:spMkLst>
            <pc:docMk/>
            <pc:sldMk cId="1491301050" sldId="513"/>
            <ac:spMk id="13" creationId="{FB7C10E5-0DC9-692B-0714-AB4FC98E5BE9}"/>
          </ac:spMkLst>
        </pc:spChg>
        <pc:spChg chg="add mod">
          <ac:chgData name="Teng Wang" userId="18a8d83a-d360-47a3-91f7-533eefe1d157" providerId="ADAL" clId="{0D6A0893-A4C3-4472-A40B-1F08EA46D4AE}" dt="2026-04-28T22:59:31.129" v="26247" actId="20577"/>
          <ac:spMkLst>
            <pc:docMk/>
            <pc:sldMk cId="1491301050" sldId="513"/>
            <ac:spMk id="17" creationId="{3084FE65-B1C8-0A15-57ED-11940F407448}"/>
          </ac:spMkLst>
        </pc:spChg>
        <pc:cxnChg chg="add mod">
          <ac:chgData name="Teng Wang" userId="18a8d83a-d360-47a3-91f7-533eefe1d157" providerId="ADAL" clId="{0D6A0893-A4C3-4472-A40B-1F08EA46D4AE}" dt="2026-04-26T19:17:21.282" v="22974" actId="692"/>
          <ac:cxnSpMkLst>
            <pc:docMk/>
            <pc:sldMk cId="1491301050" sldId="513"/>
            <ac:cxnSpMk id="8" creationId="{C484FAC2-2C10-F33D-F982-5670D77B937F}"/>
          </ac:cxnSpMkLst>
        </pc:cxnChg>
      </pc:sldChg>
      <pc:sldChg chg="addSp delSp modSp add mod">
        <pc:chgData name="Teng Wang" userId="18a8d83a-d360-47a3-91f7-533eefe1d157" providerId="ADAL" clId="{0D6A0893-A4C3-4472-A40B-1F08EA46D4AE}" dt="2026-04-26T17:38:32.699" v="22721"/>
        <pc:sldMkLst>
          <pc:docMk/>
          <pc:sldMk cId="2072582026" sldId="514"/>
        </pc:sldMkLst>
        <pc:spChg chg="mod">
          <ac:chgData name="Teng Wang" userId="18a8d83a-d360-47a3-91f7-533eefe1d157" providerId="ADAL" clId="{0D6A0893-A4C3-4472-A40B-1F08EA46D4AE}" dt="2026-04-26T17:38:32.699" v="22721"/>
          <ac:spMkLst>
            <pc:docMk/>
            <pc:sldMk cId="2072582026" sldId="514"/>
            <ac:spMk id="2" creationId="{F8F81491-EC8E-FB95-89BD-5D6F0813A970}"/>
          </ac:spMkLst>
        </pc:spChg>
        <pc:spChg chg="mod">
          <ac:chgData name="Teng Wang" userId="18a8d83a-d360-47a3-91f7-533eefe1d157" providerId="ADAL" clId="{0D6A0893-A4C3-4472-A40B-1F08EA46D4AE}" dt="2026-04-26T17:38:03.104" v="22672" actId="1076"/>
          <ac:spMkLst>
            <pc:docMk/>
            <pc:sldMk cId="2072582026" sldId="514"/>
            <ac:spMk id="19" creationId="{F475F70C-A335-D56E-9D88-A8BC04A2C64F}"/>
          </ac:spMkLst>
        </pc:spChg>
        <pc:picChg chg="add">
          <ac:chgData name="Teng Wang" userId="18a8d83a-d360-47a3-91f7-533eefe1d157" providerId="ADAL" clId="{0D6A0893-A4C3-4472-A40B-1F08EA46D4AE}" dt="2026-04-26T17:37:09.235" v="22587" actId="22"/>
          <ac:picMkLst>
            <pc:docMk/>
            <pc:sldMk cId="2072582026" sldId="514"/>
            <ac:picMk id="6" creationId="{C72FC677-8BC9-3DD8-BD4D-4793CBFDF5B8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2:38:08.096" v="25426"/>
        <pc:sldMkLst>
          <pc:docMk/>
          <pc:sldMk cId="1806771248" sldId="515"/>
        </pc:sldMkLst>
        <pc:spChg chg="add mod">
          <ac:chgData name="Teng Wang" userId="18a8d83a-d360-47a3-91f7-533eefe1d157" providerId="ADAL" clId="{0D6A0893-A4C3-4472-A40B-1F08EA46D4AE}" dt="2026-04-26T19:08:44.595" v="22925" actId="20577"/>
          <ac:spMkLst>
            <pc:docMk/>
            <pc:sldMk cId="1806771248" sldId="515"/>
            <ac:spMk id="3" creationId="{E58C93E3-0ADB-CD0A-C110-B89B18143B25}"/>
          </ac:spMkLst>
        </pc:spChg>
        <pc:spChg chg="add mod">
          <ac:chgData name="Teng Wang" userId="18a8d83a-d360-47a3-91f7-533eefe1d157" providerId="ADAL" clId="{0D6A0893-A4C3-4472-A40B-1F08EA46D4AE}" dt="2026-04-26T19:33:23.950" v="23032" actId="1076"/>
          <ac:spMkLst>
            <pc:docMk/>
            <pc:sldMk cId="1806771248" sldId="515"/>
            <ac:spMk id="8" creationId="{70881A72-605F-C16E-2260-70655428D669}"/>
          </ac:spMkLst>
        </pc:spChg>
        <pc:spChg chg="add mod">
          <ac:chgData name="Teng Wang" userId="18a8d83a-d360-47a3-91f7-533eefe1d157" providerId="ADAL" clId="{0D6A0893-A4C3-4472-A40B-1F08EA46D4AE}" dt="2026-04-26T21:06:16.849" v="23244" actId="1076"/>
          <ac:spMkLst>
            <pc:docMk/>
            <pc:sldMk cId="1806771248" sldId="515"/>
            <ac:spMk id="9" creationId="{62BBF078-F87C-A0EA-50C5-94BD1DA8A6D2}"/>
          </ac:spMkLst>
        </pc:spChg>
        <pc:spChg chg="add mod">
          <ac:chgData name="Teng Wang" userId="18a8d83a-d360-47a3-91f7-533eefe1d157" providerId="ADAL" clId="{0D6A0893-A4C3-4472-A40B-1F08EA46D4AE}" dt="2026-04-26T21:04:01.221" v="23140" actId="14100"/>
          <ac:spMkLst>
            <pc:docMk/>
            <pc:sldMk cId="1806771248" sldId="515"/>
            <ac:spMk id="11" creationId="{49E68D00-5FDA-7F50-B6DA-263919663A57}"/>
          </ac:spMkLst>
        </pc:spChg>
        <pc:spChg chg="add mod">
          <ac:chgData name="Teng Wang" userId="18a8d83a-d360-47a3-91f7-533eefe1d157" providerId="ADAL" clId="{0D6A0893-A4C3-4472-A40B-1F08EA46D4AE}" dt="2026-04-26T21:05:09.299" v="23159" actId="207"/>
          <ac:spMkLst>
            <pc:docMk/>
            <pc:sldMk cId="1806771248" sldId="515"/>
            <ac:spMk id="16" creationId="{F90DA8BF-49DF-C6B3-9A17-24543740B18E}"/>
          </ac:spMkLst>
        </pc:spChg>
        <pc:spChg chg="add mod">
          <ac:chgData name="Teng Wang" userId="18a8d83a-d360-47a3-91f7-533eefe1d157" providerId="ADAL" clId="{0D6A0893-A4C3-4472-A40B-1F08EA46D4AE}" dt="2026-04-26T21:06:52.025" v="23245" actId="1076"/>
          <ac:spMkLst>
            <pc:docMk/>
            <pc:sldMk cId="1806771248" sldId="515"/>
            <ac:spMk id="18" creationId="{CA839B78-ED62-F36E-C089-756960DC63CF}"/>
          </ac:spMkLst>
        </pc:spChg>
        <pc:picChg chg="add mod">
          <ac:chgData name="Teng Wang" userId="18a8d83a-d360-47a3-91f7-533eefe1d157" providerId="ADAL" clId="{0D6A0893-A4C3-4472-A40B-1F08EA46D4AE}" dt="2026-04-26T21:04:10.984" v="23142" actId="167"/>
          <ac:picMkLst>
            <pc:docMk/>
            <pc:sldMk cId="1806771248" sldId="515"/>
            <ac:picMk id="7" creationId="{ADFD069E-6004-6FAD-B1D1-7485A1333C38}"/>
          </ac:picMkLst>
        </pc:picChg>
        <pc:picChg chg="mod">
          <ac:chgData name="Teng Wang" userId="18a8d83a-d360-47a3-91f7-533eefe1d157" providerId="ADAL" clId="{0D6A0893-A4C3-4472-A40B-1F08EA46D4AE}" dt="2026-04-26T21:04:10.984" v="23142" actId="167"/>
          <ac:picMkLst>
            <pc:docMk/>
            <pc:sldMk cId="1806771248" sldId="515"/>
            <ac:picMk id="2050" creationId="{D06DE114-E0AA-2EC8-F096-5A3E3B4D24B7}"/>
          </ac:picMkLst>
        </pc:picChg>
        <pc:cxnChg chg="add mod">
          <ac:chgData name="Teng Wang" userId="18a8d83a-d360-47a3-91f7-533eefe1d157" providerId="ADAL" clId="{0D6A0893-A4C3-4472-A40B-1F08EA46D4AE}" dt="2026-04-26T21:04:01.221" v="23140" actId="14100"/>
          <ac:cxnSpMkLst>
            <pc:docMk/>
            <pc:sldMk cId="1806771248" sldId="515"/>
            <ac:cxnSpMk id="14" creationId="{BA7A7650-5463-51E3-AB7F-CAFA772C843D}"/>
          </ac:cxnSpMkLst>
        </pc:cxnChg>
      </pc:sldChg>
      <pc:sldChg chg="addSp delSp modSp add mod ord">
        <pc:chgData name="Teng Wang" userId="18a8d83a-d360-47a3-91f7-533eefe1d157" providerId="ADAL" clId="{0D6A0893-A4C3-4472-A40B-1F08EA46D4AE}" dt="2026-04-28T22:38:53.971" v="25441" actId="207"/>
        <pc:sldMkLst>
          <pc:docMk/>
          <pc:sldMk cId="3460382218" sldId="516"/>
        </pc:sldMkLst>
        <pc:spChg chg="mod">
          <ac:chgData name="Teng Wang" userId="18a8d83a-d360-47a3-91f7-533eefe1d157" providerId="ADAL" clId="{0D6A0893-A4C3-4472-A40B-1F08EA46D4AE}" dt="2026-04-28T22:38:53.971" v="25441" actId="207"/>
          <ac:spMkLst>
            <pc:docMk/>
            <pc:sldMk cId="3460382218" sldId="516"/>
            <ac:spMk id="3" creationId="{7AD4BE31-25C3-8162-44AD-D05E35D761DB}"/>
          </ac:spMkLst>
        </pc:spChg>
        <pc:spChg chg="mod">
          <ac:chgData name="Teng Wang" userId="18a8d83a-d360-47a3-91f7-533eefe1d157" providerId="ADAL" clId="{0D6A0893-A4C3-4472-A40B-1F08EA46D4AE}" dt="2026-04-28T18:34:14.683" v="25277" actId="20577"/>
          <ac:spMkLst>
            <pc:docMk/>
            <pc:sldMk cId="3460382218" sldId="516"/>
            <ac:spMk id="13" creationId="{428C8DD8-3789-01F8-24DC-4944FC85FE7D}"/>
          </ac:spMkLst>
        </pc:spChg>
        <pc:picChg chg="add del">
          <ac:chgData name="Teng Wang" userId="18a8d83a-d360-47a3-91f7-533eefe1d157" providerId="ADAL" clId="{0D6A0893-A4C3-4472-A40B-1F08EA46D4AE}" dt="2026-04-26T21:04:35.611" v="23151" actId="478"/>
          <ac:picMkLst>
            <pc:docMk/>
            <pc:sldMk cId="3460382218" sldId="516"/>
            <ac:picMk id="2050" creationId="{8DE7C219-4054-CB64-568A-8693971230B7}"/>
          </ac:picMkLst>
        </pc:picChg>
      </pc:sldChg>
      <pc:sldChg chg="addSp delSp modSp add del mod ord">
        <pc:chgData name="Teng Wang" userId="18a8d83a-d360-47a3-91f7-533eefe1d157" providerId="ADAL" clId="{0D6A0893-A4C3-4472-A40B-1F08EA46D4AE}" dt="2026-04-28T22:38:08.096" v="25426"/>
        <pc:sldMkLst>
          <pc:docMk/>
          <pc:sldMk cId="4112389203" sldId="517"/>
        </pc:sldMkLst>
        <pc:spChg chg="mod">
          <ac:chgData name="Teng Wang" userId="18a8d83a-d360-47a3-91f7-533eefe1d157" providerId="ADAL" clId="{0D6A0893-A4C3-4472-A40B-1F08EA46D4AE}" dt="2026-04-26T21:24:57.637" v="23536" actId="1076"/>
          <ac:spMkLst>
            <pc:docMk/>
            <pc:sldMk cId="4112389203" sldId="517"/>
            <ac:spMk id="8" creationId="{CB574CC1-C379-534B-ECCE-A863FFBFB7FD}"/>
          </ac:spMkLst>
        </pc:spChg>
        <pc:spChg chg="add mod">
          <ac:chgData name="Teng Wang" userId="18a8d83a-d360-47a3-91f7-533eefe1d157" providerId="ADAL" clId="{0D6A0893-A4C3-4472-A40B-1F08EA46D4AE}" dt="2026-04-26T21:25:44.404" v="23671" actId="20577"/>
          <ac:spMkLst>
            <pc:docMk/>
            <pc:sldMk cId="4112389203" sldId="517"/>
            <ac:spMk id="11" creationId="{339E0AD5-5E01-C679-AAFF-65B807690AB3}"/>
          </ac:spMkLst>
        </pc:spChg>
        <pc:spChg chg="mod">
          <ac:chgData name="Teng Wang" userId="18a8d83a-d360-47a3-91f7-533eefe1d157" providerId="ADAL" clId="{0D6A0893-A4C3-4472-A40B-1F08EA46D4AE}" dt="2026-04-26T21:24:57.637" v="23536" actId="1076"/>
          <ac:spMkLst>
            <pc:docMk/>
            <pc:sldMk cId="4112389203" sldId="517"/>
            <ac:spMk id="18" creationId="{5C820DC0-071E-9632-224F-7D12F2878F6F}"/>
          </ac:spMkLst>
        </pc:spChg>
        <pc:picChg chg="add mod">
          <ac:chgData name="Teng Wang" userId="18a8d83a-d360-47a3-91f7-533eefe1d157" providerId="ADAL" clId="{0D6A0893-A4C3-4472-A40B-1F08EA46D4AE}" dt="2026-04-26T21:23:06.532" v="23531" actId="1076"/>
          <ac:picMkLst>
            <pc:docMk/>
            <pc:sldMk cId="4112389203" sldId="517"/>
            <ac:picMk id="13" creationId="{C58D98D6-E905-D4D0-2135-66E0FCFDF65B}"/>
          </ac:picMkLst>
        </pc:picChg>
        <pc:picChg chg="add mod">
          <ac:chgData name="Teng Wang" userId="18a8d83a-d360-47a3-91f7-533eefe1d157" providerId="ADAL" clId="{0D6A0893-A4C3-4472-A40B-1F08EA46D4AE}" dt="2026-04-26T21:24:54.043" v="23535" actId="1076"/>
          <ac:picMkLst>
            <pc:docMk/>
            <pc:sldMk cId="4112389203" sldId="517"/>
            <ac:picMk id="15" creationId="{4CF6E2D9-EB48-5EE6-791C-708BC40F8BCD}"/>
          </ac:picMkLst>
        </pc:picChg>
      </pc:sldChg>
      <pc:sldChg chg="modSp add mod ord">
        <pc:chgData name="Teng Wang" userId="18a8d83a-d360-47a3-91f7-533eefe1d157" providerId="ADAL" clId="{0D6A0893-A4C3-4472-A40B-1F08EA46D4AE}" dt="2026-04-28T22:38:08.096" v="25426"/>
        <pc:sldMkLst>
          <pc:docMk/>
          <pc:sldMk cId="2662284461" sldId="518"/>
        </pc:sldMkLst>
        <pc:spChg chg="mod">
          <ac:chgData name="Teng Wang" userId="18a8d83a-d360-47a3-91f7-533eefe1d157" providerId="ADAL" clId="{0D6A0893-A4C3-4472-A40B-1F08EA46D4AE}" dt="2026-04-26T21:19:18.119" v="23484" actId="1076"/>
          <ac:spMkLst>
            <pc:docMk/>
            <pc:sldMk cId="2662284461" sldId="518"/>
            <ac:spMk id="3" creationId="{D985E630-952E-9220-D9D3-D55DFA221384}"/>
          </ac:spMkLst>
        </pc:spChg>
        <pc:spChg chg="mod">
          <ac:chgData name="Teng Wang" userId="18a8d83a-d360-47a3-91f7-533eefe1d157" providerId="ADAL" clId="{0D6A0893-A4C3-4472-A40B-1F08EA46D4AE}" dt="2026-04-26T21:20:20.868" v="23497"/>
          <ac:spMkLst>
            <pc:docMk/>
            <pc:sldMk cId="2662284461" sldId="518"/>
            <ac:spMk id="13" creationId="{6DCA2981-EE94-060C-8565-84016AC2A791}"/>
          </ac:spMkLst>
        </pc:spChg>
        <pc:picChg chg="mod">
          <ac:chgData name="Teng Wang" userId="18a8d83a-d360-47a3-91f7-533eefe1d157" providerId="ADAL" clId="{0D6A0893-A4C3-4472-A40B-1F08EA46D4AE}" dt="2026-04-26T21:19:20.694" v="23485" actId="1076"/>
          <ac:picMkLst>
            <pc:docMk/>
            <pc:sldMk cId="2662284461" sldId="518"/>
            <ac:picMk id="7" creationId="{860BC00C-1E2A-1161-7AC3-A5C637DACFB8}"/>
          </ac:picMkLst>
        </pc:picChg>
        <pc:picChg chg="mod">
          <ac:chgData name="Teng Wang" userId="18a8d83a-d360-47a3-91f7-533eefe1d157" providerId="ADAL" clId="{0D6A0893-A4C3-4472-A40B-1F08EA46D4AE}" dt="2026-04-26T21:19:26.526" v="23487" actId="1076"/>
          <ac:picMkLst>
            <pc:docMk/>
            <pc:sldMk cId="2662284461" sldId="518"/>
            <ac:picMk id="2050" creationId="{9060C2FF-586E-3BF6-ECCA-9DF94D995F94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2:39:53.511" v="25443"/>
        <pc:sldMkLst>
          <pc:docMk/>
          <pc:sldMk cId="4066170431" sldId="519"/>
        </pc:sldMkLst>
        <pc:picChg chg="add mod">
          <ac:chgData name="Teng Wang" userId="18a8d83a-d360-47a3-91f7-533eefe1d157" providerId="ADAL" clId="{0D6A0893-A4C3-4472-A40B-1F08EA46D4AE}" dt="2026-04-26T23:22:21.716" v="23686" actId="14100"/>
          <ac:picMkLst>
            <pc:docMk/>
            <pc:sldMk cId="4066170431" sldId="519"/>
            <ac:picMk id="5" creationId="{CA4EA0E5-D4F1-512F-1405-5388DC697DED}"/>
          </ac:picMkLst>
        </pc:picChg>
        <pc:picChg chg="add mod ord">
          <ac:chgData name="Teng Wang" userId="18a8d83a-d360-47a3-91f7-533eefe1d157" providerId="ADAL" clId="{0D6A0893-A4C3-4472-A40B-1F08EA46D4AE}" dt="2026-04-26T23:28:24.117" v="23696" actId="167"/>
          <ac:picMkLst>
            <pc:docMk/>
            <pc:sldMk cId="4066170431" sldId="519"/>
            <ac:picMk id="7" creationId="{910CD26C-8672-5EF0-0DB9-BC2AC738F9B9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2:43:52.067" v="25714" actId="1076"/>
        <pc:sldMkLst>
          <pc:docMk/>
          <pc:sldMk cId="3033587172" sldId="520"/>
        </pc:sldMkLst>
        <pc:spChg chg="del">
          <ac:chgData name="Teng Wang" userId="18a8d83a-d360-47a3-91f7-533eefe1d157" providerId="ADAL" clId="{0D6A0893-A4C3-4472-A40B-1F08EA46D4AE}" dt="2026-04-28T22:41:51.719" v="25493" actId="478"/>
          <ac:spMkLst>
            <pc:docMk/>
            <pc:sldMk cId="3033587172" sldId="520"/>
            <ac:spMk id="8" creationId="{73EC84EA-A93C-7BAA-D598-674434BC8C93}"/>
          </ac:spMkLst>
        </pc:spChg>
        <pc:spChg chg="add mod">
          <ac:chgData name="Teng Wang" userId="18a8d83a-d360-47a3-91f7-533eefe1d157" providerId="ADAL" clId="{0D6A0893-A4C3-4472-A40B-1F08EA46D4AE}" dt="2026-04-28T22:43:48.081" v="25713" actId="20577"/>
          <ac:spMkLst>
            <pc:docMk/>
            <pc:sldMk cId="3033587172" sldId="520"/>
            <ac:spMk id="10" creationId="{0D7F29FE-F570-9BBA-BE1D-45C390579A94}"/>
          </ac:spMkLst>
        </pc:spChg>
        <pc:spChg chg="mod">
          <ac:chgData name="Teng Wang" userId="18a8d83a-d360-47a3-91f7-533eefe1d157" providerId="ADAL" clId="{0D6A0893-A4C3-4472-A40B-1F08EA46D4AE}" dt="2026-04-28T22:43:52.067" v="25714" actId="1076"/>
          <ac:spMkLst>
            <pc:docMk/>
            <pc:sldMk cId="3033587172" sldId="520"/>
            <ac:spMk id="11" creationId="{249BE495-2973-2D6B-33A1-F349A4E00436}"/>
          </ac:spMkLst>
        </pc:spChg>
        <pc:spChg chg="mod">
          <ac:chgData name="Teng Wang" userId="18a8d83a-d360-47a3-91f7-533eefe1d157" providerId="ADAL" clId="{0D6A0893-A4C3-4472-A40B-1F08EA46D4AE}" dt="2026-04-28T22:43:40.642" v="25704" actId="1076"/>
          <ac:spMkLst>
            <pc:docMk/>
            <pc:sldMk cId="3033587172" sldId="520"/>
            <ac:spMk id="18" creationId="{D5BF733C-507D-7F20-0360-636195D6E035}"/>
          </ac:spMkLst>
        </pc:spChg>
        <pc:picChg chg="add mod">
          <ac:chgData name="Teng Wang" userId="18a8d83a-d360-47a3-91f7-533eefe1d157" providerId="ADAL" clId="{0D6A0893-A4C3-4472-A40B-1F08EA46D4AE}" dt="2026-04-28T22:43:06.543" v="25650" actId="1076"/>
          <ac:picMkLst>
            <pc:docMk/>
            <pc:sldMk cId="3033587172" sldId="520"/>
            <ac:picMk id="6" creationId="{CD495522-3D38-0C6D-047B-6C55C21CD18A}"/>
          </ac:picMkLst>
        </pc:picChg>
        <pc:picChg chg="add mod">
          <ac:chgData name="Teng Wang" userId="18a8d83a-d360-47a3-91f7-533eefe1d157" providerId="ADAL" clId="{0D6A0893-A4C3-4472-A40B-1F08EA46D4AE}" dt="2026-04-28T22:43:00.462" v="25648"/>
          <ac:picMkLst>
            <pc:docMk/>
            <pc:sldMk cId="3033587172" sldId="520"/>
            <ac:picMk id="9" creationId="{2713C75B-D8B4-75D3-8818-A18CAD0A98BA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2:41:47.983" v="25492" actId="14100"/>
        <pc:sldMkLst>
          <pc:docMk/>
          <pc:sldMk cId="756805860" sldId="521"/>
        </pc:sldMkLst>
        <pc:spChg chg="add del mod">
          <ac:chgData name="Teng Wang" userId="18a8d83a-d360-47a3-91f7-533eefe1d157" providerId="ADAL" clId="{0D6A0893-A4C3-4472-A40B-1F08EA46D4AE}" dt="2026-04-28T22:41:47.983" v="25492" actId="14100"/>
          <ac:spMkLst>
            <pc:docMk/>
            <pc:sldMk cId="756805860" sldId="521"/>
            <ac:spMk id="9" creationId="{439C7391-5B32-9965-53C6-0850069A7B35}"/>
          </ac:spMkLst>
        </pc:spChg>
        <pc:spChg chg="mod">
          <ac:chgData name="Teng Wang" userId="18a8d83a-d360-47a3-91f7-533eefe1d157" providerId="ADAL" clId="{0D6A0893-A4C3-4472-A40B-1F08EA46D4AE}" dt="2026-04-28T22:41:00.308" v="25452" actId="207"/>
          <ac:spMkLst>
            <pc:docMk/>
            <pc:sldMk cId="756805860" sldId="521"/>
            <ac:spMk id="18" creationId="{BA30D104-F1BE-7C5B-0058-1982EAF8F986}"/>
          </ac:spMkLst>
        </pc:spChg>
      </pc:sldChg>
      <pc:sldChg chg="addSp delSp modSp add del mod ord">
        <pc:chgData name="Teng Wang" userId="18a8d83a-d360-47a3-91f7-533eefe1d157" providerId="ADAL" clId="{0D6A0893-A4C3-4472-A40B-1F08EA46D4AE}" dt="2026-04-28T22:43:54.089" v="25715" actId="47"/>
        <pc:sldMkLst>
          <pc:docMk/>
          <pc:sldMk cId="2043394279" sldId="522"/>
        </pc:sldMkLst>
        <pc:spChg chg="mod">
          <ac:chgData name="Teng Wang" userId="18a8d83a-d360-47a3-91f7-533eefe1d157" providerId="ADAL" clId="{0D6A0893-A4C3-4472-A40B-1F08EA46D4AE}" dt="2026-04-27T00:21:19.577" v="23719" actId="1076"/>
          <ac:spMkLst>
            <pc:docMk/>
            <pc:sldMk cId="2043394279" sldId="522"/>
            <ac:spMk id="8" creationId="{E96F5F58-1B59-9CBE-1723-D4832EEBFC42}"/>
          </ac:spMkLst>
        </pc:spChg>
        <pc:spChg chg="mod">
          <ac:chgData name="Teng Wang" userId="18a8d83a-d360-47a3-91f7-533eefe1d157" providerId="ADAL" clId="{0D6A0893-A4C3-4472-A40B-1F08EA46D4AE}" dt="2026-04-27T00:21:16.745" v="23718" actId="1076"/>
          <ac:spMkLst>
            <pc:docMk/>
            <pc:sldMk cId="2043394279" sldId="522"/>
            <ac:spMk id="18" creationId="{49FA4237-6C82-9623-FDBB-54E7DEE6B917}"/>
          </ac:spMkLst>
        </pc:spChg>
        <pc:picChg chg="add del mod ord">
          <ac:chgData name="Teng Wang" userId="18a8d83a-d360-47a3-91f7-533eefe1d157" providerId="ADAL" clId="{0D6A0893-A4C3-4472-A40B-1F08EA46D4AE}" dt="2026-04-28T22:42:59.198" v="25647" actId="21"/>
          <ac:picMkLst>
            <pc:docMk/>
            <pc:sldMk cId="2043394279" sldId="522"/>
            <ac:picMk id="5" creationId="{2713C75B-D8B4-75D3-8818-A18CAD0A98BA}"/>
          </ac:picMkLst>
        </pc:picChg>
        <pc:picChg chg="del">
          <ac:chgData name="Teng Wang" userId="18a8d83a-d360-47a3-91f7-533eefe1d157" providerId="ADAL" clId="{0D6A0893-A4C3-4472-A40B-1F08EA46D4AE}" dt="2026-04-27T00:20:24.555" v="23699" actId="478"/>
          <ac:picMkLst>
            <pc:docMk/>
            <pc:sldMk cId="2043394279" sldId="522"/>
            <ac:picMk id="6" creationId="{047CEA84-28D2-8AF4-7716-0CCAFE3AEF23}"/>
          </ac:picMkLst>
        </pc:picChg>
        <pc:picChg chg="add del mod">
          <ac:chgData name="Teng Wang" userId="18a8d83a-d360-47a3-91f7-533eefe1d157" providerId="ADAL" clId="{0D6A0893-A4C3-4472-A40B-1F08EA46D4AE}" dt="2026-04-27T14:28:04.775" v="24221" actId="478"/>
          <ac:picMkLst>
            <pc:docMk/>
            <pc:sldMk cId="2043394279" sldId="522"/>
            <ac:picMk id="9" creationId="{42AF3FAC-99AF-DD88-3DC8-EFAE4D6C0C42}"/>
          </ac:picMkLst>
        </pc:picChg>
      </pc:sldChg>
      <pc:sldChg chg="delSp add del mod ord">
        <pc:chgData name="Teng Wang" userId="18a8d83a-d360-47a3-91f7-533eefe1d157" providerId="ADAL" clId="{0D6A0893-A4C3-4472-A40B-1F08EA46D4AE}" dt="2026-04-28T22:43:57.906" v="25716" actId="47"/>
        <pc:sldMkLst>
          <pc:docMk/>
          <pc:sldMk cId="2372744240" sldId="523"/>
        </pc:sldMkLst>
        <pc:picChg chg="del">
          <ac:chgData name="Teng Wang" userId="18a8d83a-d360-47a3-91f7-533eefe1d157" providerId="ADAL" clId="{0D6A0893-A4C3-4472-A40B-1F08EA46D4AE}" dt="2026-04-27T14:28:01.954" v="24220" actId="478"/>
          <ac:picMkLst>
            <pc:docMk/>
            <pc:sldMk cId="2372744240" sldId="523"/>
            <ac:picMk id="9" creationId="{63ECDD63-BEDB-129A-4D1F-27AD4AB65AD9}"/>
          </ac:picMkLst>
        </pc:picChg>
      </pc:sldChg>
      <pc:sldChg chg="add del">
        <pc:chgData name="Teng Wang" userId="18a8d83a-d360-47a3-91f7-533eefe1d157" providerId="ADAL" clId="{0D6A0893-A4C3-4472-A40B-1F08EA46D4AE}" dt="2026-04-27T00:20:27.446" v="23701"/>
        <pc:sldMkLst>
          <pc:docMk/>
          <pc:sldMk cId="3681401641" sldId="523"/>
        </pc:sldMkLst>
      </pc:sldChg>
      <pc:sldChg chg="addSp delSp modSp add mod">
        <pc:chgData name="Teng Wang" userId="18a8d83a-d360-47a3-91f7-533eefe1d157" providerId="ADAL" clId="{0D6A0893-A4C3-4472-A40B-1F08EA46D4AE}" dt="2026-04-27T14:27:32.807" v="24217"/>
        <pc:sldMkLst>
          <pc:docMk/>
          <pc:sldMk cId="3398605400" sldId="524"/>
        </pc:sldMkLst>
        <pc:spChg chg="del">
          <ac:chgData name="Teng Wang" userId="18a8d83a-d360-47a3-91f7-533eefe1d157" providerId="ADAL" clId="{0D6A0893-A4C3-4472-A40B-1F08EA46D4AE}" dt="2026-04-27T14:23:08.926" v="23869" actId="478"/>
          <ac:spMkLst>
            <pc:docMk/>
            <pc:sldMk cId="3398605400" sldId="524"/>
            <ac:spMk id="3" creationId="{A33E83E0-7581-81F8-ECDB-20983ED43509}"/>
          </ac:spMkLst>
        </pc:spChg>
        <pc:spChg chg="add mod">
          <ac:chgData name="Teng Wang" userId="18a8d83a-d360-47a3-91f7-533eefe1d157" providerId="ADAL" clId="{0D6A0893-A4C3-4472-A40B-1F08EA46D4AE}" dt="2026-04-27T14:27:20.453" v="24215" actId="20577"/>
          <ac:spMkLst>
            <pc:docMk/>
            <pc:sldMk cId="3398605400" sldId="524"/>
            <ac:spMk id="5" creationId="{5F4EFDE5-C7E8-4837-8E47-4531A14E8CF7}"/>
          </ac:spMkLst>
        </pc:spChg>
        <pc:spChg chg="del">
          <ac:chgData name="Teng Wang" userId="18a8d83a-d360-47a3-91f7-533eefe1d157" providerId="ADAL" clId="{0D6A0893-A4C3-4472-A40B-1F08EA46D4AE}" dt="2026-04-27T14:27:24.415" v="24216" actId="478"/>
          <ac:spMkLst>
            <pc:docMk/>
            <pc:sldMk cId="3398605400" sldId="524"/>
            <ac:spMk id="11" creationId="{63531BF8-AB54-4E95-DAB8-C0EA24D427D5}"/>
          </ac:spMkLst>
        </pc:spChg>
        <pc:spChg chg="mod">
          <ac:chgData name="Teng Wang" userId="18a8d83a-d360-47a3-91f7-533eefe1d157" providerId="ADAL" clId="{0D6A0893-A4C3-4472-A40B-1F08EA46D4AE}" dt="2026-04-27T14:23:41.669" v="23941" actId="20577"/>
          <ac:spMkLst>
            <pc:docMk/>
            <pc:sldMk cId="3398605400" sldId="524"/>
            <ac:spMk id="19" creationId="{82BBCC4C-EDB4-7B1B-03D9-16025CF14CE0}"/>
          </ac:spMkLst>
        </pc:spChg>
        <pc:picChg chg="del">
          <ac:chgData name="Teng Wang" userId="18a8d83a-d360-47a3-91f7-533eefe1d157" providerId="ADAL" clId="{0D6A0893-A4C3-4472-A40B-1F08EA46D4AE}" dt="2026-04-27T14:11:52.044" v="23723" actId="478"/>
          <ac:picMkLst>
            <pc:docMk/>
            <pc:sldMk cId="3398605400" sldId="524"/>
            <ac:picMk id="10" creationId="{66D49B56-67CF-5391-AB93-DE677D124806}"/>
          </ac:picMkLst>
        </pc:picChg>
        <pc:picChg chg="del">
          <ac:chgData name="Teng Wang" userId="18a8d83a-d360-47a3-91f7-533eefe1d157" providerId="ADAL" clId="{0D6A0893-A4C3-4472-A40B-1F08EA46D4AE}" dt="2026-04-27T14:11:51.664" v="23722" actId="478"/>
          <ac:picMkLst>
            <pc:docMk/>
            <pc:sldMk cId="3398605400" sldId="524"/>
            <ac:picMk id="2050" creationId="{845AACF6-6D87-DAAD-45BF-90577304DB6E}"/>
          </ac:picMkLst>
        </pc:picChg>
        <pc:picChg chg="add mod">
          <ac:chgData name="Teng Wang" userId="18a8d83a-d360-47a3-91f7-533eefe1d157" providerId="ADAL" clId="{0D6A0893-A4C3-4472-A40B-1F08EA46D4AE}" dt="2026-04-27T14:27:32.807" v="24217"/>
          <ac:picMkLst>
            <pc:docMk/>
            <pc:sldMk cId="3398605400" sldId="524"/>
            <ac:picMk id="3074" creationId="{5E0C4220-4C89-0A0D-1C9A-5D2C94D86369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2:48:21.889" v="25903" actId="404"/>
        <pc:sldMkLst>
          <pc:docMk/>
          <pc:sldMk cId="193952959" sldId="525"/>
        </pc:sldMkLst>
        <pc:spChg chg="mod">
          <ac:chgData name="Teng Wang" userId="18a8d83a-d360-47a3-91f7-533eefe1d157" providerId="ADAL" clId="{0D6A0893-A4C3-4472-A40B-1F08EA46D4AE}" dt="2026-04-27T14:28:40.883" v="24235" actId="1076"/>
          <ac:spMkLst>
            <pc:docMk/>
            <pc:sldMk cId="193952959" sldId="525"/>
            <ac:spMk id="8" creationId="{95146D99-340C-5746-8DBA-5F038D0E7EAD}"/>
          </ac:spMkLst>
        </pc:spChg>
        <pc:spChg chg="del mod">
          <ac:chgData name="Teng Wang" userId="18a8d83a-d360-47a3-91f7-533eefe1d157" providerId="ADAL" clId="{0D6A0893-A4C3-4472-A40B-1F08EA46D4AE}" dt="2026-04-27T14:40:19.786" v="24247" actId="478"/>
          <ac:spMkLst>
            <pc:docMk/>
            <pc:sldMk cId="193952959" sldId="525"/>
            <ac:spMk id="11" creationId="{4236FC55-405F-55B3-8767-454261BBC341}"/>
          </ac:spMkLst>
        </pc:spChg>
        <pc:spChg chg="add mod">
          <ac:chgData name="Teng Wang" userId="18a8d83a-d360-47a3-91f7-533eefe1d157" providerId="ADAL" clId="{0D6A0893-A4C3-4472-A40B-1F08EA46D4AE}" dt="2026-04-28T22:48:21.889" v="25903" actId="404"/>
          <ac:spMkLst>
            <pc:docMk/>
            <pc:sldMk cId="193952959" sldId="525"/>
            <ac:spMk id="12" creationId="{E49FD0ED-62B5-B06C-2C49-9CFDC24BABCB}"/>
          </ac:spMkLst>
        </pc:spChg>
        <pc:spChg chg="mod">
          <ac:chgData name="Teng Wang" userId="18a8d83a-d360-47a3-91f7-533eefe1d157" providerId="ADAL" clId="{0D6A0893-A4C3-4472-A40B-1F08EA46D4AE}" dt="2026-04-27T14:28:43.389" v="24236" actId="1076"/>
          <ac:spMkLst>
            <pc:docMk/>
            <pc:sldMk cId="193952959" sldId="525"/>
            <ac:spMk id="18" creationId="{9A2C32FE-8339-ABE2-613F-72ABB0690E66}"/>
          </ac:spMkLst>
        </pc:spChg>
        <pc:picChg chg="del">
          <ac:chgData name="Teng Wang" userId="18a8d83a-d360-47a3-91f7-533eefe1d157" providerId="ADAL" clId="{0D6A0893-A4C3-4472-A40B-1F08EA46D4AE}" dt="2026-04-27T14:28:09.106" v="24223" actId="478"/>
          <ac:picMkLst>
            <pc:docMk/>
            <pc:sldMk cId="193952959" sldId="525"/>
            <ac:picMk id="5" creationId="{BEA0A274-7629-08A3-BC06-C6AF87F889AE}"/>
          </ac:picMkLst>
        </pc:picChg>
        <pc:picChg chg="add mod">
          <ac:chgData name="Teng Wang" userId="18a8d83a-d360-47a3-91f7-533eefe1d157" providerId="ADAL" clId="{0D6A0893-A4C3-4472-A40B-1F08EA46D4AE}" dt="2026-04-27T14:28:37.442" v="24234" actId="1076"/>
          <ac:picMkLst>
            <pc:docMk/>
            <pc:sldMk cId="193952959" sldId="525"/>
            <ac:picMk id="6" creationId="{1BD4932B-78D5-E986-74DF-7ECDD33708D5}"/>
          </ac:picMkLst>
        </pc:picChg>
        <pc:picChg chg="del">
          <ac:chgData name="Teng Wang" userId="18a8d83a-d360-47a3-91f7-533eefe1d157" providerId="ADAL" clId="{0D6A0893-A4C3-4472-A40B-1F08EA46D4AE}" dt="2026-04-27T14:28:07.601" v="24222" actId="478"/>
          <ac:picMkLst>
            <pc:docMk/>
            <pc:sldMk cId="193952959" sldId="525"/>
            <ac:picMk id="9" creationId="{2DFFEB19-85A3-06C9-7E3E-3A347AD0D4BA}"/>
          </ac:picMkLst>
        </pc:picChg>
        <pc:picChg chg="add mod">
          <ac:chgData name="Teng Wang" userId="18a8d83a-d360-47a3-91f7-533eefe1d157" providerId="ADAL" clId="{0D6A0893-A4C3-4472-A40B-1F08EA46D4AE}" dt="2026-04-27T14:28:33.333" v="24232" actId="1076"/>
          <ac:picMkLst>
            <pc:docMk/>
            <pc:sldMk cId="193952959" sldId="525"/>
            <ac:picMk id="10" creationId="{A36FFC5A-2414-44C1-5F85-4201F02BD2CA}"/>
          </ac:picMkLst>
        </pc:picChg>
      </pc:sldChg>
      <pc:sldChg chg="addSp delSp modSp add del mod ord">
        <pc:chgData name="Teng Wang" userId="18a8d83a-d360-47a3-91f7-533eefe1d157" providerId="ADAL" clId="{0D6A0893-A4C3-4472-A40B-1F08EA46D4AE}" dt="2026-04-28T22:48:46.368" v="25904" actId="47"/>
        <pc:sldMkLst>
          <pc:docMk/>
          <pc:sldMk cId="1625086463" sldId="526"/>
        </pc:sldMkLst>
        <pc:picChg chg="add mod">
          <ac:chgData name="Teng Wang" userId="18a8d83a-d360-47a3-91f7-533eefe1d157" providerId="ADAL" clId="{0D6A0893-A4C3-4472-A40B-1F08EA46D4AE}" dt="2026-04-27T17:02:26.784" v="24851" actId="1076"/>
          <ac:picMkLst>
            <pc:docMk/>
            <pc:sldMk cId="1625086463" sldId="526"/>
            <ac:picMk id="5" creationId="{9115502C-0B21-FFB8-E025-4948CB54141C}"/>
          </ac:picMkLst>
        </pc:picChg>
        <pc:picChg chg="del">
          <ac:chgData name="Teng Wang" userId="18a8d83a-d360-47a3-91f7-533eefe1d157" providerId="ADAL" clId="{0D6A0893-A4C3-4472-A40B-1F08EA46D4AE}" dt="2026-04-27T17:02:08.370" v="24846" actId="478"/>
          <ac:picMkLst>
            <pc:docMk/>
            <pc:sldMk cId="1625086463" sldId="526"/>
            <ac:picMk id="6" creationId="{FA86BD69-1D38-4FC4-CA55-FBD5C8933695}"/>
          </ac:picMkLst>
        </pc:picChg>
        <pc:picChg chg="del">
          <ac:chgData name="Teng Wang" userId="18a8d83a-d360-47a3-91f7-533eefe1d157" providerId="ADAL" clId="{0D6A0893-A4C3-4472-A40B-1F08EA46D4AE}" dt="2026-04-27T17:02:07.771" v="24845" actId="478"/>
          <ac:picMkLst>
            <pc:docMk/>
            <pc:sldMk cId="1625086463" sldId="526"/>
            <ac:picMk id="10" creationId="{9474E4CC-0890-D831-62FC-4F8BFAFCDC7B}"/>
          </ac:picMkLst>
        </pc:picChg>
      </pc:sldChg>
      <pc:sldChg chg="addSp modSp add mod ord">
        <pc:chgData name="Teng Wang" userId="18a8d83a-d360-47a3-91f7-533eefe1d157" providerId="ADAL" clId="{0D6A0893-A4C3-4472-A40B-1F08EA46D4AE}" dt="2026-04-28T22:51:17.006" v="25923" actId="20577"/>
        <pc:sldMkLst>
          <pc:docMk/>
          <pc:sldMk cId="3504325836" sldId="527"/>
        </pc:sldMkLst>
        <pc:spChg chg="mod">
          <ac:chgData name="Teng Wang" userId="18a8d83a-d360-47a3-91f7-533eefe1d157" providerId="ADAL" clId="{0D6A0893-A4C3-4472-A40B-1F08EA46D4AE}" dt="2026-04-28T22:51:17.006" v="25923" actId="20577"/>
          <ac:spMkLst>
            <pc:docMk/>
            <pc:sldMk cId="3504325836" sldId="527"/>
            <ac:spMk id="12" creationId="{32E20FAD-427B-D0D2-3966-B4DBE644236E}"/>
          </ac:spMkLst>
        </pc:spChg>
        <pc:picChg chg="mod">
          <ac:chgData name="Teng Wang" userId="18a8d83a-d360-47a3-91f7-533eefe1d157" providerId="ADAL" clId="{0D6A0893-A4C3-4472-A40B-1F08EA46D4AE}" dt="2026-04-27T18:12:34.575" v="24855" actId="1076"/>
          <ac:picMkLst>
            <pc:docMk/>
            <pc:sldMk cId="3504325836" sldId="527"/>
            <ac:picMk id="5" creationId="{BDF575DB-73A3-5661-32A3-0DC070A9E597}"/>
          </ac:picMkLst>
        </pc:picChg>
        <pc:picChg chg="add mod">
          <ac:chgData name="Teng Wang" userId="18a8d83a-d360-47a3-91f7-533eefe1d157" providerId="ADAL" clId="{0D6A0893-A4C3-4472-A40B-1F08EA46D4AE}" dt="2026-04-27T18:12:37.854" v="24856" actId="1076"/>
          <ac:picMkLst>
            <pc:docMk/>
            <pc:sldMk cId="3504325836" sldId="527"/>
            <ac:picMk id="6" creationId="{4286BBF0-C97A-E5A3-6ED3-72CB43663D5E}"/>
          </ac:picMkLst>
        </pc:picChg>
      </pc:sldChg>
      <pc:sldChg chg="addSp delSp modSp add mod ord">
        <pc:chgData name="Teng Wang" userId="18a8d83a-d360-47a3-91f7-533eefe1d157" providerId="ADAL" clId="{0D6A0893-A4C3-4472-A40B-1F08EA46D4AE}" dt="2026-04-28T22:50:38.324" v="25917" actId="20577"/>
        <pc:sldMkLst>
          <pc:docMk/>
          <pc:sldMk cId="1831023210" sldId="528"/>
        </pc:sldMkLst>
        <pc:spChg chg="add del mod">
          <ac:chgData name="Teng Wang" userId="18a8d83a-d360-47a3-91f7-533eefe1d157" providerId="ADAL" clId="{0D6A0893-A4C3-4472-A40B-1F08EA46D4AE}" dt="2026-04-28T22:49:05.313" v="25908" actId="478"/>
          <ac:spMkLst>
            <pc:docMk/>
            <pc:sldMk cId="1831023210" sldId="528"/>
            <ac:spMk id="3" creationId="{C62342B5-59C2-CBB4-C899-EC1CBC609AAE}"/>
          </ac:spMkLst>
        </pc:spChg>
        <pc:spChg chg="del">
          <ac:chgData name="Teng Wang" userId="18a8d83a-d360-47a3-91f7-533eefe1d157" providerId="ADAL" clId="{0D6A0893-A4C3-4472-A40B-1F08EA46D4AE}" dt="2026-04-28T17:53:11.218" v="24859" actId="478"/>
          <ac:spMkLst>
            <pc:docMk/>
            <pc:sldMk cId="1831023210" sldId="528"/>
            <ac:spMk id="8" creationId="{9E647A53-BCEF-47F7-7F4C-DA97207FC168}"/>
          </ac:spMkLst>
        </pc:spChg>
        <pc:spChg chg="mod">
          <ac:chgData name="Teng Wang" userId="18a8d83a-d360-47a3-91f7-533eefe1d157" providerId="ADAL" clId="{0D6A0893-A4C3-4472-A40B-1F08EA46D4AE}" dt="2026-04-28T22:50:38.324" v="25917" actId="20577"/>
          <ac:spMkLst>
            <pc:docMk/>
            <pc:sldMk cId="1831023210" sldId="528"/>
            <ac:spMk id="12" creationId="{07DD4897-511B-CE73-AA85-8DD87F0BF755}"/>
          </ac:spMkLst>
        </pc:spChg>
        <pc:spChg chg="mod">
          <ac:chgData name="Teng Wang" userId="18a8d83a-d360-47a3-91f7-533eefe1d157" providerId="ADAL" clId="{0D6A0893-A4C3-4472-A40B-1F08EA46D4AE}" dt="2026-04-28T22:49:09.394" v="25910" actId="1076"/>
          <ac:spMkLst>
            <pc:docMk/>
            <pc:sldMk cId="1831023210" sldId="528"/>
            <ac:spMk id="18" creationId="{CBFEDEB7-D4E5-61D2-14C2-D29E1E5E2464}"/>
          </ac:spMkLst>
        </pc:spChg>
        <pc:picChg chg="del">
          <ac:chgData name="Teng Wang" userId="18a8d83a-d360-47a3-91f7-533eefe1d157" providerId="ADAL" clId="{0D6A0893-A4C3-4472-A40B-1F08EA46D4AE}" dt="2026-04-28T17:53:09.930" v="24858" actId="478"/>
          <ac:picMkLst>
            <pc:docMk/>
            <pc:sldMk cId="1831023210" sldId="528"/>
            <ac:picMk id="5" creationId="{5551921D-15F1-6B24-C35A-691F1EA06CE2}"/>
          </ac:picMkLst>
        </pc:picChg>
        <pc:picChg chg="mod">
          <ac:chgData name="Teng Wang" userId="18a8d83a-d360-47a3-91f7-533eefe1d157" providerId="ADAL" clId="{0D6A0893-A4C3-4472-A40B-1F08EA46D4AE}" dt="2026-04-28T22:49:06.992" v="25909" actId="1076"/>
          <ac:picMkLst>
            <pc:docMk/>
            <pc:sldMk cId="1831023210" sldId="528"/>
            <ac:picMk id="6" creationId="{FE30874D-B687-DF83-F298-1772706EFEF2}"/>
          </ac:picMkLst>
        </pc:picChg>
      </pc:sldChg>
      <pc:sldChg chg="add del">
        <pc:chgData name="Teng Wang" userId="18a8d83a-d360-47a3-91f7-533eefe1d157" providerId="ADAL" clId="{0D6A0893-A4C3-4472-A40B-1F08EA46D4AE}" dt="2026-04-28T18:38:04.957" v="25279"/>
        <pc:sldMkLst>
          <pc:docMk/>
          <pc:sldMk cId="627795770" sldId="529"/>
        </pc:sldMkLst>
      </pc:sldChg>
      <pc:sldChg chg="addSp delSp modSp add mod ord">
        <pc:chgData name="Teng Wang" userId="18a8d83a-d360-47a3-91f7-533eefe1d157" providerId="ADAL" clId="{0D6A0893-A4C3-4472-A40B-1F08EA46D4AE}" dt="2026-04-28T22:57:17.599" v="26188" actId="20577"/>
        <pc:sldMkLst>
          <pc:docMk/>
          <pc:sldMk cId="1180067897" sldId="529"/>
        </pc:sldMkLst>
        <pc:spChg chg="del">
          <ac:chgData name="Teng Wang" userId="18a8d83a-d360-47a3-91f7-533eefe1d157" providerId="ADAL" clId="{0D6A0893-A4C3-4472-A40B-1F08EA46D4AE}" dt="2026-04-28T18:38:12.508" v="25282" actId="478"/>
          <ac:spMkLst>
            <pc:docMk/>
            <pc:sldMk cId="1180067897" sldId="529"/>
            <ac:spMk id="3" creationId="{4FA056F2-4FA7-C4F9-9DAA-13D2B6D85728}"/>
          </ac:spMkLst>
        </pc:spChg>
        <pc:spChg chg="add del">
          <ac:chgData name="Teng Wang" userId="18a8d83a-d360-47a3-91f7-533eefe1d157" providerId="ADAL" clId="{0D6A0893-A4C3-4472-A40B-1F08EA46D4AE}" dt="2026-04-28T18:38:19.597" v="25286" actId="22"/>
          <ac:spMkLst>
            <pc:docMk/>
            <pc:sldMk cId="1180067897" sldId="529"/>
            <ac:spMk id="7" creationId="{3A87F0E7-CF5F-DFBB-F76C-ED0361D6B5C3}"/>
          </ac:spMkLst>
        </pc:spChg>
        <pc:spChg chg="del">
          <ac:chgData name="Teng Wang" userId="18a8d83a-d360-47a3-91f7-533eefe1d157" providerId="ADAL" clId="{0D6A0893-A4C3-4472-A40B-1F08EA46D4AE}" dt="2026-04-28T18:38:13.665" v="25283" actId="478"/>
          <ac:spMkLst>
            <pc:docMk/>
            <pc:sldMk cId="1180067897" sldId="529"/>
            <ac:spMk id="12" creationId="{8CE02E85-E073-DC14-2A72-11D7620B2AD4}"/>
          </ac:spMkLst>
        </pc:spChg>
        <pc:spChg chg="del">
          <ac:chgData name="Teng Wang" userId="18a8d83a-d360-47a3-91f7-533eefe1d157" providerId="ADAL" clId="{0D6A0893-A4C3-4472-A40B-1F08EA46D4AE}" dt="2026-04-28T18:38:14.975" v="25284" actId="478"/>
          <ac:spMkLst>
            <pc:docMk/>
            <pc:sldMk cId="1180067897" sldId="529"/>
            <ac:spMk id="18" creationId="{72A44E0D-C7E2-E112-A320-443E7B63EA2A}"/>
          </ac:spMkLst>
        </pc:spChg>
        <pc:graphicFrameChg chg="add mod modGraphic">
          <ac:chgData name="Teng Wang" userId="18a8d83a-d360-47a3-91f7-533eefe1d157" providerId="ADAL" clId="{0D6A0893-A4C3-4472-A40B-1F08EA46D4AE}" dt="2026-04-28T22:57:17.599" v="26188" actId="20577"/>
          <ac:graphicFrameMkLst>
            <pc:docMk/>
            <pc:sldMk cId="1180067897" sldId="529"/>
            <ac:graphicFrameMk id="8" creationId="{3A21C8CA-DA54-C288-5D66-5A591590B17E}"/>
          </ac:graphicFrameMkLst>
        </pc:graphicFrameChg>
        <pc:picChg chg="del">
          <ac:chgData name="Teng Wang" userId="18a8d83a-d360-47a3-91f7-533eefe1d157" providerId="ADAL" clId="{0D6A0893-A4C3-4472-A40B-1F08EA46D4AE}" dt="2026-04-28T18:38:10.995" v="25281" actId="478"/>
          <ac:picMkLst>
            <pc:docMk/>
            <pc:sldMk cId="1180067897" sldId="529"/>
            <ac:picMk id="6" creationId="{22CFD4EF-C29B-797B-D962-08597F1A78C7}"/>
          </ac:picMkLst>
        </pc:picChg>
      </pc:sldChg>
      <pc:sldChg chg="modSp add mod">
        <pc:chgData name="Teng Wang" userId="18a8d83a-d360-47a3-91f7-533eefe1d157" providerId="ADAL" clId="{0D6A0893-A4C3-4472-A40B-1F08EA46D4AE}" dt="2026-04-28T23:05:53.690" v="26728" actId="1076"/>
        <pc:sldMkLst>
          <pc:docMk/>
          <pc:sldMk cId="691442401" sldId="530"/>
        </pc:sldMkLst>
        <pc:spChg chg="mod">
          <ac:chgData name="Teng Wang" userId="18a8d83a-d360-47a3-91f7-533eefe1d157" providerId="ADAL" clId="{0D6A0893-A4C3-4472-A40B-1F08EA46D4AE}" dt="2026-04-28T23:01:15.637" v="26414" actId="20577"/>
          <ac:spMkLst>
            <pc:docMk/>
            <pc:sldMk cId="691442401" sldId="530"/>
            <ac:spMk id="3" creationId="{6337CB14-3F28-8448-0823-BF1C6EBCCE1B}"/>
          </ac:spMkLst>
        </pc:spChg>
        <pc:spChg chg="mod">
          <ac:chgData name="Teng Wang" userId="18a8d83a-d360-47a3-91f7-533eefe1d157" providerId="ADAL" clId="{0D6A0893-A4C3-4472-A40B-1F08EA46D4AE}" dt="2026-04-28T23:05:53.690" v="26728" actId="1076"/>
          <ac:spMkLst>
            <pc:docMk/>
            <pc:sldMk cId="691442401" sldId="530"/>
            <ac:spMk id="13" creationId="{541A1BD3-ABC0-1196-8EEE-F209BA1C244E}"/>
          </ac:spMkLst>
        </pc:spChg>
      </pc:sldChg>
      <pc:sldChg chg="modSp add mod">
        <pc:chgData name="Teng Wang" userId="18a8d83a-d360-47a3-91f7-533eefe1d157" providerId="ADAL" clId="{0D6A0893-A4C3-4472-A40B-1F08EA46D4AE}" dt="2026-04-28T22:44:38.167" v="25776" actId="1076"/>
        <pc:sldMkLst>
          <pc:docMk/>
          <pc:sldMk cId="928027721" sldId="531"/>
        </pc:sldMkLst>
        <pc:spChg chg="mod">
          <ac:chgData name="Teng Wang" userId="18a8d83a-d360-47a3-91f7-533eefe1d157" providerId="ADAL" clId="{0D6A0893-A4C3-4472-A40B-1F08EA46D4AE}" dt="2026-04-28T22:44:38.167" v="25776" actId="1076"/>
          <ac:spMkLst>
            <pc:docMk/>
            <pc:sldMk cId="928027721" sldId="531"/>
            <ac:spMk id="9" creationId="{BC8A8453-D258-62A2-4DF5-B89C63ADC1CC}"/>
          </ac:spMkLst>
        </pc:spChg>
      </pc:sldChg>
      <pc:sldChg chg="addSp delSp modSp add mod">
        <pc:chgData name="Teng Wang" userId="18a8d83a-d360-47a3-91f7-533eefe1d157" providerId="ADAL" clId="{0D6A0893-A4C3-4472-A40B-1F08EA46D4AE}" dt="2026-04-28T22:48:06.854" v="25900" actId="1076"/>
        <pc:sldMkLst>
          <pc:docMk/>
          <pc:sldMk cId="699642557" sldId="532"/>
        </pc:sldMkLst>
        <pc:spChg chg="mod">
          <ac:chgData name="Teng Wang" userId="18a8d83a-d360-47a3-91f7-533eefe1d157" providerId="ADAL" clId="{0D6A0893-A4C3-4472-A40B-1F08EA46D4AE}" dt="2026-04-28T22:47:57.143" v="25899" actId="20577"/>
          <ac:spMkLst>
            <pc:docMk/>
            <pc:sldMk cId="699642557" sldId="532"/>
            <ac:spMk id="3" creationId="{1A9F27F5-A17A-DE61-C394-CC16DE4E3991}"/>
          </ac:spMkLst>
        </pc:spChg>
        <pc:spChg chg="add del">
          <ac:chgData name="Teng Wang" userId="18a8d83a-d360-47a3-91f7-533eefe1d157" providerId="ADAL" clId="{0D6A0893-A4C3-4472-A40B-1F08EA46D4AE}" dt="2026-04-28T22:44:57.128" v="25779" actId="22"/>
          <ac:spMkLst>
            <pc:docMk/>
            <pc:sldMk cId="699642557" sldId="532"/>
            <ac:spMk id="6" creationId="{D6E55CF3-910D-5C3B-4E51-7D8DE18DC88B}"/>
          </ac:spMkLst>
        </pc:spChg>
        <pc:spChg chg="del">
          <ac:chgData name="Teng Wang" userId="18a8d83a-d360-47a3-91f7-533eefe1d157" providerId="ADAL" clId="{0D6A0893-A4C3-4472-A40B-1F08EA46D4AE}" dt="2026-04-28T22:45:02.479" v="25786" actId="478"/>
          <ac:spMkLst>
            <pc:docMk/>
            <pc:sldMk cId="699642557" sldId="532"/>
            <ac:spMk id="8" creationId="{74E936D7-33F5-C73C-F01A-1426A7998F70}"/>
          </ac:spMkLst>
        </pc:spChg>
        <pc:spChg chg="del mod">
          <ac:chgData name="Teng Wang" userId="18a8d83a-d360-47a3-91f7-533eefe1d157" providerId="ADAL" clId="{0D6A0893-A4C3-4472-A40B-1F08EA46D4AE}" dt="2026-04-28T22:45:01.536" v="25784" actId="478"/>
          <ac:spMkLst>
            <pc:docMk/>
            <pc:sldMk cId="699642557" sldId="532"/>
            <ac:spMk id="9" creationId="{135573AD-98DE-5AE4-B56C-37B105E13A5C}"/>
          </ac:spMkLst>
        </pc:spChg>
        <pc:spChg chg="del">
          <ac:chgData name="Teng Wang" userId="18a8d83a-d360-47a3-91f7-533eefe1d157" providerId="ADAL" clId="{0D6A0893-A4C3-4472-A40B-1F08EA46D4AE}" dt="2026-04-28T22:45:02.008" v="25785" actId="478"/>
          <ac:spMkLst>
            <pc:docMk/>
            <pc:sldMk cId="699642557" sldId="532"/>
            <ac:spMk id="11" creationId="{28C0C630-32AE-AFEA-5DA1-CB8032266DA5}"/>
          </ac:spMkLst>
        </pc:spChg>
        <pc:spChg chg="add mod">
          <ac:chgData name="Teng Wang" userId="18a8d83a-d360-47a3-91f7-533eefe1d157" providerId="ADAL" clId="{0D6A0893-A4C3-4472-A40B-1F08EA46D4AE}" dt="2026-04-28T22:48:06.854" v="25900" actId="1076"/>
          <ac:spMkLst>
            <pc:docMk/>
            <pc:sldMk cId="699642557" sldId="532"/>
            <ac:spMk id="12" creationId="{7C2942B3-B701-94C7-9B82-B613AC8415CC}"/>
          </ac:spMkLst>
        </pc:spChg>
        <pc:spChg chg="add mod">
          <ac:chgData name="Teng Wang" userId="18a8d83a-d360-47a3-91f7-533eefe1d157" providerId="ADAL" clId="{0D6A0893-A4C3-4472-A40B-1F08EA46D4AE}" dt="2026-04-28T22:47:38.749" v="25862" actId="403"/>
          <ac:spMkLst>
            <pc:docMk/>
            <pc:sldMk cId="699642557" sldId="532"/>
            <ac:spMk id="15" creationId="{2EEA5E17-A111-E176-2695-3E27B5D8121D}"/>
          </ac:spMkLst>
        </pc:spChg>
        <pc:spChg chg="del">
          <ac:chgData name="Teng Wang" userId="18a8d83a-d360-47a3-91f7-533eefe1d157" providerId="ADAL" clId="{0D6A0893-A4C3-4472-A40B-1F08EA46D4AE}" dt="2026-04-28T22:45:03.450" v="25787" actId="478"/>
          <ac:spMkLst>
            <pc:docMk/>
            <pc:sldMk cId="699642557" sldId="532"/>
            <ac:spMk id="16" creationId="{56A8C63F-A24B-8A92-CB93-F84F769A51B6}"/>
          </ac:spMkLst>
        </pc:spChg>
        <pc:spChg chg="del">
          <ac:chgData name="Teng Wang" userId="18a8d83a-d360-47a3-91f7-533eefe1d157" providerId="ADAL" clId="{0D6A0893-A4C3-4472-A40B-1F08EA46D4AE}" dt="2026-04-28T22:45:04.548" v="25788" actId="478"/>
          <ac:spMkLst>
            <pc:docMk/>
            <pc:sldMk cId="699642557" sldId="532"/>
            <ac:spMk id="18" creationId="{98074621-5952-67DB-49B2-CB29FFEB4356}"/>
          </ac:spMkLst>
        </pc:spChg>
        <pc:picChg chg="del">
          <ac:chgData name="Teng Wang" userId="18a8d83a-d360-47a3-91f7-533eefe1d157" providerId="ADAL" clId="{0D6A0893-A4C3-4472-A40B-1F08EA46D4AE}" dt="2026-04-28T22:44:58.800" v="25781" actId="478"/>
          <ac:picMkLst>
            <pc:docMk/>
            <pc:sldMk cId="699642557" sldId="532"/>
            <ac:picMk id="7" creationId="{05FD1423-EB39-3A4D-837E-991DFC42DA04}"/>
          </ac:picMkLst>
        </pc:picChg>
        <pc:picChg chg="del">
          <ac:chgData name="Teng Wang" userId="18a8d83a-d360-47a3-91f7-533eefe1d157" providerId="ADAL" clId="{0D6A0893-A4C3-4472-A40B-1F08EA46D4AE}" dt="2026-04-28T22:44:58.434" v="25780" actId="478"/>
          <ac:picMkLst>
            <pc:docMk/>
            <pc:sldMk cId="699642557" sldId="532"/>
            <ac:picMk id="2050" creationId="{2766DFF2-7E9C-2E61-B56C-F18F9FAD3059}"/>
          </ac:picMkLst>
        </pc:picChg>
        <pc:cxnChg chg="del mod">
          <ac:chgData name="Teng Wang" userId="18a8d83a-d360-47a3-91f7-533eefe1d157" providerId="ADAL" clId="{0D6A0893-A4C3-4472-A40B-1F08EA46D4AE}" dt="2026-04-28T22:44:59.830" v="25782" actId="478"/>
          <ac:cxnSpMkLst>
            <pc:docMk/>
            <pc:sldMk cId="699642557" sldId="532"/>
            <ac:cxnSpMk id="14" creationId="{DF223EC9-CC52-CA56-8F54-C7AF8C8344A0}"/>
          </ac:cxnSpMkLst>
        </pc:cxnChg>
      </pc:sldChg>
      <pc:sldChg chg="addSp delSp modSp add mod">
        <pc:chgData name="Teng Wang" userId="18a8d83a-d360-47a3-91f7-533eefe1d157" providerId="ADAL" clId="{0D6A0893-A4C3-4472-A40B-1F08EA46D4AE}" dt="2026-04-28T23:13:35.576" v="27031" actId="20577"/>
        <pc:sldMkLst>
          <pc:docMk/>
          <pc:sldMk cId="2483413387" sldId="533"/>
        </pc:sldMkLst>
        <pc:spChg chg="mod">
          <ac:chgData name="Teng Wang" userId="18a8d83a-d360-47a3-91f7-533eefe1d157" providerId="ADAL" clId="{0D6A0893-A4C3-4472-A40B-1F08EA46D4AE}" dt="2026-04-28T23:13:35.576" v="27031" actId="20577"/>
          <ac:spMkLst>
            <pc:docMk/>
            <pc:sldMk cId="2483413387" sldId="533"/>
            <ac:spMk id="11" creationId="{4297B6B7-2A05-E1B4-C7DF-73B9ACDA4FE8}"/>
          </ac:spMkLst>
        </pc:spChg>
        <pc:spChg chg="add del mod">
          <ac:chgData name="Teng Wang" userId="18a8d83a-d360-47a3-91f7-533eefe1d157" providerId="ADAL" clId="{0D6A0893-A4C3-4472-A40B-1F08EA46D4AE}" dt="2026-04-28T23:09:14.450" v="26803" actId="478"/>
          <ac:spMkLst>
            <pc:docMk/>
            <pc:sldMk cId="2483413387" sldId="533"/>
            <ac:spMk id="12" creationId="{DAFB3B35-2437-4152-57DF-C7FFD8890FB1}"/>
          </ac:spMkLst>
        </pc:spChg>
        <pc:picChg chg="del">
          <ac:chgData name="Teng Wang" userId="18a8d83a-d360-47a3-91f7-533eefe1d157" providerId="ADAL" clId="{0D6A0893-A4C3-4472-A40B-1F08EA46D4AE}" dt="2026-04-28T23:08:30.017" v="26784" actId="478"/>
          <ac:picMkLst>
            <pc:docMk/>
            <pc:sldMk cId="2483413387" sldId="533"/>
            <ac:picMk id="5" creationId="{72819FC4-4506-1F78-6618-F5E390041A9B}"/>
          </ac:picMkLst>
        </pc:picChg>
        <pc:picChg chg="add mod">
          <ac:chgData name="Teng Wang" userId="18a8d83a-d360-47a3-91f7-533eefe1d157" providerId="ADAL" clId="{0D6A0893-A4C3-4472-A40B-1F08EA46D4AE}" dt="2026-04-28T23:09:07.885" v="26800" actId="1076"/>
          <ac:picMkLst>
            <pc:docMk/>
            <pc:sldMk cId="2483413387" sldId="533"/>
            <ac:picMk id="6" creationId="{20A3E538-1A40-79D0-58E2-D13CD05D5CB3}"/>
          </ac:picMkLst>
        </pc:picChg>
        <pc:picChg chg="del">
          <ac:chgData name="Teng Wang" userId="18a8d83a-d360-47a3-91f7-533eefe1d157" providerId="ADAL" clId="{0D6A0893-A4C3-4472-A40B-1F08EA46D4AE}" dt="2026-04-28T23:08:29.562" v="26783" actId="478"/>
          <ac:picMkLst>
            <pc:docMk/>
            <pc:sldMk cId="2483413387" sldId="533"/>
            <ac:picMk id="7" creationId="{6769E807-3C03-1A8F-A09D-D8A06F987FAD}"/>
          </ac:picMkLst>
        </pc:picChg>
        <pc:picChg chg="add mod">
          <ac:chgData name="Teng Wang" userId="18a8d83a-d360-47a3-91f7-533eefe1d157" providerId="ADAL" clId="{0D6A0893-A4C3-4472-A40B-1F08EA46D4AE}" dt="2026-04-28T23:09:01.947" v="26799" actId="1076"/>
          <ac:picMkLst>
            <pc:docMk/>
            <pc:sldMk cId="2483413387" sldId="533"/>
            <ac:picMk id="10" creationId="{E4F22ECC-8A0F-84E6-DD0B-13C675C4C18A}"/>
          </ac:picMkLst>
        </pc:picChg>
      </pc:sldChg>
      <pc:sldChg chg="modSp add mod">
        <pc:chgData name="Teng Wang" userId="18a8d83a-d360-47a3-91f7-533eefe1d157" providerId="ADAL" clId="{0D6A0893-A4C3-4472-A40B-1F08EA46D4AE}" dt="2026-04-28T23:08:27.656" v="26782" actId="1076"/>
        <pc:sldMkLst>
          <pc:docMk/>
          <pc:sldMk cId="773395834" sldId="534"/>
        </pc:sldMkLst>
        <pc:spChg chg="mod">
          <ac:chgData name="Teng Wang" userId="18a8d83a-d360-47a3-91f7-533eefe1d157" providerId="ADAL" clId="{0D6A0893-A4C3-4472-A40B-1F08EA46D4AE}" dt="2026-04-28T23:01:27.302" v="26415" actId="207"/>
          <ac:spMkLst>
            <pc:docMk/>
            <pc:sldMk cId="773395834" sldId="534"/>
            <ac:spMk id="9" creationId="{5FC7DC6D-2275-FC7E-1A48-822BED8DFFC9}"/>
          </ac:spMkLst>
        </pc:spChg>
        <pc:spChg chg="mod">
          <ac:chgData name="Teng Wang" userId="18a8d83a-d360-47a3-91f7-533eefe1d157" providerId="ADAL" clId="{0D6A0893-A4C3-4472-A40B-1F08EA46D4AE}" dt="2026-04-28T23:07:58.710" v="26780" actId="207"/>
          <ac:spMkLst>
            <pc:docMk/>
            <pc:sldMk cId="773395834" sldId="534"/>
            <ac:spMk id="18" creationId="{E589B903-CA3A-6B96-3EB8-5BC4EFDCA4B6}"/>
          </ac:spMkLst>
        </pc:spChg>
        <pc:picChg chg="mod">
          <ac:chgData name="Teng Wang" userId="18a8d83a-d360-47a3-91f7-533eefe1d157" providerId="ADAL" clId="{0D6A0893-A4C3-4472-A40B-1F08EA46D4AE}" dt="2026-04-28T23:08:27.656" v="26782" actId="1076"/>
          <ac:picMkLst>
            <pc:docMk/>
            <pc:sldMk cId="773395834" sldId="534"/>
            <ac:picMk id="2050" creationId="{D453EB4F-416B-5669-0791-CEB126B55CE5}"/>
          </ac:picMkLst>
        </pc:picChg>
      </pc:sldChg>
      <pc:sldChg chg="add del">
        <pc:chgData name="Teng Wang" userId="18a8d83a-d360-47a3-91f7-533eefe1d157" providerId="ADAL" clId="{0D6A0893-A4C3-4472-A40B-1F08EA46D4AE}" dt="2026-04-28T22:59:48.853" v="26249"/>
        <pc:sldMkLst>
          <pc:docMk/>
          <pc:sldMk cId="2401998737" sldId="534"/>
        </pc:sldMkLst>
      </pc:sldChg>
      <pc:sldChg chg="addSp delSp modSp add mod">
        <pc:chgData name="Teng Wang" userId="18a8d83a-d360-47a3-91f7-533eefe1d157" providerId="ADAL" clId="{0D6A0893-A4C3-4472-A40B-1F08EA46D4AE}" dt="2026-04-28T23:07:17.281" v="26770" actId="20577"/>
        <pc:sldMkLst>
          <pc:docMk/>
          <pc:sldMk cId="1031729014" sldId="535"/>
        </pc:sldMkLst>
        <pc:spChg chg="mod">
          <ac:chgData name="Teng Wang" userId="18a8d83a-d360-47a3-91f7-533eefe1d157" providerId="ADAL" clId="{0D6A0893-A4C3-4472-A40B-1F08EA46D4AE}" dt="2026-04-28T23:07:17.281" v="26770" actId="20577"/>
          <ac:spMkLst>
            <pc:docMk/>
            <pc:sldMk cId="1031729014" sldId="535"/>
            <ac:spMk id="3" creationId="{C6906612-6336-FB81-56FC-2399C5A57A97}"/>
          </ac:spMkLst>
        </pc:spChg>
        <pc:spChg chg="del">
          <ac:chgData name="Teng Wang" userId="18a8d83a-d360-47a3-91f7-533eefe1d157" providerId="ADAL" clId="{0D6A0893-A4C3-4472-A40B-1F08EA46D4AE}" dt="2026-04-28T23:03:59.525" v="26573" actId="478"/>
          <ac:spMkLst>
            <pc:docMk/>
            <pc:sldMk cId="1031729014" sldId="535"/>
            <ac:spMk id="13" creationId="{F049D3FD-CBA6-F0E6-4B1A-208870F19ABD}"/>
          </ac:spMkLst>
        </pc:spChg>
        <pc:graphicFrameChg chg="add mod modGraphic">
          <ac:chgData name="Teng Wang" userId="18a8d83a-d360-47a3-91f7-533eefe1d157" providerId="ADAL" clId="{0D6A0893-A4C3-4472-A40B-1F08EA46D4AE}" dt="2026-04-28T23:06:58.983" v="26762" actId="1076"/>
          <ac:graphicFrameMkLst>
            <pc:docMk/>
            <pc:sldMk cId="1031729014" sldId="535"/>
            <ac:graphicFrameMk id="5" creationId="{7B9202B7-22D0-D4FC-F330-454867FC51FB}"/>
          </ac:graphicFrameMkLst>
        </pc:graphicFrameChg>
        <pc:picChg chg="del mod">
          <ac:chgData name="Teng Wang" userId="18a8d83a-d360-47a3-91f7-533eefe1d157" providerId="ADAL" clId="{0D6A0893-A4C3-4472-A40B-1F08EA46D4AE}" dt="2026-04-28T23:04:23.501" v="26578" actId="478"/>
          <ac:picMkLst>
            <pc:docMk/>
            <pc:sldMk cId="1031729014" sldId="535"/>
            <ac:picMk id="7" creationId="{BC1670DC-18E2-9302-3419-C8FC747D8763}"/>
          </ac:picMkLst>
        </pc:picChg>
        <pc:picChg chg="del">
          <ac:chgData name="Teng Wang" userId="18a8d83a-d360-47a3-91f7-533eefe1d157" providerId="ADAL" clId="{0D6A0893-A4C3-4472-A40B-1F08EA46D4AE}" dt="2026-04-28T23:02:51.737" v="26420" actId="478"/>
          <ac:picMkLst>
            <pc:docMk/>
            <pc:sldMk cId="1031729014" sldId="535"/>
            <ac:picMk id="2050" creationId="{BE945845-1B2E-0CCF-39FC-3C9A473A2C1F}"/>
          </ac:picMkLst>
        </pc:picChg>
      </pc:sldChg>
      <pc:sldChg chg="add">
        <pc:chgData name="Teng Wang" userId="18a8d83a-d360-47a3-91f7-533eefe1d157" providerId="ADAL" clId="{0D6A0893-A4C3-4472-A40B-1F08EA46D4AE}" dt="2026-04-28T23:10:19.553" v="26815"/>
        <pc:sldMkLst>
          <pc:docMk/>
          <pc:sldMk cId="2197409365" sldId="536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3499249632" sldId="537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3627761628" sldId="538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3831485556" sldId="539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608185094" sldId="540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1285469518" sldId="541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2170604819" sldId="542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1363739672" sldId="543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945842159" sldId="544"/>
        </pc:sldMkLst>
      </pc:sldChg>
      <pc:sldChg chg="add">
        <pc:chgData name="Teng Wang" userId="18a8d83a-d360-47a3-91f7-533eefe1d157" providerId="ADAL" clId="{0D6A0893-A4C3-4472-A40B-1F08EA46D4AE}" dt="2026-04-28T23:21:12.547" v="27032"/>
        <pc:sldMkLst>
          <pc:docMk/>
          <pc:sldMk cId="3605218660" sldId="545"/>
        </pc:sldMkLst>
      </pc:sldChg>
      <pc:sldMasterChg chg="delSldLayout">
        <pc:chgData name="Teng Wang" userId="18a8d83a-d360-47a3-91f7-533eefe1d157" providerId="ADAL" clId="{0D6A0893-A4C3-4472-A40B-1F08EA46D4AE}" dt="2026-04-24T21:01:10.890" v="22245" actId="47"/>
        <pc:sldMasterMkLst>
          <pc:docMk/>
          <pc:sldMasterMk cId="1793164074" sldId="214748366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8223A78-625A-434B-8348-E42139EC5955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91D3BA1-BEDB-4FA8-B6EC-CD582FA9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029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05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8077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410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0126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615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2178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8201" algn="l" defTabSz="9120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6AC8-FE39-F88F-F799-CA4F7D69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466B0-0CC0-48E8-CA55-15207B11A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80A18-F319-190D-3DD9-6A7C8C8BB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01C82-CDC2-A118-B607-88AB5CA19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21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2386-3A2D-8616-7C73-F23DDC46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E53EC-7817-D342-8FFC-811A466BA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54D70-41A8-308E-ED6E-073BCE019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19797-6021-F1B6-7CF2-BE6FB2E69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12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492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63B7-E7DB-737B-45BE-3B1FF742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4FA8E-FDF0-EF82-F730-2942E2F7A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BD9F4-717E-64AE-8298-2F00C160A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0F96-C8E2-17A2-8C0D-9BC0CC2C2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955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EC92-50FA-DA02-EA5C-1ACC8D1D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60206-1DC2-FE5C-36E5-38FD396C0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D5FF7-F5D2-373B-0C91-03F1108D2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4D3B8-92D6-B727-5D88-3C2F42F75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640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9A64-4AC4-8FFD-7658-2A2D69DB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37B3E-09BE-0C76-3070-7F5BE0E6F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EF589-1E20-17E4-C047-CEE52AA1A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09909-FE6C-96F0-4409-151230C69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989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3BE7-997D-47DD-97F1-91F708C35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F7BAE-7F93-C6DD-5AD5-005F8AB13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ECF15-1516-A35B-A1B5-83830BCFB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2FE39-B19E-D73D-8415-917A4FDEB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23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C488-DA17-54AD-B7ED-1DDD0716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A9C89-337C-D90F-179C-F88F37DDE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6978B-D1F4-8B2B-2B2E-816F57DF6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D323E-1520-31A7-FCC8-AC7065112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816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64AE-8825-4730-6177-337AD8CC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0CC8C-87FB-58A2-FD2F-FD3F2BBB3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E0602-1BA0-76E3-5B01-5E8AA3B28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2A598-8865-3A19-F15B-602310A2F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768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FC499-49BD-A64F-67D2-E7823123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9FF9D-44F8-B10A-DE59-A63950D37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A6853-A578-D93F-4780-4C156DE1B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57F6-7C09-2B59-449C-D2F65CBB2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310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60DD-569E-962B-E4F6-0D627AFC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8A589-4805-6CF8-05BE-D0B1E3C5A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A0300-6E8E-D21E-FD52-46A7A6D2E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A9976-D118-90A2-A312-D767152D5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962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E07B0-6AEB-D08F-BF97-BA601A6C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627F6-D09F-FA6F-B233-0B7C9E63A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E4392-3D0C-ABC5-4967-30B386CAA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2E000-6FA5-018B-67B5-5187CB264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164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596A-2A25-851D-36D5-E752DA30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12F66-5B07-B9B6-C32B-46685453B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1A292-C4CC-CAA1-2E59-D7A2045CC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85374-1512-D5F5-C182-B8BDE73B1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039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85E20-0857-7855-3029-01A4859B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DFE5C-C243-2CBB-549A-6F55E37A2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16F6F-A7F9-6B70-5BE3-0C0C8CF9D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42A7C-9E4E-24F1-0E7B-23439D5C5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295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40B54-78A1-F018-09F4-B05E3673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48283-9845-FC64-29A9-63CB71B35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11DC0-624D-F164-EF7C-E9232239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FAE00-84EB-0ABC-31CE-5BBF6FE5E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707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88C1-0DAA-05E1-5718-6D4F5558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BCAD4-F7D4-1CA0-794B-727C901D8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FD698-6DB9-230A-7913-8A42B2D07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79471-C4F4-BC7E-FC88-0A383CBD1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764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63B7-E7DB-737B-45BE-3B1FF742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4FA8E-FDF0-EF82-F730-2942E2F7A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BD9F4-717E-64AE-8298-2F00C160A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0F96-C8E2-17A2-8C0D-9BC0CC2C2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55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DDA9-F4FF-5065-AC85-AD53E932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9DFA6-F93D-CF68-79DE-E61858816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A60B2-608B-457F-49A0-721865A5D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002DE-7C93-7ABA-BF78-4156882C1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014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DEF0F-4A43-9C27-2E19-89F9E6BA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6888D-C2C1-4162-2C12-D28552804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6F6F1-945B-3C62-ABA1-C9DFA8EFA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6E69E-C967-BB64-2A34-038929F4F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410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48D46-135E-280D-51E8-E327F041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93EA0-1367-C470-3C78-ABFA9DCD9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09FEF-7907-0590-F86B-80ACBA8B1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C0B49-6C78-7DA6-D055-0D5D58A78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382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6119-F6E6-107C-F51F-570B92CB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42192-C6AF-9F13-55A3-58590B028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1314B-3FEF-A8AA-9009-63EE3CE54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D5DC6-3B61-621E-9EC3-DB328272D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080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5353-9475-EF23-1E96-94765B36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4C5A3-0C17-9AC3-0AF2-40DB2C130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0BFD1-B8D8-740B-C7A4-8D8B872D4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E3F73-6D19-6DE6-0DE9-F5F502C1B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65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D31C-1C9D-5660-5E3A-1965B638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A4843-8754-1456-388C-71F8E5FC0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50C17-8663-BF29-CA7C-7AFD36D16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647FC-6937-8F28-0CFA-D39E5B6E3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6783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7640-5972-8022-6CB1-DE754B7E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67663-A5AB-59C7-20DE-1C0870E72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0B605-BC1A-83AD-3F4D-C08C8833F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CDD1-3DEB-48A4-59B1-71BF1DDA5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816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BD25-8C2A-1DFD-751A-533F6B2F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D8F56-4908-5726-BDFA-3751F1565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3B533-574D-9C17-CA1D-1F686B0A4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FE8F-7DC8-0B00-EF3A-02BF01FF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301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A45A-4601-F040-A38D-C4B94035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2DE5C-4A56-DED2-869D-0CFA9179A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7B562-FA75-A88C-272D-EEF434568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3CD77-327E-A6A9-E087-303F4EEA9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0795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ABD6-5006-595D-45FA-17F43E6D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3C722-2EAD-2ECB-C1E0-056A8F147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5E51C-C5DD-C610-848E-4810C49B3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52111-F620-8BD3-4451-7B7F003A0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93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C4A25-A056-4EDE-E738-82CFD7E6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9A1BB-F268-AA37-2DA5-F643FF2DF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B7D36-2777-3A67-0E48-3C46B0D7E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CD15E-FE97-C940-83C2-F6FE8968F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938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09C3-B27A-9ED0-581F-92615B71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87A3F-A1F0-5BA6-3285-7DEDE896F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8F27F-96FB-85CF-37C6-F77709B81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F7634-6E90-4D4D-E53F-DD8CA1D9A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3356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16FD-D6C7-BE09-EB3D-384BE927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C382C-49D2-57A7-6D83-ABFE40BC5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0260C-68DF-6AF1-A935-998977566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16E34-D693-6743-FA5B-98ABC23E8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840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D101-5D18-2493-C833-969FD9C8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45F2D-C992-8452-B23B-4E0B3C20A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DEA85-B269-EF88-2B3B-BA7EDF484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0527C-0255-9824-C8F4-9F17BCA17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898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FFD8-1368-555F-CA2D-F1BC4842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33F92-E2C0-DE27-3E76-C56AE538D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02442-7E8B-5CA5-EDA2-8BA7CD170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5AE2A-D3C4-42A8-BAE2-017B9A412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920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3412-8633-0C04-86A5-117CF052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E2BD8-E148-1028-D5E4-E3DD04E4D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97F7C-F184-0539-AE1D-298CE2904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DA0ED-2F8F-E3E4-5AEA-C20807380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777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F2CB-C23E-2D41-9B69-2391AF53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5959D-DCED-D92A-07F8-3D392AF87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2D89C-D47F-C37A-E9BC-DB7ABBD8D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89128-D5E0-2C80-6540-61EA8FD84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078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4414B-04B5-7821-C218-18755AA6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8CF2E-FE6F-EA77-C158-5BBE9EAE3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B3200-E993-559C-B5A4-ACB50FC1D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3C971-4280-96AF-174E-9F076446D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D3BA1-BEDB-4FA8-B6EC-CD582FA95C7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156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738D-FA0C-DB82-EFB1-17F0C9AE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53A25-F4E0-69B5-570B-2952EDA5A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CA296-E079-885C-F3DF-DB4E03451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5D88B-A241-670A-3203-6D0145F0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D3BA1-BEDB-4FA8-B6EC-CD582FA95C7C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78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2400" y="2819400"/>
            <a:ext cx="9347200" cy="1272204"/>
          </a:xfrm>
          <a:prstGeom prst="rect">
            <a:avLst/>
          </a:prstGeom>
        </p:spPr>
        <p:txBody>
          <a:bodyPr/>
          <a:lstStyle>
            <a:lvl1pPr algn="ctr">
              <a:defRPr b="0"/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1117600" y="4313278"/>
            <a:ext cx="9347200" cy="1385455"/>
          </a:xfrm>
          <a:prstGeom prst="rect">
            <a:avLst/>
          </a:prstGeom>
        </p:spPr>
        <p:txBody>
          <a:bodyPr/>
          <a:lstStyle>
            <a:lvl1pPr algn="l" defTabSz="912051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000" b="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244004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50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0" y="-1"/>
            <a:ext cx="6583680" cy="914400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066800"/>
            <a:ext cx="5283200" cy="52578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77000"/>
            <a:ext cx="508000" cy="304800"/>
          </a:xfrm>
          <a:prstGeom prst="rect">
            <a:avLst/>
          </a:prstGeom>
        </p:spPr>
        <p:txBody>
          <a:bodyPr lIns="91205" tIns="45604" rIns="91205" bIns="45604"/>
          <a:lstStyle>
            <a:lvl1pPr algn="r">
              <a:defRPr sz="1200"/>
            </a:lvl1pPr>
          </a:lstStyle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‹#›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96000" y="1066800"/>
            <a:ext cx="5384800" cy="52578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9547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0" y="-1"/>
            <a:ext cx="6583680" cy="914400"/>
          </a:xfrm>
        </p:spPr>
        <p:txBody>
          <a:bodyPr>
            <a:normAutofit/>
          </a:bodyPr>
          <a:lstStyle>
            <a:lvl1pPr algn="ctr">
              <a:defRPr sz="3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066800"/>
            <a:ext cx="10871200" cy="52578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77000"/>
            <a:ext cx="508000" cy="304800"/>
          </a:xfrm>
          <a:prstGeom prst="rect">
            <a:avLst/>
          </a:prstGeom>
        </p:spPr>
        <p:txBody>
          <a:bodyPr lIns="91205" tIns="45604" rIns="91205" bIns="45604"/>
          <a:lstStyle>
            <a:lvl1pPr algn="r">
              <a:defRPr sz="1200"/>
            </a:lvl1pPr>
          </a:lstStyle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‹#›</a:t>
            </a:fld>
            <a:endParaRPr lang="en-US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89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DC451-2C48-6743-B5DC-CE685902A1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71" y="685800"/>
            <a:ext cx="5046259" cy="171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6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/>
  <p:txStyles>
    <p:titleStyle>
      <a:lvl1pPr algn="l" defTabSz="912051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342019" indent="-342019" algn="l" defTabSz="9120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1038" indent="-285013" algn="l" defTabSz="9120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006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596090" indent="-228019" algn="l" defTabSz="9120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2113" indent="-228019" algn="l" defTabSz="9120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0814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166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19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21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29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0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77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1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126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1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178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2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23"/>
            <a:ext cx="10972800" cy="4525963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41192" y="1"/>
            <a:ext cx="7430009" cy="835677"/>
          </a:xfrm>
          <a:prstGeom prst="rect">
            <a:avLst/>
          </a:prstGeom>
        </p:spPr>
        <p:txBody>
          <a:bodyPr vert="horz" lIns="91205" tIns="45604" rIns="91205" bIns="45604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0" y="-1"/>
            <a:ext cx="12192000" cy="87788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4" tIns="45678" rIns="91354" bIns="45678"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400" y="6477000"/>
            <a:ext cx="508000" cy="304800"/>
          </a:xfrm>
          <a:prstGeom prst="rect">
            <a:avLst/>
          </a:prstGeom>
        </p:spPr>
        <p:txBody>
          <a:bodyPr lIns="91205" tIns="45604" rIns="91205" bIns="45604"/>
          <a:lstStyle>
            <a:lvl1pPr algn="r">
              <a:defRPr sz="1200"/>
            </a:lvl1pPr>
          </a:lstStyle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‹#›</a:t>
            </a:fld>
            <a:endParaRPr lang="en-US" dirty="0">
              <a:solidFill>
                <a:srgbClr val="262626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F69954-84C5-A043-8DEA-7574D70635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828800" cy="880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B7FCAC-BE1D-0243-B01B-A42B701F439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6854"/>
            <a:ext cx="2011680" cy="6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8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 ftr="0"/>
  <p:txStyles>
    <p:titleStyle>
      <a:lvl1pPr algn="l" defTabSz="912051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342019" indent="-342019" algn="l" defTabSz="91205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038" indent="-285013" algn="l" defTabSz="91205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06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090" indent="-228019" algn="l" defTabSz="91205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2113" indent="-228019" algn="l" defTabSz="91205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814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4166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0191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6213" indent="-228019" algn="l" defTabSz="91205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29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0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77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1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126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15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178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201" algn="l" defTabSz="9120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0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0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0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9C00-CF9E-8304-75DC-4E07DDCE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A97D39-A53F-02E2-D0CF-B06CE778F1E9}"/>
              </a:ext>
            </a:extLst>
          </p:cNvPr>
          <p:cNvSpPr/>
          <p:nvPr/>
        </p:nvSpPr>
        <p:spPr>
          <a:xfrm>
            <a:off x="9323596" y="5512888"/>
            <a:ext cx="1241008" cy="13070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B1CE47-B8BF-8A1C-7305-A639D910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3200400"/>
            <a:ext cx="8001000" cy="838200"/>
          </a:xfrm>
        </p:spPr>
        <p:txBody>
          <a:bodyPr/>
          <a:lstStyle/>
          <a:p>
            <a:r>
              <a:rPr lang="en-US" altLang="zh-CN" sz="2400" dirty="0"/>
              <a:t>FIDVR in Co-simulation Update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A10D2E-8287-6654-D6D8-73F90ACE5F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87000" y="6477000"/>
            <a:ext cx="381000" cy="304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0A8A458-5EE8-6E09-A34B-FC4313E338BB}"/>
              </a:ext>
            </a:extLst>
          </p:cNvPr>
          <p:cNvSpPr txBox="1">
            <a:spLocks/>
          </p:cNvSpPr>
          <p:nvPr/>
        </p:nvSpPr>
        <p:spPr>
          <a:xfrm>
            <a:off x="2590800" y="4572000"/>
            <a:ext cx="7010400" cy="2286000"/>
          </a:xfrm>
          <a:prstGeom prst="rect">
            <a:avLst/>
          </a:prstGeom>
        </p:spPr>
        <p:txBody>
          <a:bodyPr/>
          <a:lstStyle>
            <a:lvl1pPr algn="l" defTabSz="912051" rtl="0" eaLnBrk="1" latinLnBrk="0" hangingPunct="1">
              <a:spcBef>
                <a:spcPct val="0"/>
              </a:spcBef>
              <a:buNone/>
              <a:defRPr sz="2800" b="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0F50588-2209-F7ED-03BB-3DE11501D4B4}"/>
              </a:ext>
            </a:extLst>
          </p:cNvPr>
          <p:cNvSpPr txBox="1">
            <a:spLocks/>
          </p:cNvSpPr>
          <p:nvPr/>
        </p:nvSpPr>
        <p:spPr bwMode="auto">
          <a:xfrm>
            <a:off x="2313709" y="4876800"/>
            <a:ext cx="756458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Teng WANG</a:t>
            </a:r>
          </a:p>
        </p:txBody>
      </p:sp>
    </p:spTree>
    <p:extLst>
      <p:ext uri="{BB962C8B-B14F-4D97-AF65-F5344CB8AC3E}">
        <p14:creationId xmlns:p14="http://schemas.microsoft.com/office/powerpoint/2010/main" val="89440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1378-A851-06DE-7AA8-2E65B16E1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A67F-D976-60A5-6F4A-0B6137A8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63F36-A2A5-1B18-C766-A5F3ED08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79B8AD-73F0-22DA-8877-6B5BBEFFADB2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D5D5F-551B-DCEC-6E79-893181BD2DDD}"/>
              </a:ext>
            </a:extLst>
          </p:cNvPr>
          <p:cNvSpPr txBox="1"/>
          <p:nvPr/>
        </p:nvSpPr>
        <p:spPr>
          <a:xfrm>
            <a:off x="457200" y="945539"/>
            <a:ext cx="11277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Updates: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lvl="0" indent="-457200">
              <a:buClr>
                <a:srgbClr val="262626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262626"/>
                </a:solidFill>
              </a:rPr>
              <a:t>Set up the dynamic response for the IEEE118-IEEE8500(10) T&amp;D co-simulation </a:t>
            </a:r>
          </a:p>
          <a:p>
            <a:pPr marL="457200" lvl="0" indent="-457200">
              <a:buClr>
                <a:srgbClr val="262626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262626"/>
                </a:solidFill>
              </a:rPr>
              <a:t>Setup the FIDVR event in the IEEE14-IEEE13 T&amp;D co-simulation framework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marR="0" lvl="0" indent="-45720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marR="0" lvl="0" indent="-45720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45720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62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3555-A647-D589-3EF9-1F437744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C831-3E05-A037-3202-8F544FE4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IEEE-118 System Topology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86D79-16F6-21F2-C555-2B9AA341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AFDE5D-F030-CE9A-62D7-B1ACDDCBB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87365"/>
            <a:ext cx="9753600" cy="600430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926632-8BD9-B514-5534-9935B786D0B1}"/>
              </a:ext>
            </a:extLst>
          </p:cNvPr>
          <p:cNvSpPr txBox="1">
            <a:spLocks/>
          </p:cNvSpPr>
          <p:nvPr/>
        </p:nvSpPr>
        <p:spPr>
          <a:xfrm>
            <a:off x="0" y="5056235"/>
            <a:ext cx="5989674" cy="182880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Now the system includes the `.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dyr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` file contains 19 generator and corresponding dynamic data. </a:t>
            </a:r>
          </a:p>
        </p:txBody>
      </p:sp>
    </p:spTree>
    <p:extLst>
      <p:ext uri="{BB962C8B-B14F-4D97-AF65-F5344CB8AC3E}">
        <p14:creationId xmlns:p14="http://schemas.microsoft.com/office/powerpoint/2010/main" val="321127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22C2-D41B-E560-4EE1-876763A6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0E126D-4845-7655-6084-6DA06FC84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7365"/>
            <a:ext cx="9677400" cy="5957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443733-8D80-B8CA-4A78-73A066E9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testing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593B0-2223-B468-902E-02FEC691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99FE8-2148-DB7E-A6CE-D91A11CD6CFF}"/>
              </a:ext>
            </a:extLst>
          </p:cNvPr>
          <p:cNvSpPr/>
          <p:nvPr/>
        </p:nvSpPr>
        <p:spPr>
          <a:xfrm>
            <a:off x="1828800" y="1143000"/>
            <a:ext cx="1371600" cy="6587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A83D33-879E-E789-3481-B57935FF05D0}"/>
              </a:ext>
            </a:extLst>
          </p:cNvPr>
          <p:cNvSpPr txBox="1">
            <a:spLocks/>
          </p:cNvSpPr>
          <p:nvPr/>
        </p:nvSpPr>
        <p:spPr>
          <a:xfrm>
            <a:off x="0" y="4953000"/>
            <a:ext cx="5989674" cy="182880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location: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 Bus 2-12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type: Temporary line trip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duration: Happens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clears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1.2s.</a:t>
            </a:r>
          </a:p>
        </p:txBody>
      </p:sp>
    </p:spTree>
    <p:extLst>
      <p:ext uri="{BB962C8B-B14F-4D97-AF65-F5344CB8AC3E}">
        <p14:creationId xmlns:p14="http://schemas.microsoft.com/office/powerpoint/2010/main" val="374488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C80A-16DF-62C0-FFA2-421087D8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D37BFC4-4175-3CD6-BF05-90CB4D21F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685" y="1005348"/>
            <a:ext cx="7307618" cy="38687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B17E0A-B7B7-2ADE-8FA0-D4F2D339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result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425DF-0FB4-C6D3-C042-9D6C9F29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F86F838-149E-EA6B-CC0E-7446DE7EC1CD}"/>
              </a:ext>
            </a:extLst>
          </p:cNvPr>
          <p:cNvSpPr txBox="1">
            <a:spLocks/>
          </p:cNvSpPr>
          <p:nvPr/>
        </p:nvSpPr>
        <p:spPr>
          <a:xfrm>
            <a:off x="0" y="5374272"/>
            <a:ext cx="12192000" cy="163612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span: 10s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T&amp;D co-simulation time step: 0.033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TDS time step: 0.033s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F18238C-9A50-78ED-0BBA-7D62274247CD}"/>
              </a:ext>
            </a:extLst>
          </p:cNvPr>
          <p:cNvSpPr txBox="1">
            <a:spLocks/>
          </p:cNvSpPr>
          <p:nvPr/>
        </p:nvSpPr>
        <p:spPr>
          <a:xfrm>
            <a:off x="732808" y="4764219"/>
            <a:ext cx="4292600" cy="66041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Transmission side -- ANDES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83F4D6E-5505-5335-33E8-61A0D1843B42}"/>
              </a:ext>
            </a:extLst>
          </p:cNvPr>
          <p:cNvSpPr txBox="1">
            <a:spLocks/>
          </p:cNvSpPr>
          <p:nvPr/>
        </p:nvSpPr>
        <p:spPr>
          <a:xfrm>
            <a:off x="4898102" y="4768336"/>
            <a:ext cx="7315201" cy="66041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Distribution substation voltage deviation --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OpenDSS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77921-8E96-7C54-9FD4-0F4F075B515C}"/>
              </a:ext>
            </a:extLst>
          </p:cNvPr>
          <p:cNvSpPr txBox="1"/>
          <p:nvPr/>
        </p:nvSpPr>
        <p:spPr>
          <a:xfrm>
            <a:off x="5715000" y="6323111"/>
            <a:ext cx="6322237" cy="56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Reference Time Scale: PSSE 60 Hz systems: 0.004167 seconds (1/2 cycle).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ANDES defaulted time scale: 0.033s(2 cycle)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084FE65-B1C8-0A15-57ED-11940F40744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C3AE16-79FA-1349-B195-60D49A995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4" y="948069"/>
            <a:ext cx="4876800" cy="37293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12F5DE-E7EE-FCFA-5253-FEA1CAFA8BB2}"/>
              </a:ext>
            </a:extLst>
          </p:cNvPr>
          <p:cNvSpPr/>
          <p:nvPr/>
        </p:nvSpPr>
        <p:spPr>
          <a:xfrm>
            <a:off x="838200" y="1219200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A4ACB-A020-E284-35EF-7270AB91EB19}"/>
              </a:ext>
            </a:extLst>
          </p:cNvPr>
          <p:cNvSpPr/>
          <p:nvPr/>
        </p:nvSpPr>
        <p:spPr>
          <a:xfrm>
            <a:off x="6248400" y="1297275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24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7A2B-85BE-033A-DE9D-6B7F87B20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283956-2A0F-7AFB-9FF9-5BD4F2674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7365"/>
            <a:ext cx="9677400" cy="5957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A8B94F-0447-D115-131B-F166A908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testing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613A1-78EF-81D0-F6E5-F9FC3973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314FAB-962D-B21E-CCC2-88AFF696CC3A}"/>
              </a:ext>
            </a:extLst>
          </p:cNvPr>
          <p:cNvSpPr/>
          <p:nvPr/>
        </p:nvSpPr>
        <p:spPr>
          <a:xfrm>
            <a:off x="1828800" y="1143000"/>
            <a:ext cx="1371600" cy="6587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C0BB4D-924B-4370-D99B-BE4D3FEF8228}"/>
              </a:ext>
            </a:extLst>
          </p:cNvPr>
          <p:cNvSpPr txBox="1">
            <a:spLocks/>
          </p:cNvSpPr>
          <p:nvPr/>
        </p:nvSpPr>
        <p:spPr>
          <a:xfrm>
            <a:off x="0" y="4953000"/>
            <a:ext cx="5989674" cy="182880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location: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 Bus 2-12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type: Temporary line trip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duration: Happens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clears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1.2s.</a:t>
            </a:r>
          </a:p>
        </p:txBody>
      </p:sp>
    </p:spTree>
    <p:extLst>
      <p:ext uri="{BB962C8B-B14F-4D97-AF65-F5344CB8AC3E}">
        <p14:creationId xmlns:p14="http://schemas.microsoft.com/office/powerpoint/2010/main" val="362776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850E-E207-1AA8-4D74-407FA380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1C02AE-92B8-367A-743E-DE0DFE907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685" y="1005348"/>
            <a:ext cx="7307618" cy="38687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143A6A-6FF9-BE54-397F-0895682C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result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F62A-4E96-41F0-21BA-27BC5776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5F3A2AF-21BD-3605-EBDE-2CC4ACF45C49}"/>
              </a:ext>
            </a:extLst>
          </p:cNvPr>
          <p:cNvSpPr txBox="1">
            <a:spLocks/>
          </p:cNvSpPr>
          <p:nvPr/>
        </p:nvSpPr>
        <p:spPr>
          <a:xfrm>
            <a:off x="0" y="5374272"/>
            <a:ext cx="12192000" cy="163612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span: 10s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T&amp;D co-simulation time step: 0.033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TDS time step: 0.033s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E829D02-91C0-0969-B0FD-20F0A4709DDA}"/>
              </a:ext>
            </a:extLst>
          </p:cNvPr>
          <p:cNvSpPr txBox="1">
            <a:spLocks/>
          </p:cNvSpPr>
          <p:nvPr/>
        </p:nvSpPr>
        <p:spPr>
          <a:xfrm>
            <a:off x="732808" y="4764219"/>
            <a:ext cx="4292600" cy="66041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Transmission side -- ANDES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EC4C98-B4A9-2A72-26E1-D0C153DAD94A}"/>
              </a:ext>
            </a:extLst>
          </p:cNvPr>
          <p:cNvSpPr txBox="1">
            <a:spLocks/>
          </p:cNvSpPr>
          <p:nvPr/>
        </p:nvSpPr>
        <p:spPr>
          <a:xfrm>
            <a:off x="4876800" y="4768336"/>
            <a:ext cx="8229600" cy="660417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Distribution substation voltage deviation --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OpenDSS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E5019-9C3E-9D40-04AD-128B520F1BE1}"/>
              </a:ext>
            </a:extLst>
          </p:cNvPr>
          <p:cNvSpPr txBox="1"/>
          <p:nvPr/>
        </p:nvSpPr>
        <p:spPr>
          <a:xfrm>
            <a:off x="5715000" y="6323111"/>
            <a:ext cx="6322237" cy="56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Reference Time Scale: PSSE 60 Hz systems: 0.004167 seconds (1/2 cycle).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ANDES defaulted time scale: 0.033s(2 cycle)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8011DCB-77B6-FF74-6A70-ECF45DEA457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C5F8D-CCBB-86B3-67E3-25C37F591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4" y="948069"/>
            <a:ext cx="4876800" cy="37293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FB97C0-1FA2-DE0F-557E-18C784DDB0EE}"/>
              </a:ext>
            </a:extLst>
          </p:cNvPr>
          <p:cNvSpPr/>
          <p:nvPr/>
        </p:nvSpPr>
        <p:spPr>
          <a:xfrm>
            <a:off x="838200" y="1219200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7D362-5E7D-D82A-AF69-F2712FFD6917}"/>
              </a:ext>
            </a:extLst>
          </p:cNvPr>
          <p:cNvSpPr/>
          <p:nvPr/>
        </p:nvSpPr>
        <p:spPr>
          <a:xfrm>
            <a:off x="6248400" y="1297275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48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81B9-ABF6-8A56-966F-D8CF060A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CC5770-F92F-BD84-E070-ED979963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7365"/>
            <a:ext cx="9677400" cy="5957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6CCC5A-A4C6-4014-9691-8C33DD37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testing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9EBBE-6D0B-C364-B4FB-DACF054B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EBC489-724D-BD29-96C0-73541B59C512}"/>
              </a:ext>
            </a:extLst>
          </p:cNvPr>
          <p:cNvSpPr/>
          <p:nvPr/>
        </p:nvSpPr>
        <p:spPr>
          <a:xfrm>
            <a:off x="1828800" y="1143001"/>
            <a:ext cx="685800" cy="381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0913BC-D40E-26AD-8906-579B9FEEA16A}"/>
              </a:ext>
            </a:extLst>
          </p:cNvPr>
          <p:cNvSpPr txBox="1">
            <a:spLocks/>
          </p:cNvSpPr>
          <p:nvPr/>
        </p:nvSpPr>
        <p:spPr>
          <a:xfrm>
            <a:off x="0" y="4953000"/>
            <a:ext cx="5989674" cy="182880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location: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 2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type: Three phase to ground fault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duration: Happens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clears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1.08s.</a:t>
            </a:r>
          </a:p>
        </p:txBody>
      </p:sp>
    </p:spTree>
    <p:extLst>
      <p:ext uri="{BB962C8B-B14F-4D97-AF65-F5344CB8AC3E}">
        <p14:creationId xmlns:p14="http://schemas.microsoft.com/office/powerpoint/2010/main" val="60818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BFC3C-8B7C-00A4-C9DA-2783E8C5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94D05D-FDB5-1EBB-25AF-8ECEDA4C6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8" y="999121"/>
            <a:ext cx="5049986" cy="3861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91FF3E-49C2-390B-0376-F075CF461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702" y="1115271"/>
            <a:ext cx="6855637" cy="36294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81EFA6-B473-14EF-9F6B-396EDBAC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result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D4157-2A50-4025-1051-B678BAE3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9D48AE-6911-43C9-86BC-5596E19418CC}"/>
              </a:ext>
            </a:extLst>
          </p:cNvPr>
          <p:cNvSpPr txBox="1">
            <a:spLocks/>
          </p:cNvSpPr>
          <p:nvPr/>
        </p:nvSpPr>
        <p:spPr>
          <a:xfrm>
            <a:off x="0" y="5374272"/>
            <a:ext cx="12192000" cy="163612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span: 10s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T&amp;D co-simulation time step: 0.033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TDS time step: 0.033s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CFEA159-B5F8-EAB7-9684-1BCFCC6A2A22}"/>
              </a:ext>
            </a:extLst>
          </p:cNvPr>
          <p:cNvSpPr txBox="1">
            <a:spLocks/>
          </p:cNvSpPr>
          <p:nvPr/>
        </p:nvSpPr>
        <p:spPr>
          <a:xfrm>
            <a:off x="732808" y="4764219"/>
            <a:ext cx="4292600" cy="66041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Transmission side -- ANDES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AC3F830-BCA7-292E-E7C0-5518C571EE6E}"/>
              </a:ext>
            </a:extLst>
          </p:cNvPr>
          <p:cNvSpPr txBox="1">
            <a:spLocks/>
          </p:cNvSpPr>
          <p:nvPr/>
        </p:nvSpPr>
        <p:spPr>
          <a:xfrm>
            <a:off x="4898102" y="4768336"/>
            <a:ext cx="7315201" cy="660417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Distribution side substation voltage deviation --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OpenDSS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FC8A2E-67D9-819C-E93E-0FF9A65A9340}"/>
              </a:ext>
            </a:extLst>
          </p:cNvPr>
          <p:cNvSpPr txBox="1"/>
          <p:nvPr/>
        </p:nvSpPr>
        <p:spPr>
          <a:xfrm>
            <a:off x="5715000" y="6323111"/>
            <a:ext cx="6322237" cy="56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Reference Time Scale: PSSE 60 Hz systems: 0.004167 seconds (1/2 cycle).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ANDES defaulted time scale: 0.033s(2 cycle)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2D1E25C-D16C-ABD7-12B4-92DC2767EF7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AF60C-F61C-C897-C3D3-F0BC6D05012F}"/>
              </a:ext>
            </a:extLst>
          </p:cNvPr>
          <p:cNvSpPr/>
          <p:nvPr/>
        </p:nvSpPr>
        <p:spPr>
          <a:xfrm>
            <a:off x="838200" y="1219200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2AE7B-5585-7F5A-722F-89B0FA81F08D}"/>
              </a:ext>
            </a:extLst>
          </p:cNvPr>
          <p:cNvSpPr/>
          <p:nvPr/>
        </p:nvSpPr>
        <p:spPr>
          <a:xfrm>
            <a:off x="6248400" y="1297275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469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1FC6-5E6C-34A3-F66B-4C5D96F81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E49A90-7342-B12B-D21F-6DBF52DA4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7365"/>
            <a:ext cx="9677400" cy="5957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E3D3E0-8976-0FEE-DB98-F7BE8664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testing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0BAAD-B16D-6B60-5F34-A2183930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F6AA82-D658-DEB3-76B0-8BD6D2CBD709}"/>
              </a:ext>
            </a:extLst>
          </p:cNvPr>
          <p:cNvSpPr/>
          <p:nvPr/>
        </p:nvSpPr>
        <p:spPr>
          <a:xfrm>
            <a:off x="1828800" y="1143001"/>
            <a:ext cx="685800" cy="381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20F23F-A296-8672-32F8-6E4F4175B4A3}"/>
              </a:ext>
            </a:extLst>
          </p:cNvPr>
          <p:cNvSpPr txBox="1">
            <a:spLocks/>
          </p:cNvSpPr>
          <p:nvPr/>
        </p:nvSpPr>
        <p:spPr>
          <a:xfrm>
            <a:off x="0" y="4419600"/>
            <a:ext cx="5989674" cy="236220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impedance: rf = 0,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0.05;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location: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 2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type: Three phase to ground fault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duration: Happens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clears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1.08s.</a:t>
            </a:r>
          </a:p>
        </p:txBody>
      </p:sp>
    </p:spTree>
    <p:extLst>
      <p:ext uri="{BB962C8B-B14F-4D97-AF65-F5344CB8AC3E}">
        <p14:creationId xmlns:p14="http://schemas.microsoft.com/office/powerpoint/2010/main" val="2170604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6FB7-13F2-CB67-4D39-B4AF4CE8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B1E0942-5D8C-B917-7585-7324965AD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8" y="999121"/>
            <a:ext cx="5049986" cy="3861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E64483-1FA7-128F-A941-428A95410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702" y="1115271"/>
            <a:ext cx="6855637" cy="36294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CB0978-BC1E-6734-7CA7-4F550903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result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FFE04-0C7B-78F2-8996-5E06038A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2CD85E9-41F7-8FAC-715D-9ADA4829F86E}"/>
              </a:ext>
            </a:extLst>
          </p:cNvPr>
          <p:cNvSpPr txBox="1">
            <a:spLocks/>
          </p:cNvSpPr>
          <p:nvPr/>
        </p:nvSpPr>
        <p:spPr>
          <a:xfrm>
            <a:off x="0" y="5374272"/>
            <a:ext cx="12192000" cy="163612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span: 10s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T&amp;D co-simulation time step: 0.033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TDS time step: 0.033s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847A28-B6AF-7546-9A69-08B7DA222BDD}"/>
              </a:ext>
            </a:extLst>
          </p:cNvPr>
          <p:cNvSpPr txBox="1">
            <a:spLocks/>
          </p:cNvSpPr>
          <p:nvPr/>
        </p:nvSpPr>
        <p:spPr>
          <a:xfrm>
            <a:off x="732808" y="4764219"/>
            <a:ext cx="4292600" cy="66041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Transmission side -- ANDES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5EFD5C-0BDE-43B8-D00B-F2855EBEB909}"/>
              </a:ext>
            </a:extLst>
          </p:cNvPr>
          <p:cNvSpPr txBox="1">
            <a:spLocks/>
          </p:cNvSpPr>
          <p:nvPr/>
        </p:nvSpPr>
        <p:spPr>
          <a:xfrm>
            <a:off x="4898102" y="4768336"/>
            <a:ext cx="7315201" cy="660417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Distribution side substation voltage deviation --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OpenDSS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82864-AB37-CE90-A289-AC827E49ACA6}"/>
              </a:ext>
            </a:extLst>
          </p:cNvPr>
          <p:cNvSpPr txBox="1"/>
          <p:nvPr/>
        </p:nvSpPr>
        <p:spPr>
          <a:xfrm>
            <a:off x="5715000" y="6323111"/>
            <a:ext cx="6322237" cy="56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Reference Time Scale: PSSE 60 Hz systems: 0.004167 seconds (1/2 cycle).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ANDES defaulted time scale: 0.033s(2 cycle)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240CF44-0DD8-3E0D-1392-5766BB82CADF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DBA7D1-C394-C581-10AD-528AE93E5223}"/>
              </a:ext>
            </a:extLst>
          </p:cNvPr>
          <p:cNvSpPr/>
          <p:nvPr/>
        </p:nvSpPr>
        <p:spPr>
          <a:xfrm>
            <a:off x="838200" y="1219200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818499-576A-DA0A-D630-22325A50C063}"/>
              </a:ext>
            </a:extLst>
          </p:cNvPr>
          <p:cNvSpPr/>
          <p:nvPr/>
        </p:nvSpPr>
        <p:spPr>
          <a:xfrm>
            <a:off x="6248400" y="1297275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739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0D1A-21FB-A4FB-29C9-44E3F816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BF03BA-FAEA-8BCF-4515-A45A231A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87365"/>
            <a:ext cx="9677400" cy="5957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91EB63-3F9D-9502-65CD-0697958E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testing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4E4C6-DFB5-ED57-E9D6-9A46A676C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5EE68-89E5-B53C-937F-FA56FD457F2A}"/>
              </a:ext>
            </a:extLst>
          </p:cNvPr>
          <p:cNvSpPr/>
          <p:nvPr/>
        </p:nvSpPr>
        <p:spPr>
          <a:xfrm>
            <a:off x="7848600" y="4495800"/>
            <a:ext cx="685800" cy="152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8A4B50-A365-3C75-3209-6696B896B0C3}"/>
              </a:ext>
            </a:extLst>
          </p:cNvPr>
          <p:cNvSpPr txBox="1">
            <a:spLocks/>
          </p:cNvSpPr>
          <p:nvPr/>
        </p:nvSpPr>
        <p:spPr>
          <a:xfrm>
            <a:off x="0" y="4495800"/>
            <a:ext cx="5989674" cy="228600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impedance: rf = 0,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0.05;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location: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 80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type: Three phase to ground fault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Fault duration: Happens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clears 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1.08s.</a:t>
            </a:r>
          </a:p>
        </p:txBody>
      </p:sp>
    </p:spTree>
    <p:extLst>
      <p:ext uri="{BB962C8B-B14F-4D97-AF65-F5344CB8AC3E}">
        <p14:creationId xmlns:p14="http://schemas.microsoft.com/office/powerpoint/2010/main" val="94584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9A0B6-BA25-F36B-5120-AE90D4DA2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6ED12D-6A32-3102-0DED-A3C3121E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765" y="830757"/>
            <a:ext cx="5201065" cy="3977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C96F47-D340-95E5-9DAD-04C298C8F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70" y="1068288"/>
            <a:ext cx="6934200" cy="3671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291F37-0BD7-B6B6-E785-56BE83DD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event result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742B2-E8F7-2339-A691-0339397D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D2AC44-9EC4-DCBF-0568-4CD251E0E2FF}"/>
              </a:ext>
            </a:extLst>
          </p:cNvPr>
          <p:cNvSpPr txBox="1">
            <a:spLocks/>
          </p:cNvSpPr>
          <p:nvPr/>
        </p:nvSpPr>
        <p:spPr>
          <a:xfrm>
            <a:off x="0" y="5374272"/>
            <a:ext cx="12192000" cy="163612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span: 10s 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T&amp;D co-simulation time step: 0.033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TDS time step: 0.033s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32F33B-C9D9-DBB5-32E0-0D06AC175EE7}"/>
              </a:ext>
            </a:extLst>
          </p:cNvPr>
          <p:cNvSpPr txBox="1">
            <a:spLocks/>
          </p:cNvSpPr>
          <p:nvPr/>
        </p:nvSpPr>
        <p:spPr>
          <a:xfrm>
            <a:off x="732808" y="4764219"/>
            <a:ext cx="4292600" cy="660417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Transmission side -- ANDES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231CA07-B06F-8F4E-E71E-9945A2E593A3}"/>
              </a:ext>
            </a:extLst>
          </p:cNvPr>
          <p:cNvSpPr txBox="1">
            <a:spLocks/>
          </p:cNvSpPr>
          <p:nvPr/>
        </p:nvSpPr>
        <p:spPr>
          <a:xfrm>
            <a:off x="4898102" y="4768336"/>
            <a:ext cx="7315201" cy="660417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Distribution side substation voltage deviation --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OpenDSS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5ABCC-7342-3174-4368-432A61708936}"/>
              </a:ext>
            </a:extLst>
          </p:cNvPr>
          <p:cNvSpPr txBox="1"/>
          <p:nvPr/>
        </p:nvSpPr>
        <p:spPr>
          <a:xfrm>
            <a:off x="5715000" y="6323111"/>
            <a:ext cx="6322237" cy="56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Reference Time Scale: PSSE 60 Hz systems: 0.004167 seconds (1/2 cycle).</a:t>
            </a:r>
          </a:p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ANDES defaulted time scale: 0.033s(2 cycle)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34C4DF-525C-9F41-A807-28719CF7FC0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48646-0AD5-5257-8796-ABCE12799C1E}"/>
              </a:ext>
            </a:extLst>
          </p:cNvPr>
          <p:cNvSpPr/>
          <p:nvPr/>
        </p:nvSpPr>
        <p:spPr>
          <a:xfrm>
            <a:off x="838200" y="1219200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F8D22-5DFA-DCDE-2018-CFAAC4FBBB6E}"/>
              </a:ext>
            </a:extLst>
          </p:cNvPr>
          <p:cNvSpPr/>
          <p:nvPr/>
        </p:nvSpPr>
        <p:spPr>
          <a:xfrm>
            <a:off x="6365670" y="1284821"/>
            <a:ext cx="609600" cy="3200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21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F2577-5DBA-E17B-1E43-4F4B037A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ault-Induced Delayed Voltage Recovery (FIDVR) | CERTS">
            <a:extLst>
              <a:ext uri="{FF2B5EF4-FFF2-40B4-BE49-F238E27FC236}">
                <a16:creationId xmlns:a16="http://schemas.microsoft.com/office/drawing/2014/main" id="{5E0C4220-4C89-0A0D-1C9A-5D2C94D86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925" y="1485843"/>
            <a:ext cx="5353050" cy="388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37913E-F507-E7E3-BFBE-EF7B9C84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DED67-3C5B-D2DA-2719-0913D959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3DA046-5CD3-0604-4DF3-5190E6FE4E5C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2BBCC4C-EDB4-7B1B-03D9-16025CF14CE0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Typical FIDVR curve,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EFDE5-C7E8-4837-8E47-4531A14E8CF7}"/>
              </a:ext>
            </a:extLst>
          </p:cNvPr>
          <p:cNvSpPr txBox="1"/>
          <p:nvPr/>
        </p:nvSpPr>
        <p:spPr>
          <a:xfrm>
            <a:off x="5029200" y="1581120"/>
            <a:ext cx="7315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Fault clears.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Motors stall, drawing high Q.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Some motor trip or disconnect, load drops.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Voltage overshoot because load is reduced.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Capacitor banks switch off due to overvoltage.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Motors come back online.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Load is higher than before, capacitors switch 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Voltage dips again.</a:t>
            </a:r>
          </a:p>
        </p:txBody>
      </p:sp>
    </p:spTree>
    <p:extLst>
      <p:ext uri="{BB962C8B-B14F-4D97-AF65-F5344CB8AC3E}">
        <p14:creationId xmlns:p14="http://schemas.microsoft.com/office/powerpoint/2010/main" val="3398605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E81C1-3885-6594-A2ED-6BB9BE2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EB22-F85E-2A8A-2AAF-6EF55316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F96BB-7A46-D8C8-53F4-920AC889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74515B-B3EF-45F4-C013-013AA69B678C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B2D4B5E2-09EC-6104-91F7-A8A444F45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A1C0-DC85-F1D9-191C-9F91821CF99A}"/>
              </a:ext>
            </a:extLst>
          </p:cNvPr>
          <p:cNvSpPr txBox="1">
            <a:spLocks/>
          </p:cNvSpPr>
          <p:nvPr/>
        </p:nvSpPr>
        <p:spPr>
          <a:xfrm>
            <a:off x="741589" y="5822446"/>
            <a:ext cx="51054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IEEE14 Bus Transmission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49A9F7-E87A-F39C-5C1D-3398A8466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79" y="1132934"/>
            <a:ext cx="5686921" cy="459680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4AD02E-8EB2-9136-6617-7A0A85934C4A}"/>
              </a:ext>
            </a:extLst>
          </p:cNvPr>
          <p:cNvSpPr txBox="1">
            <a:spLocks/>
          </p:cNvSpPr>
          <p:nvPr/>
        </p:nvSpPr>
        <p:spPr>
          <a:xfrm>
            <a:off x="6594191" y="5822446"/>
            <a:ext cx="51054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IEEE14 Nodes Distribution System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85FB258-2444-BFFF-0B64-6DA181C09E91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Transitioning the IEEE118-8500 system to IEEE14-13 system </a:t>
            </a:r>
          </a:p>
        </p:txBody>
      </p:sp>
    </p:spTree>
    <p:extLst>
      <p:ext uri="{BB962C8B-B14F-4D97-AF65-F5344CB8AC3E}">
        <p14:creationId xmlns:p14="http://schemas.microsoft.com/office/powerpoint/2010/main" val="3138868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AF81-E758-9EA3-C5B5-60AFA0CE8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1491-EC8E-FB95-89BD-5D6F0813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30DD-0900-0413-BE5C-1B718119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5B7DA7-784B-9AF7-23D8-2485DE619E97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475F70C-A335-D56E-9D88-A8BC04A2C64F}"/>
              </a:ext>
            </a:extLst>
          </p:cNvPr>
          <p:cNvSpPr txBox="1">
            <a:spLocks/>
          </p:cNvSpPr>
          <p:nvPr/>
        </p:nvSpPr>
        <p:spPr>
          <a:xfrm>
            <a:off x="0" y="1096365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Small Signal Stability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</a:t>
            </a:r>
            <a:r>
              <a:rPr lang="en-US" sz="2400" dirty="0">
                <a:solidFill>
                  <a:srgbClr val="262626"/>
                </a:solidFill>
                <a:latin typeface="Arial"/>
              </a:rPr>
              <a:t>k of IEEE118 System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2FC677-8BC9-3DD8-BD4D-4793CBFDF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1" y="1938129"/>
            <a:ext cx="10050278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8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FD34-4DED-6608-D226-99FA7152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F211-4B34-6D0A-28A3-FA4FD1C1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4032-626B-3CD3-135D-912C0779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A72353-C763-9A86-4E60-86CD4891072F}"/>
              </a:ext>
            </a:extLst>
          </p:cNvPr>
          <p:cNvSpPr txBox="1">
            <a:spLocks/>
          </p:cNvSpPr>
          <p:nvPr/>
        </p:nvSpPr>
        <p:spPr>
          <a:xfrm>
            <a:off x="8541193" y="2175834"/>
            <a:ext cx="3496044" cy="2709226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C4E1EF57-1142-EAA5-C40B-0DE54638B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4C5708-37A8-FD3B-8777-50E4BFB85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79" y="1132934"/>
            <a:ext cx="5686921" cy="4596801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084FE65-B1C8-0A15-57ED-11940F407448}"/>
              </a:ext>
            </a:extLst>
          </p:cNvPr>
          <p:cNvSpPr txBox="1">
            <a:spLocks/>
          </p:cNvSpPr>
          <p:nvPr/>
        </p:nvSpPr>
        <p:spPr>
          <a:xfrm>
            <a:off x="8247" y="5948270"/>
            <a:ext cx="12175505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Test the dynamic simulation with the Line_3 trip (Bus 2 to Bus 3)at 1s and reclose at 1.2s</a:t>
            </a: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Inter-connected at Bus 2. Measure the substation voltage.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AA65A9BC-3D97-DD72-91C2-0EEEABC2F372}"/>
              </a:ext>
            </a:extLst>
          </p:cNvPr>
          <p:cNvSpPr/>
          <p:nvPr/>
        </p:nvSpPr>
        <p:spPr>
          <a:xfrm>
            <a:off x="1676400" y="5181274"/>
            <a:ext cx="228600" cy="228600"/>
          </a:xfrm>
          <a:prstGeom prst="star5">
            <a:avLst>
              <a:gd name="adj" fmla="val 33121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84FAC2-2C10-F33D-F982-5670D77B937F}"/>
              </a:ext>
            </a:extLst>
          </p:cNvPr>
          <p:cNvCxnSpPr>
            <a:stCxn id="6" idx="4"/>
            <a:endCxn id="10" idx="0"/>
          </p:cNvCxnSpPr>
          <p:nvPr/>
        </p:nvCxnSpPr>
        <p:spPr>
          <a:xfrm flipV="1">
            <a:off x="1905000" y="1132934"/>
            <a:ext cx="7087940" cy="41356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4D05999A-4C27-7567-047D-582F65D1BB3A}"/>
              </a:ext>
            </a:extLst>
          </p:cNvPr>
          <p:cNvSpPr/>
          <p:nvPr/>
        </p:nvSpPr>
        <p:spPr>
          <a:xfrm>
            <a:off x="3124200" y="4829075"/>
            <a:ext cx="304800" cy="467991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7C10E5-0DC9-692B-0714-AB4FC98E5BE9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Dynamic simulation test before implementing FIDVR</a:t>
            </a:r>
          </a:p>
        </p:txBody>
      </p:sp>
    </p:spTree>
    <p:extLst>
      <p:ext uri="{BB962C8B-B14F-4D97-AF65-F5344CB8AC3E}">
        <p14:creationId xmlns:p14="http://schemas.microsoft.com/office/powerpoint/2010/main" val="1491301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C80A-16DF-62C0-FFA2-421087D8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67CABA8-E422-5D9D-5EB4-1E2BFB28E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022" y="1963729"/>
            <a:ext cx="6506378" cy="3444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B17E0A-B7B7-2ADE-8FA0-D4F2D339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425DF-0FB4-C6D3-C042-9D6C9F29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18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376474-9581-C98C-359C-67A1E236BAAA}"/>
              </a:ext>
            </a:extLst>
          </p:cNvPr>
          <p:cNvSpPr txBox="1">
            <a:spLocks/>
          </p:cNvSpPr>
          <p:nvPr/>
        </p:nvSpPr>
        <p:spPr>
          <a:xfrm>
            <a:off x="1898306" y="5266082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>
                <a:solidFill>
                  <a:srgbClr val="FF0000"/>
                </a:solidFill>
              </a:rPr>
              <a:t>Transmission side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0CD06CD-836C-606E-CD39-EC9332FEBE96}"/>
              </a:ext>
            </a:extLst>
          </p:cNvPr>
          <p:cNvSpPr txBox="1">
            <a:spLocks/>
          </p:cNvSpPr>
          <p:nvPr/>
        </p:nvSpPr>
        <p:spPr>
          <a:xfrm>
            <a:off x="7633784" y="5266082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>
                <a:solidFill>
                  <a:srgbClr val="FF0000"/>
                </a:solidFill>
              </a:rPr>
              <a:t>Distribution side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2BC769-3425-A9AD-38CE-A23139828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122066"/>
            <a:ext cx="5537160" cy="4234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285F88C1-2103-EFAC-1658-1A3015184F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7" y="5844436"/>
                <a:ext cx="12082153" cy="910788"/>
              </a:xfrm>
              <a:prstGeom prst="rect">
                <a:avLst/>
              </a:prstGeom>
            </p:spPr>
            <p:txBody>
              <a:bodyPr vert="horz" lIns="91205" tIns="45604" rIns="91205" bIns="45604" rtlCol="0">
                <a:normAutofit/>
              </a:bodyPr>
              <a:lstStyle>
                <a:lvl1pPr marL="342019" indent="-342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038" indent="-285013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006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6090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21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0814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4166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019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762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chemeClr val="dk1"/>
                  </a:buClr>
                  <a:buSzPct val="100000"/>
                  <a:buNone/>
                </a:pPr>
                <a:r>
                  <a:rPr lang="en-US" sz="2400" dirty="0"/>
                  <a:t>It cross validates the result between transmission system and distribution system with the difference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285F88C1-2103-EFAC-1658-1A3015184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" y="5844436"/>
                <a:ext cx="12082153" cy="910788"/>
              </a:xfrm>
              <a:prstGeom prst="rect">
                <a:avLst/>
              </a:prstGeom>
              <a:blipFill>
                <a:blip r:embed="rId5"/>
                <a:stretch>
                  <a:fillRect l="-757" t="-4698" b="-6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10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535F-646E-588B-8D70-817B5DB6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0EF0AABA-8575-AFE3-C6B6-8B5C5E9A3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04936-A353-9934-AF9B-A9E63CEE6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70" y="1562542"/>
            <a:ext cx="5562600" cy="4171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D7E05-C2B6-547F-C266-629A52ED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27B7E-7AE5-50F2-EAD1-5F92A5BD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CB14-3F28-8448-0823-BF1C6EBCCE1B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Setup: Motors model (WECC Motor 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1A1BD3-ABC0-1196-8EEE-F209BA1C244E}"/>
              </a:ext>
            </a:extLst>
          </p:cNvPr>
          <p:cNvSpPr txBox="1"/>
          <p:nvPr/>
        </p:nvSpPr>
        <p:spPr>
          <a:xfrm>
            <a:off x="268768" y="5727341"/>
            <a:ext cx="115676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egoe WPC"/>
              </a:rPr>
              <a:t>Using aggregated Motor D replaces the selected one single phase </a:t>
            </a:r>
            <a:r>
              <a:rPr lang="en-US" sz="2400" dirty="0" err="1">
                <a:latin typeface="Segoe WPC"/>
              </a:rPr>
              <a:t>OpenDSS</a:t>
            </a:r>
            <a:r>
              <a:rPr lang="en-US" sz="2400" dirty="0">
                <a:latin typeface="Segoe WPC"/>
              </a:rPr>
              <a:t> Load.</a:t>
            </a:r>
          </a:p>
          <a:p>
            <a:r>
              <a:rPr lang="en-US" sz="2400" dirty="0">
                <a:latin typeface="Segoe WPC"/>
              </a:rPr>
              <a:t>The model is created using the published report. </a:t>
            </a:r>
            <a:r>
              <a:rPr lang="en-US" sz="1200" dirty="0"/>
              <a:t>https://www.wecc.org/sites/default/files/documents/meeting/2024/WECC%20Air%20Conditioner%20Motor%20Model%20Test%20Report--%20Final.pdf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144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3F65-3AAA-1281-B7E1-17B87A0C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67FF-9FFA-5EE9-B249-061CE6B5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D1C5E-886B-5D68-AF6D-29423E63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6612-6336-FB81-56FC-2399C5A57A97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Setup: Motors model (WECC Motor D) places</a:t>
            </a: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Total Motor D size: 1911.0 kW and 1970.1 kVA.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9202B7-22D0-D4FC-F330-454867FC5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84967"/>
              </p:ext>
            </p:extLst>
          </p:nvPr>
        </p:nvGraphicFramePr>
        <p:xfrm>
          <a:off x="646680" y="1926922"/>
          <a:ext cx="10898640" cy="4550078"/>
        </p:xfrm>
        <a:graphic>
          <a:graphicData uri="http://schemas.openxmlformats.org/drawingml/2006/table">
            <a:tbl>
              <a:tblPr/>
              <a:tblGrid>
                <a:gridCol w="2724660">
                  <a:extLst>
                    <a:ext uri="{9D8B030D-6E8A-4147-A177-3AD203B41FA5}">
                      <a16:colId xmlns:a16="http://schemas.microsoft.com/office/drawing/2014/main" val="1371677693"/>
                    </a:ext>
                  </a:extLst>
                </a:gridCol>
                <a:gridCol w="2724660">
                  <a:extLst>
                    <a:ext uri="{9D8B030D-6E8A-4147-A177-3AD203B41FA5}">
                      <a16:colId xmlns:a16="http://schemas.microsoft.com/office/drawing/2014/main" val="3679560576"/>
                    </a:ext>
                  </a:extLst>
                </a:gridCol>
                <a:gridCol w="2724660">
                  <a:extLst>
                    <a:ext uri="{9D8B030D-6E8A-4147-A177-3AD203B41FA5}">
                      <a16:colId xmlns:a16="http://schemas.microsoft.com/office/drawing/2014/main" val="1585466671"/>
                    </a:ext>
                  </a:extLst>
                </a:gridCol>
                <a:gridCol w="2724660">
                  <a:extLst>
                    <a:ext uri="{9D8B030D-6E8A-4147-A177-3AD203B41FA5}">
                      <a16:colId xmlns:a16="http://schemas.microsoft.com/office/drawing/2014/main" val="2349440506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Motor D elements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Source load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Bus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kW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35173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Load.weccmd_634a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634.1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160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16115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Load.weccmd_634b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3207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Load.weccmd_634c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634c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634.3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78278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Load.weccmd_645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645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645.2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170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68558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Load.weccmd_675a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675.1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485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544087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Load.weccmd_675b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675b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68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11388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Load.weccmd_675c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675.3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290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724940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Load.weccmd_611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611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611.3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170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0400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Load.weccmd_652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652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652.1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128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45464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Load.weccmd_670a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670.1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49056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Load.weccmd_670b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670.2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66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1135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Load.weccmd_670c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670.3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117</a:t>
                      </a:r>
                    </a:p>
                  </a:txBody>
                  <a:tcPr marL="37843" marR="37843" marT="37843" marB="378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39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729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6708-F105-40CD-D79E-2EFA80CF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D453EB4F-416B-5669-0791-CEB126B55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91EB7-87F2-2A6E-5828-0AD28FEFA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70" y="1562542"/>
            <a:ext cx="5562600" cy="4171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05295E-BB7B-CE0A-D533-5A98999C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3E021-6B5C-5011-BF29-AD96D707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CC438-BB84-30B0-632B-6E8CE516CEF9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D50BE932-113B-F157-AD8D-6E839743C700}"/>
              </a:ext>
            </a:extLst>
          </p:cNvPr>
          <p:cNvSpPr/>
          <p:nvPr/>
        </p:nvSpPr>
        <p:spPr>
          <a:xfrm>
            <a:off x="3582753" y="1712712"/>
            <a:ext cx="304800" cy="467991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FC7DC6D-2275-FC7E-1A48-822BED8DFFC9}"/>
              </a:ext>
            </a:extLst>
          </p:cNvPr>
          <p:cNvSpPr txBox="1">
            <a:spLocks/>
          </p:cNvSpPr>
          <p:nvPr/>
        </p:nvSpPr>
        <p:spPr>
          <a:xfrm>
            <a:off x="5227321" y="1047661"/>
            <a:ext cx="6964679" cy="392606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>
                <a:solidFill>
                  <a:srgbClr val="FF0000"/>
                </a:solidFill>
              </a:rPr>
              <a:t>Measure the distribution side voltage at node 675.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876FEE19-9B51-6009-4328-003AB5C54A25}"/>
              </a:ext>
            </a:extLst>
          </p:cNvPr>
          <p:cNvSpPr/>
          <p:nvPr/>
        </p:nvSpPr>
        <p:spPr>
          <a:xfrm>
            <a:off x="3907773" y="1887916"/>
            <a:ext cx="228600" cy="228600"/>
          </a:xfrm>
          <a:prstGeom prst="star5">
            <a:avLst>
              <a:gd name="adj" fmla="val 33121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999A52-3541-920E-BDE0-472A6A8F867F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136373" y="1975233"/>
            <a:ext cx="465240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2439305-E581-F76D-5CA1-417B2EEF9C84}"/>
              </a:ext>
            </a:extLst>
          </p:cNvPr>
          <p:cNvSpPr/>
          <p:nvPr/>
        </p:nvSpPr>
        <p:spPr>
          <a:xfrm>
            <a:off x="10668000" y="3581400"/>
            <a:ext cx="101157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589B903-CA3A-6B96-3EB8-5BC4EFDCA4B6}"/>
              </a:ext>
            </a:extLst>
          </p:cNvPr>
          <p:cNvSpPr txBox="1">
            <a:spLocks/>
          </p:cNvSpPr>
          <p:nvPr/>
        </p:nvSpPr>
        <p:spPr>
          <a:xfrm>
            <a:off x="228601" y="5820103"/>
            <a:ext cx="11832204" cy="1037895"/>
          </a:xfrm>
          <a:prstGeom prst="rect">
            <a:avLst/>
          </a:prstGeom>
        </p:spPr>
        <p:txBody>
          <a:bodyPr vert="horz" lIns="91205" tIns="45604" rIns="91205" bIns="45604" rtlCol="0">
            <a:normAutofit fontScale="92500" lnSpcReduction="20000"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Setup a three phase to ground fault at </a:t>
            </a:r>
            <a:r>
              <a:rPr lang="en-US" sz="2400" dirty="0">
                <a:solidFill>
                  <a:srgbClr val="FF0000"/>
                </a:solidFill>
              </a:rPr>
              <a:t>Bus 14 </a:t>
            </a:r>
            <a:r>
              <a:rPr lang="en-US" sz="2400" dirty="0"/>
              <a:t>at 1s and reclose at </a:t>
            </a:r>
            <a:r>
              <a:rPr lang="en-US" sz="2400" dirty="0">
                <a:solidFill>
                  <a:srgbClr val="FF0000"/>
                </a:solidFill>
              </a:rPr>
              <a:t>1.08</a:t>
            </a:r>
            <a:r>
              <a:rPr lang="en-US" sz="2400" dirty="0"/>
              <a:t>s. Measure the substation 675 voltage.</a:t>
            </a: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Inter-connected at Bus 14. </a:t>
            </a:r>
            <a:r>
              <a:rPr lang="en-US" sz="2400" dirty="0">
                <a:solidFill>
                  <a:srgbClr val="FF0000"/>
                </a:solidFill>
              </a:rPr>
              <a:t>rf = 0, </a:t>
            </a:r>
            <a:r>
              <a:rPr lang="en-US" sz="2400" dirty="0" err="1">
                <a:solidFill>
                  <a:srgbClr val="FF0000"/>
                </a:solidFill>
              </a:rPr>
              <a:t>xf</a:t>
            </a:r>
            <a:r>
              <a:rPr lang="en-US" sz="2400" dirty="0">
                <a:solidFill>
                  <a:srgbClr val="FF0000"/>
                </a:solidFill>
              </a:rPr>
              <a:t> = 0.3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3395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F935-9C39-34AF-3299-E2A2700D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4B8589EB-CA28-5617-986E-3E9824DB8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35" y="1116001"/>
            <a:ext cx="5979565" cy="448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3B906-916E-F6A6-43C2-C629818C8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57319"/>
            <a:ext cx="5257816" cy="3943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A05F5F-F8F7-E79B-09BF-6E2F893A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B9EEC-C291-9C92-C239-661D43B7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1114-8F61-F3CD-B2C2-3AD61E5243D1}"/>
              </a:ext>
            </a:extLst>
          </p:cNvPr>
          <p:cNvSpPr txBox="1">
            <a:spLocks/>
          </p:cNvSpPr>
          <p:nvPr/>
        </p:nvSpPr>
        <p:spPr>
          <a:xfrm>
            <a:off x="0" y="837107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Setup: Alerts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A7DC63-2EAB-7836-1A60-4D6E8F8B5E55}"/>
                  </a:ext>
                </a:extLst>
              </p:cNvPr>
              <p:cNvSpPr txBox="1"/>
              <p:nvPr/>
            </p:nvSpPr>
            <p:spPr>
              <a:xfrm>
                <a:off x="0" y="5257800"/>
                <a:ext cx="1219200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Alert 1(Fault Alert): Fast voltage drop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voltage</m:t>
                    </m:r>
                    <m: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dip</m:t>
                    </m:r>
                    <m: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≥0.2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within 3 cycles, which is 0.05s.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Alert 2(AC Stall Alert):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≤ 0.90 ×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reference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at least 5 seconds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Alert 2(Overvoltage):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≥ 1.05 ×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reference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for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at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least</m:t>
                    </m:r>
                    <m:r>
                      <m:rPr>
                        <m:nor/>
                      </m:rPr>
                      <a:rPr lang="en-US" sz="2400" dirty="0"/>
                      <m:t> 1 </m:t>
                    </m:r>
                    <m:r>
                      <m:rPr>
                        <m:nor/>
                      </m:rPr>
                      <a:rPr lang="en-US" sz="2400" dirty="0"/>
                      <m:t>second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within</m:t>
                    </m:r>
                    <m:r>
                      <m:rPr>
                        <m:nor/>
                      </m:rPr>
                      <a:rPr lang="en-US" sz="2400" dirty="0"/>
                      <m:t> 120 </m:t>
                    </m:r>
                    <m:r>
                      <m:rPr>
                        <m:nor/>
                      </m:rPr>
                      <a:rPr lang="en-US" sz="2400" dirty="0"/>
                      <m:t>seconds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after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Alert</m:t>
                    </m:r>
                    <m:r>
                      <m:rPr>
                        <m:nor/>
                      </m:rPr>
                      <a:rPr lang="en-US" sz="2400" dirty="0"/>
                      <m:t> 2</m:t>
                    </m:r>
                  </m:oMath>
                </a14:m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A7DC63-2EAB-7836-1A60-4D6E8F8B5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57800"/>
                <a:ext cx="12192000" cy="1938992"/>
              </a:xfrm>
              <a:prstGeom prst="rect">
                <a:avLst/>
              </a:prstGeom>
              <a:blipFill>
                <a:blip r:embed="rId5"/>
                <a:stretch>
                  <a:fillRect l="-750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409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7FB7-2BDD-E1FB-DECE-C21586FB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3E13-7FF1-FA3F-3EE3-DE21FBD3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A12D7-33BE-C1AC-1112-BF474BDD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23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9FD554-2BFE-1983-9BDC-C170DB0817FF}"/>
              </a:ext>
            </a:extLst>
          </p:cNvPr>
          <p:cNvSpPr txBox="1">
            <a:spLocks/>
          </p:cNvSpPr>
          <p:nvPr/>
        </p:nvSpPr>
        <p:spPr>
          <a:xfrm>
            <a:off x="1477318" y="5169360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Transmission side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E119EC2-1B96-2543-22DC-4B14DAD584C2}"/>
              </a:ext>
            </a:extLst>
          </p:cNvPr>
          <p:cNvSpPr txBox="1">
            <a:spLocks/>
          </p:cNvSpPr>
          <p:nvPr/>
        </p:nvSpPr>
        <p:spPr>
          <a:xfrm>
            <a:off x="7543800" y="5167588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97B6B7-2A05-E1B4-C7DF-73B9ACDA4F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1" y="5696647"/>
                <a:ext cx="11814990" cy="909730"/>
              </a:xfrm>
              <a:prstGeom prst="rect">
                <a:avLst/>
              </a:prstGeom>
            </p:spPr>
            <p:txBody>
              <a:bodyPr vert="horz" lIns="91205" tIns="45604" rIns="91205" bIns="45604" rtlCol="0">
                <a:normAutofit/>
              </a:bodyPr>
              <a:lstStyle>
                <a:lvl1pPr marL="342019" indent="-342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1038" indent="-285013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006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96090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21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0814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64166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0191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76213" indent="-228019" algn="l" defTabSz="912051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chemeClr val="dk1"/>
                  </a:buClr>
                  <a:buSzPct val="100000"/>
                  <a:buNone/>
                </a:pPr>
                <a:r>
                  <a:rPr lang="en-US" sz="2400" dirty="0"/>
                  <a:t>While the transmission voltage recovers immediately, the feeder </a:t>
                </a:r>
                <a:r>
                  <a:rPr lang="en-US" sz="2400"/>
                  <a:t>side triggers FIDVR.</a:t>
                </a:r>
                <a:endParaRPr lang="en-US" sz="2400" dirty="0"/>
              </a:p>
              <a:p>
                <a:pPr marL="0" indent="0">
                  <a:buClr>
                    <a:schemeClr val="dk1"/>
                  </a:buClr>
                  <a:buSzPct val="100000"/>
                  <a:buNone/>
                </a:pPr>
                <a:r>
                  <a:rPr lang="en-US" sz="2400" dirty="0"/>
                  <a:t>Alert 1 and 2 are triggered. Around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7.58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, all motors are tripped. 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97B6B7-2A05-E1B4-C7DF-73B9ACDA4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5696647"/>
                <a:ext cx="11814990" cy="909730"/>
              </a:xfrm>
              <a:prstGeom prst="rect">
                <a:avLst/>
              </a:prstGeom>
              <a:blipFill>
                <a:blip r:embed="rId3"/>
                <a:stretch>
                  <a:fillRect l="-826" t="-4667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0A3E538-1A40-79D0-58E2-D13CD05D5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3" y="1059456"/>
            <a:ext cx="5931877" cy="45361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F22ECC-8A0F-84E6-DD0B-13C675C4C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879" y="1683852"/>
            <a:ext cx="6126309" cy="32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1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7907-6479-B7BE-A78C-71B3BFE8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351D23-0128-DF91-4201-58187B934112}"/>
              </a:ext>
            </a:extLst>
          </p:cNvPr>
          <p:cNvSpPr/>
          <p:nvPr/>
        </p:nvSpPr>
        <p:spPr>
          <a:xfrm>
            <a:off x="9323596" y="5512888"/>
            <a:ext cx="1241008" cy="13070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1AA20D-D782-AEAD-8932-CF6D06E4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3200400"/>
            <a:ext cx="8001000" cy="838200"/>
          </a:xfrm>
        </p:spPr>
        <p:txBody>
          <a:bodyPr/>
          <a:lstStyle/>
          <a:p>
            <a:r>
              <a:rPr lang="en-US" altLang="zh-CN" sz="2400" dirty="0"/>
              <a:t>Appendix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9CCDD-9FF9-344F-883F-62F7D8BC84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87000" y="6477000"/>
            <a:ext cx="381000" cy="304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94B357C-713D-B8C9-E588-DDD8A336FABC}"/>
              </a:ext>
            </a:extLst>
          </p:cNvPr>
          <p:cNvSpPr txBox="1">
            <a:spLocks/>
          </p:cNvSpPr>
          <p:nvPr/>
        </p:nvSpPr>
        <p:spPr>
          <a:xfrm>
            <a:off x="2590800" y="4572000"/>
            <a:ext cx="7010400" cy="2286000"/>
          </a:xfrm>
          <a:prstGeom prst="rect">
            <a:avLst/>
          </a:prstGeom>
        </p:spPr>
        <p:txBody>
          <a:bodyPr/>
          <a:lstStyle>
            <a:lvl1pPr algn="l" defTabSz="912051" rtl="0" eaLnBrk="1" latinLnBrk="0" hangingPunct="1">
              <a:spcBef>
                <a:spcPct val="0"/>
              </a:spcBef>
              <a:buNone/>
              <a:defRPr sz="2800" b="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ctr" defTabSz="9120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09521A-537C-CA3C-4635-D76F20792D82}"/>
              </a:ext>
            </a:extLst>
          </p:cNvPr>
          <p:cNvSpPr txBox="1">
            <a:spLocks/>
          </p:cNvSpPr>
          <p:nvPr/>
        </p:nvSpPr>
        <p:spPr bwMode="auto">
          <a:xfrm>
            <a:off x="2313709" y="4876800"/>
            <a:ext cx="756458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Teng WANG</a:t>
            </a:r>
          </a:p>
        </p:txBody>
      </p:sp>
    </p:spTree>
    <p:extLst>
      <p:ext uri="{BB962C8B-B14F-4D97-AF65-F5344CB8AC3E}">
        <p14:creationId xmlns:p14="http://schemas.microsoft.com/office/powerpoint/2010/main" val="290051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6C2A1-F6EC-A572-7186-C9FAB9F4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8DE7C219-4054-CB64-568A-869397123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C2BA0-91A4-3625-016D-7FBDACEBE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70" y="1562542"/>
            <a:ext cx="5562600" cy="4171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6316A2-69EB-CC5B-03FF-B14351A0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E4B32-697D-13CF-A759-8433046E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BE31-25C3-8162-44AD-D05E35D761DB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Setup: </a:t>
            </a:r>
            <a:r>
              <a:rPr lang="en-US" sz="2400" dirty="0">
                <a:solidFill>
                  <a:srgbClr val="FF0000"/>
                </a:solidFill>
              </a:rPr>
              <a:t>Surrogate Motors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C8DD8-3789-01F8-24DC-4944FC85FE7D}"/>
              </a:ext>
            </a:extLst>
          </p:cNvPr>
          <p:cNvSpPr txBox="1"/>
          <p:nvPr/>
        </p:nvSpPr>
        <p:spPr>
          <a:xfrm>
            <a:off x="167168" y="5907317"/>
            <a:ext cx="11567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egoe WPC"/>
              </a:rPr>
              <a:t>R</a:t>
            </a:r>
            <a:r>
              <a:rPr lang="en-US" sz="2400" b="0" i="0" dirty="0">
                <a:effectLst/>
                <a:latin typeface="Segoe WPC"/>
              </a:rPr>
              <a:t>esidential compressor load is represented as distributed single phase </a:t>
            </a:r>
            <a:r>
              <a:rPr lang="en-US" sz="2400" dirty="0">
                <a:latin typeface="Segoe WPC"/>
              </a:rPr>
              <a:t>motors </a:t>
            </a:r>
            <a:r>
              <a:rPr lang="en-US" sz="2400" b="0" i="0" dirty="0">
                <a:effectLst/>
                <a:latin typeface="Segoe WPC"/>
              </a:rPr>
              <a:t>attached to actual feeder loads. </a:t>
            </a:r>
            <a:r>
              <a:rPr lang="en-US" sz="2400" dirty="0">
                <a:latin typeface="Segoe WPC"/>
              </a:rPr>
              <a:t>The stall thresholds are 0.82.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0382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7E88-880F-82C6-C4CA-B2DF882D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9060C2FF-586E-3BF6-ECCA-9DF94D99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35" y="1116001"/>
            <a:ext cx="5979565" cy="448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0BC00C-1E2A-1161-7AC3-A5C637DACF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57319"/>
            <a:ext cx="5257816" cy="3943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6E392-A915-F0D9-7343-92032998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82F84-0B23-1BD9-8A56-D8D0B4CD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E630-952E-9220-D9D3-D55DFA221384}"/>
              </a:ext>
            </a:extLst>
          </p:cNvPr>
          <p:cNvSpPr txBox="1">
            <a:spLocks/>
          </p:cNvSpPr>
          <p:nvPr/>
        </p:nvSpPr>
        <p:spPr>
          <a:xfrm>
            <a:off x="0" y="837107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Setup: Alerts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CA2981-EE94-060C-8565-84016AC2A791}"/>
                  </a:ext>
                </a:extLst>
              </p:cNvPr>
              <p:cNvSpPr txBox="1"/>
              <p:nvPr/>
            </p:nvSpPr>
            <p:spPr>
              <a:xfrm>
                <a:off x="0" y="5257800"/>
                <a:ext cx="1219200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Alert 1(Fault Alert): Fast voltage drop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voltage</m:t>
                    </m:r>
                    <m: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dip</m:t>
                    </m:r>
                    <m: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≥0.2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within 3 cycles, which is 0.05s.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Alert 2(AC Stall Alert):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≤ 0.90 ×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reference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at least 5 seconds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Alert 2(Overvoltage):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≥ 1.05 ×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reference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voltage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for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at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least</m:t>
                    </m:r>
                    <m:r>
                      <m:rPr>
                        <m:nor/>
                      </m:rPr>
                      <a:rPr lang="en-US" sz="2400" dirty="0"/>
                      <m:t> 1 </m:t>
                    </m:r>
                    <m:r>
                      <m:rPr>
                        <m:nor/>
                      </m:rPr>
                      <a:rPr lang="en-US" sz="2400" dirty="0"/>
                      <m:t>second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within</m:t>
                    </m:r>
                    <m:r>
                      <m:rPr>
                        <m:nor/>
                      </m:rPr>
                      <a:rPr lang="en-US" sz="2400" dirty="0"/>
                      <m:t> 120 </m:t>
                    </m:r>
                    <m:r>
                      <m:rPr>
                        <m:nor/>
                      </m:rPr>
                      <a:rPr lang="en-US" sz="2400" dirty="0"/>
                      <m:t>seconds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after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Alert</m:t>
                    </m:r>
                    <m:r>
                      <m:rPr>
                        <m:nor/>
                      </m:rPr>
                      <a:rPr lang="en-US" sz="2400" dirty="0"/>
                      <m:t> 2</m:t>
                    </m:r>
                  </m:oMath>
                </a14:m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CA2981-EE94-060C-8565-84016AC2A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57800"/>
                <a:ext cx="12192000" cy="1938992"/>
              </a:xfrm>
              <a:prstGeom prst="rect">
                <a:avLst/>
              </a:prstGeom>
              <a:blipFill>
                <a:blip r:embed="rId5"/>
                <a:stretch>
                  <a:fillRect l="-750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284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9775-CCA1-104B-C98C-14D12BD1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D06DE114-E0AA-2EC8-F096-5A3E3B4D2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D069E-6004-6FAD-B1D1-7485A1333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70" y="1562542"/>
            <a:ext cx="5562600" cy="4171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8DF599-49A2-8353-BD52-ED07BDD9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1A173-8656-A473-2C9A-40D70C5C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C93E3-0ADB-CD0A-C110-B89B18143B25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70881A72-605F-C16E-2260-70655428D669}"/>
              </a:ext>
            </a:extLst>
          </p:cNvPr>
          <p:cNvSpPr/>
          <p:nvPr/>
        </p:nvSpPr>
        <p:spPr>
          <a:xfrm>
            <a:off x="3582753" y="1712712"/>
            <a:ext cx="304800" cy="467991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BBF078-F87C-A0EA-50C5-94BD1DA8A6D2}"/>
              </a:ext>
            </a:extLst>
          </p:cNvPr>
          <p:cNvSpPr txBox="1">
            <a:spLocks/>
          </p:cNvSpPr>
          <p:nvPr/>
        </p:nvSpPr>
        <p:spPr>
          <a:xfrm>
            <a:off x="5227321" y="1047661"/>
            <a:ext cx="6964679" cy="392606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Measure the distribution side voltage at node 675.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49E68D00-5FDA-7F50-B6DA-263919663A57}"/>
              </a:ext>
            </a:extLst>
          </p:cNvPr>
          <p:cNvSpPr/>
          <p:nvPr/>
        </p:nvSpPr>
        <p:spPr>
          <a:xfrm>
            <a:off x="3907773" y="1887916"/>
            <a:ext cx="228600" cy="228600"/>
          </a:xfrm>
          <a:prstGeom prst="star5">
            <a:avLst>
              <a:gd name="adj" fmla="val 33121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7A7650-5463-51E3-AB7F-CAFA772C843D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136373" y="1975233"/>
            <a:ext cx="465240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90DA8BF-49DF-C6B3-9A17-24543740B18E}"/>
              </a:ext>
            </a:extLst>
          </p:cNvPr>
          <p:cNvSpPr/>
          <p:nvPr/>
        </p:nvSpPr>
        <p:spPr>
          <a:xfrm>
            <a:off x="10668000" y="3581400"/>
            <a:ext cx="101157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A839B78-ED62-F36E-C089-756960DC63CF}"/>
              </a:ext>
            </a:extLst>
          </p:cNvPr>
          <p:cNvSpPr txBox="1">
            <a:spLocks/>
          </p:cNvSpPr>
          <p:nvPr/>
        </p:nvSpPr>
        <p:spPr>
          <a:xfrm>
            <a:off x="228600" y="5820104"/>
            <a:ext cx="12175505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Setup a three-phase to ground fault at Bus 14 at 1s and reclose at 1.06s</a:t>
            </a: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Inter-connected at Bus 2. rf = 0, </a:t>
            </a:r>
            <a:r>
              <a:rPr lang="en-US" sz="2400" dirty="0" err="1"/>
              <a:t>xf</a:t>
            </a:r>
            <a:r>
              <a:rPr lang="en-US" sz="2400" dirty="0"/>
              <a:t> = 0.6.</a:t>
            </a:r>
          </a:p>
        </p:txBody>
      </p:sp>
    </p:spTree>
    <p:extLst>
      <p:ext uri="{BB962C8B-B14F-4D97-AF65-F5344CB8AC3E}">
        <p14:creationId xmlns:p14="http://schemas.microsoft.com/office/powerpoint/2010/main" val="1806771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257BF-5C42-EE8F-28F8-E33ED209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0CD26C-8672-5EF0-0DB9-BC2AC738F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9" y="1071363"/>
            <a:ext cx="5574218" cy="4262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373A36-5748-050D-076D-F1107001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2AD06-EE9A-FDFC-9280-B015C647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28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C85755-8FE0-D375-E393-26CB96D7AF8B}"/>
              </a:ext>
            </a:extLst>
          </p:cNvPr>
          <p:cNvSpPr txBox="1">
            <a:spLocks/>
          </p:cNvSpPr>
          <p:nvPr/>
        </p:nvSpPr>
        <p:spPr>
          <a:xfrm>
            <a:off x="1477318" y="5169360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Transmission side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56DDF12-7841-1A67-B5E9-7543C90ED88A}"/>
              </a:ext>
            </a:extLst>
          </p:cNvPr>
          <p:cNvSpPr txBox="1">
            <a:spLocks/>
          </p:cNvSpPr>
          <p:nvPr/>
        </p:nvSpPr>
        <p:spPr>
          <a:xfrm>
            <a:off x="7543800" y="5167588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8FBEB24-254F-41DF-220E-F81F8B755ACB}"/>
              </a:ext>
            </a:extLst>
          </p:cNvPr>
          <p:cNvSpPr txBox="1">
            <a:spLocks/>
          </p:cNvSpPr>
          <p:nvPr/>
        </p:nvSpPr>
        <p:spPr>
          <a:xfrm>
            <a:off x="228601" y="5696647"/>
            <a:ext cx="11814990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Alert 1 is triggered, whereas alert 2 and 3 are not, thus, there is no motor stalled.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EA0E5-D4F1-512F-1405-5388DC697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831" y="1524000"/>
            <a:ext cx="6621271" cy="350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70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B93E-F355-ABF7-91A9-821F13FEB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8EB0-B646-01EE-0A0F-95942D51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D014E-BC80-37A7-DD90-537A7D72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29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574CC1-C379-534B-ECCE-A863FFBFB7FD}"/>
              </a:ext>
            </a:extLst>
          </p:cNvPr>
          <p:cNvSpPr txBox="1">
            <a:spLocks/>
          </p:cNvSpPr>
          <p:nvPr/>
        </p:nvSpPr>
        <p:spPr>
          <a:xfrm>
            <a:off x="1477318" y="5169360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Transmission side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C820DC0-071E-9632-224F-7D12F2878F6F}"/>
              </a:ext>
            </a:extLst>
          </p:cNvPr>
          <p:cNvSpPr txBox="1">
            <a:spLocks/>
          </p:cNvSpPr>
          <p:nvPr/>
        </p:nvSpPr>
        <p:spPr>
          <a:xfrm>
            <a:off x="7543800" y="5167588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9E0AD5-5E01-C679-AAFF-65B807690AB3}"/>
              </a:ext>
            </a:extLst>
          </p:cNvPr>
          <p:cNvSpPr txBox="1">
            <a:spLocks/>
          </p:cNvSpPr>
          <p:nvPr/>
        </p:nvSpPr>
        <p:spPr>
          <a:xfrm>
            <a:off x="228601" y="5696647"/>
            <a:ext cx="11814990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Alert 1 is triggered, whereas alert 2 and 3 are not, thus, there is no motor stalled.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8D98D6-E905-D4D0-2135-66E0FCFDF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8" y="1285317"/>
            <a:ext cx="5169877" cy="39534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6E2D9-EB48-5EE6-791C-708BC40F8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790" y="1639304"/>
            <a:ext cx="6527800" cy="34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89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6200-8991-3E95-E6BD-A129649B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6CA702C2-2853-BE8B-BA84-B7C6CBBDF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9AA03-FAF3-56D7-C24E-43529A04E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70" y="1562542"/>
            <a:ext cx="5562600" cy="4171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9DD1D-32F7-2D2F-A81D-E6D427F5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C8BD1-E9CB-320C-409E-A01E9707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0D4E-E69C-7319-8D89-6E5849C8D815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531FC417-8EC7-6657-26F2-BC94A5F5B385}"/>
              </a:ext>
            </a:extLst>
          </p:cNvPr>
          <p:cNvSpPr/>
          <p:nvPr/>
        </p:nvSpPr>
        <p:spPr>
          <a:xfrm>
            <a:off x="3582753" y="1712712"/>
            <a:ext cx="304800" cy="467991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9C7391-5B32-9965-53C6-0850069A7B35}"/>
              </a:ext>
            </a:extLst>
          </p:cNvPr>
          <p:cNvSpPr txBox="1">
            <a:spLocks/>
          </p:cNvSpPr>
          <p:nvPr/>
        </p:nvSpPr>
        <p:spPr>
          <a:xfrm>
            <a:off x="6457383" y="976899"/>
            <a:ext cx="4972617" cy="585641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>
                <a:solidFill>
                  <a:srgbClr val="FF0000"/>
                </a:solidFill>
              </a:rPr>
              <a:t>Increase the severity of the fault.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087CA98-8E80-72A9-BA6E-C34BE984A194}"/>
              </a:ext>
            </a:extLst>
          </p:cNvPr>
          <p:cNvSpPr/>
          <p:nvPr/>
        </p:nvSpPr>
        <p:spPr>
          <a:xfrm>
            <a:off x="3907773" y="1887916"/>
            <a:ext cx="228600" cy="228600"/>
          </a:xfrm>
          <a:prstGeom prst="star5">
            <a:avLst>
              <a:gd name="adj" fmla="val 33121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A69486-A78B-C875-3687-788A9FFB9272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136373" y="1975233"/>
            <a:ext cx="465240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0FEC0BD-E78D-817B-43D3-5979B748E459}"/>
              </a:ext>
            </a:extLst>
          </p:cNvPr>
          <p:cNvSpPr/>
          <p:nvPr/>
        </p:nvSpPr>
        <p:spPr>
          <a:xfrm>
            <a:off x="10668000" y="3581400"/>
            <a:ext cx="101157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30D104-F1BE-7C5B-0058-1982EAF8F986}"/>
              </a:ext>
            </a:extLst>
          </p:cNvPr>
          <p:cNvSpPr txBox="1">
            <a:spLocks/>
          </p:cNvSpPr>
          <p:nvPr/>
        </p:nvSpPr>
        <p:spPr>
          <a:xfrm>
            <a:off x="228601" y="5820104"/>
            <a:ext cx="11450970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Setup a three-phase to ground fault at Bus 14 at 1s and reclose at </a:t>
            </a:r>
            <a:r>
              <a:rPr lang="en-US" sz="2400" dirty="0">
                <a:solidFill>
                  <a:srgbClr val="FF0000"/>
                </a:solidFill>
              </a:rPr>
              <a:t>1.1s</a:t>
            </a: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Inter-connected at Bus 2. rf = 0, </a:t>
            </a:r>
            <a:r>
              <a:rPr lang="en-US" sz="2400" dirty="0" err="1">
                <a:solidFill>
                  <a:srgbClr val="FF0000"/>
                </a:solidFill>
              </a:rPr>
              <a:t>xf</a:t>
            </a:r>
            <a:r>
              <a:rPr lang="en-US" sz="2400" dirty="0">
                <a:solidFill>
                  <a:srgbClr val="FF0000"/>
                </a:solidFill>
              </a:rPr>
              <a:t> = 0.35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805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6F71-FC49-B093-F746-1C8D5BF3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B599-791B-3790-BFBD-2634A0D0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64351-18D2-747C-7F07-3F1F6D88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31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5BF733C-507D-7F20-0360-636195D6E035}"/>
              </a:ext>
            </a:extLst>
          </p:cNvPr>
          <p:cNvSpPr txBox="1">
            <a:spLocks/>
          </p:cNvSpPr>
          <p:nvPr/>
        </p:nvSpPr>
        <p:spPr>
          <a:xfrm>
            <a:off x="1371600" y="4491902"/>
            <a:ext cx="40386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 – zoom in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9BE495-2973-2D6B-33A1-F349A4E00436}"/>
              </a:ext>
            </a:extLst>
          </p:cNvPr>
          <p:cNvSpPr txBox="1">
            <a:spLocks/>
          </p:cNvSpPr>
          <p:nvPr/>
        </p:nvSpPr>
        <p:spPr>
          <a:xfrm>
            <a:off x="275410" y="5334000"/>
            <a:ext cx="11814990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Alert 1 and alert 2 is triggered, whereas alert 3 is not, thus, while there are motors stalled and tripped, there is no action from the capacitor side.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95522-3D38-0C6D-047B-6C55C21CD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1" y="1301836"/>
            <a:ext cx="6025680" cy="3190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13C75B-D8B4-75D3-8818-A18CAD0A9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35506"/>
            <a:ext cx="6007947" cy="318067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7F29FE-F570-9BBA-BE1D-45C390579A94}"/>
              </a:ext>
            </a:extLst>
          </p:cNvPr>
          <p:cNvSpPr txBox="1">
            <a:spLocks/>
          </p:cNvSpPr>
          <p:nvPr/>
        </p:nvSpPr>
        <p:spPr>
          <a:xfrm>
            <a:off x="7086600" y="4491902"/>
            <a:ext cx="40386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 – zoom out</a:t>
            </a:r>
          </a:p>
        </p:txBody>
      </p:sp>
    </p:spTree>
    <p:extLst>
      <p:ext uri="{BB962C8B-B14F-4D97-AF65-F5344CB8AC3E}">
        <p14:creationId xmlns:p14="http://schemas.microsoft.com/office/powerpoint/2010/main" val="3033587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18F9-7B06-F1D0-159C-5057BB39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EEE 14-Bus System - Illinois Center for a Smarter Electric Grid (ICSEG)">
            <a:extLst>
              <a:ext uri="{FF2B5EF4-FFF2-40B4-BE49-F238E27FC236}">
                <a16:creationId xmlns:a16="http://schemas.microsoft.com/office/drawing/2014/main" id="{5CEB22B8-93D5-325F-1AA7-91FC996E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" y="1158950"/>
            <a:ext cx="6326187" cy="474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6E4C36-3255-DA8B-7ADA-AA7EE882C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70" y="1562542"/>
            <a:ext cx="5562600" cy="4171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993E48-66A0-1D5B-00F7-769D9440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14AD0-1E32-9C51-D99D-2D3CD062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DD5AB-D242-0F4C-C8A2-A202593A383D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FIDVR Setup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53F89D7-D005-D5A6-F507-734EECBDE3C6}"/>
              </a:ext>
            </a:extLst>
          </p:cNvPr>
          <p:cNvSpPr/>
          <p:nvPr/>
        </p:nvSpPr>
        <p:spPr>
          <a:xfrm>
            <a:off x="3582753" y="1712712"/>
            <a:ext cx="304800" cy="467991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A8453-D258-62A2-4DF5-B89C63ADC1CC}"/>
              </a:ext>
            </a:extLst>
          </p:cNvPr>
          <p:cNvSpPr txBox="1">
            <a:spLocks/>
          </p:cNvSpPr>
          <p:nvPr/>
        </p:nvSpPr>
        <p:spPr>
          <a:xfrm>
            <a:off x="3276600" y="899118"/>
            <a:ext cx="8402970" cy="923256"/>
          </a:xfrm>
          <a:prstGeom prst="rect">
            <a:avLst/>
          </a:prstGeom>
        </p:spPr>
        <p:txBody>
          <a:bodyPr vert="horz" lIns="91205" tIns="45604" rIns="91205" bIns="45604" rtlCol="0">
            <a:no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>
                <a:solidFill>
                  <a:srgbClr val="FF0000"/>
                </a:solidFill>
              </a:rPr>
              <a:t>Increase the severity of the fault, and tune the parameters of the surrogate model.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B3C0118-FC1B-AB61-083F-96BA954945DA}"/>
              </a:ext>
            </a:extLst>
          </p:cNvPr>
          <p:cNvSpPr/>
          <p:nvPr/>
        </p:nvSpPr>
        <p:spPr>
          <a:xfrm>
            <a:off x="3907773" y="1887916"/>
            <a:ext cx="228600" cy="228600"/>
          </a:xfrm>
          <a:prstGeom prst="star5">
            <a:avLst>
              <a:gd name="adj" fmla="val 33121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EED8CD-8A55-A7EB-A0FF-5D7952A6C9BF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136373" y="1975233"/>
            <a:ext cx="465240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6C26553-0280-C367-8682-9B157E07D713}"/>
              </a:ext>
            </a:extLst>
          </p:cNvPr>
          <p:cNvSpPr/>
          <p:nvPr/>
        </p:nvSpPr>
        <p:spPr>
          <a:xfrm>
            <a:off x="10668000" y="3581400"/>
            <a:ext cx="101157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E307617-D6E4-DF4F-109D-FCCBBD00B9C6}"/>
              </a:ext>
            </a:extLst>
          </p:cNvPr>
          <p:cNvSpPr txBox="1">
            <a:spLocks/>
          </p:cNvSpPr>
          <p:nvPr/>
        </p:nvSpPr>
        <p:spPr>
          <a:xfrm>
            <a:off x="228601" y="5820104"/>
            <a:ext cx="11450970" cy="909730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Setup a three-phase to ground fault at Bus 14 at 1s and reclose at </a:t>
            </a:r>
            <a:r>
              <a:rPr lang="en-US" sz="2400" dirty="0">
                <a:solidFill>
                  <a:srgbClr val="FF0000"/>
                </a:solidFill>
              </a:rPr>
              <a:t>1.1s</a:t>
            </a: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Inter-connected at Bus 2. rf = 0, </a:t>
            </a:r>
            <a:r>
              <a:rPr lang="en-US" sz="2400" dirty="0" err="1">
                <a:solidFill>
                  <a:srgbClr val="FF0000"/>
                </a:solidFill>
              </a:rPr>
              <a:t>xf</a:t>
            </a:r>
            <a:r>
              <a:rPr lang="en-US" sz="2400" dirty="0">
                <a:solidFill>
                  <a:srgbClr val="FF0000"/>
                </a:solidFill>
              </a:rPr>
              <a:t> = 0.35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8027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A480-6C48-D057-9192-33BFCCF7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E4B3-EB39-2A5E-9CE0-427F39FC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FIDVR in Co-simulation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72C61-C399-F209-21F5-0D24933D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27F5-A17A-DE61-C394-CC16DE4E3991}"/>
              </a:ext>
            </a:extLst>
          </p:cNvPr>
          <p:cNvSpPr txBox="1">
            <a:spLocks/>
          </p:cNvSpPr>
          <p:nvPr/>
        </p:nvSpPr>
        <p:spPr>
          <a:xfrm>
            <a:off x="0" y="905758"/>
            <a:ext cx="8686800" cy="8069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Parameters tuning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2942B3-B701-94C7-9B82-B613AC8415CC}"/>
              </a:ext>
            </a:extLst>
          </p:cNvPr>
          <p:cNvSpPr txBox="1"/>
          <p:nvPr/>
        </p:nvSpPr>
        <p:spPr>
          <a:xfrm>
            <a:off x="254000" y="1509355"/>
            <a:ext cx="11938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TX_INTERFACE_BUS=14 TX_FAULT_BUS=14 \</a:t>
            </a:r>
          </a:p>
          <a:p>
            <a:r>
              <a:rPr lang="en-US" sz="1600" dirty="0"/>
              <a:t>TX_FAULT_TIME=1.0 \</a:t>
            </a:r>
          </a:p>
          <a:p>
            <a:r>
              <a:rPr lang="en-US" sz="1600" dirty="0"/>
              <a:t>TX_FAULT_DURATION=0.1\ </a:t>
            </a:r>
          </a:p>
          <a:p>
            <a:r>
              <a:rPr lang="en-US" sz="1600" dirty="0"/>
              <a:t>TX_FAULT_RF=0.0 \</a:t>
            </a:r>
          </a:p>
          <a:p>
            <a:r>
              <a:rPr lang="en-US" sz="1600" dirty="0"/>
              <a:t>TX_FAULT_XF=0.35 \</a:t>
            </a:r>
          </a:p>
          <a:p>
            <a:r>
              <a:rPr lang="en-US" sz="1600" dirty="0"/>
              <a:t>TARGET_TIME=120.0 \</a:t>
            </a:r>
          </a:p>
          <a:p>
            <a:r>
              <a:rPr lang="en-US" sz="1600" dirty="0"/>
              <a:t>FEEDER_COUNT=1 \</a:t>
            </a:r>
          </a:p>
          <a:p>
            <a:r>
              <a:rPr lang="en-US" sz="1600" dirty="0"/>
              <a:t>TX_CASE_XLSX=ieee14_fault.xlsx \</a:t>
            </a:r>
          </a:p>
          <a:p>
            <a:r>
              <a:rPr lang="en-US" sz="1600" dirty="0"/>
              <a:t>DIST_MASTER_DSS=13Bus/IEEE13Nodeckt.dss \</a:t>
            </a:r>
          </a:p>
          <a:p>
            <a:r>
              <a:rPr lang="en-US" sz="1600" dirty="0"/>
              <a:t>DIST_VOLTAGE_BUS=675 \</a:t>
            </a:r>
          </a:p>
          <a:p>
            <a:r>
              <a:rPr lang="en-US" sz="1600" dirty="0"/>
              <a:t>DIST_LOAD_SCALE=1.0 \</a:t>
            </a:r>
          </a:p>
          <a:p>
            <a:r>
              <a:rPr lang="en-US" sz="1600" dirty="0"/>
              <a:t>FIDVR_MOTOR_SHARE=0.9 \</a:t>
            </a:r>
          </a:p>
          <a:p>
            <a:r>
              <a:rPr lang="en-US" sz="1600" dirty="0"/>
              <a:t>FIDVR_MOTOR_STALL_VOLTAGE_PU=0.82 \</a:t>
            </a:r>
          </a:p>
          <a:p>
            <a:r>
              <a:rPr lang="en-US" sz="1600" dirty="0"/>
              <a:t>FIDVR_MOTOR_STALL_CLEAR_VOLTAGE_PU=0.92\ </a:t>
            </a:r>
          </a:p>
          <a:p>
            <a:r>
              <a:rPr lang="en-US" sz="1600" dirty="0"/>
              <a:t>FIDVR_STALL_KVAR_PER_KW=5 \</a:t>
            </a:r>
          </a:p>
          <a:p>
            <a:r>
              <a:rPr lang="en-US" sz="1600" dirty="0"/>
              <a:t>FIDVR_MOTOR_STALL_KVAR_SCALE=15.0 \</a:t>
            </a:r>
          </a:p>
          <a:p>
            <a:r>
              <a:rPr lang="en-US" sz="1600" dirty="0"/>
              <a:t>FIDVR_MOTOR_THERMAL_TRIP_TIME_S=8.0 \</a:t>
            </a:r>
          </a:p>
          <a:p>
            <a:r>
              <a:rPr lang="en-US" sz="1600" dirty="0"/>
              <a:t>FIDVR_MOTOR_RECONNECT_DELAY_S=25.0 \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EA5E17-A111-E176-2695-3E27B5D8121D}"/>
              </a:ext>
            </a:extLst>
          </p:cNvPr>
          <p:cNvSpPr txBox="1"/>
          <p:nvPr/>
        </p:nvSpPr>
        <p:spPr>
          <a:xfrm>
            <a:off x="6046382" y="1447800"/>
            <a:ext cx="614561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FIDVR_ENABLE_CAP_CONTROL=0 \</a:t>
            </a:r>
          </a:p>
          <a:p>
            <a:r>
              <a:rPr lang="en-US" sz="1600" dirty="0"/>
              <a:t>FIDVR_ENABLE_REG_CONTROL=0 \</a:t>
            </a:r>
          </a:p>
          <a:p>
            <a:r>
              <a:rPr lang="en-US" sz="1600" dirty="0"/>
              <a:t>FINE_DT=0.002 COARSE_DT=0.05 COARSE_START=1.6 \</a:t>
            </a:r>
          </a:p>
          <a:p>
            <a:r>
              <a:rPr lang="en-US" sz="1600" dirty="0"/>
              <a:t>TX_TDS_STEP=0.03 FIDVR_ENABLE_CAP_CONTROL=1 \</a:t>
            </a:r>
          </a:p>
          <a:p>
            <a:r>
              <a:rPr lang="en-US" sz="1600" dirty="0"/>
              <a:t>FIDVR_ENABLE_REG_CONTROL=1 \</a:t>
            </a:r>
          </a:p>
          <a:p>
            <a:r>
              <a:rPr lang="en-US" sz="1600" dirty="0"/>
              <a:t>FIDVR_CAPACITOR_INITIAL_FRACTION=1.0 \</a:t>
            </a:r>
          </a:p>
          <a:p>
            <a:r>
              <a:rPr lang="en-US" sz="1600" dirty="0"/>
              <a:t>FIDVR_CAPACITOR_ON_VOLTAGE_PU=1.025 \</a:t>
            </a:r>
          </a:p>
          <a:p>
            <a:r>
              <a:rPr lang="en-US" sz="1600" dirty="0"/>
              <a:t>FIDVR_CAPACITOR_ON_DELAY_S=0.3 \</a:t>
            </a:r>
          </a:p>
          <a:p>
            <a:r>
              <a:rPr lang="en-US" sz="1600" dirty="0"/>
              <a:t>FIDVR_CAPACITOR_OFF_VOLTAGE_PU=0.9 \</a:t>
            </a:r>
          </a:p>
          <a:p>
            <a:r>
              <a:rPr lang="en-US" sz="1600" dirty="0"/>
              <a:t>FIDVR_CAPACITOR_OFF_DELAY_S=120.0 \</a:t>
            </a:r>
          </a:p>
          <a:p>
            <a:r>
              <a:rPr lang="en-US" sz="1600" dirty="0"/>
              <a:t>FIDVR_REGULATOR_MONITOR_BUS=675 \</a:t>
            </a:r>
          </a:p>
          <a:p>
            <a:r>
              <a:rPr lang="en-US" sz="1600" dirty="0"/>
              <a:t>FIDVR_REGULATOR_LOW_VOLTAGE_PU=0.93 \</a:t>
            </a:r>
          </a:p>
          <a:p>
            <a:r>
              <a:rPr lang="en-US" sz="1600" dirty="0"/>
              <a:t>FIDVR_REGULATOR_HIGH_VOLTAGE_PU=1.025 \</a:t>
            </a:r>
          </a:p>
          <a:p>
            <a:r>
              <a:rPr lang="en-US" sz="1600" dirty="0"/>
              <a:t>FIDVR_REGULATOR_DELAY_S=0.5 \</a:t>
            </a:r>
          </a:p>
          <a:p>
            <a:r>
              <a:rPr lang="en-US" sz="1600" dirty="0"/>
              <a:t>FIDVR_REGULATOR_TAP_DELAY_S=0.25 \</a:t>
            </a:r>
          </a:p>
          <a:p>
            <a:r>
              <a:rPr lang="en-US" sz="1600" dirty="0"/>
              <a:t>FIDVR_NONRESTARTABLE_FRACTION=0.0 \</a:t>
            </a:r>
          </a:p>
          <a:p>
            <a:r>
              <a:rPr lang="en-US" sz="1600" dirty="0"/>
              <a:t>FIDVR_CONTACTOR_FRACTION=0.10 \</a:t>
            </a:r>
          </a:p>
          <a:p>
            <a:r>
              <a:rPr lang="en-US" sz="1600" dirty="0"/>
              <a:t>FIDVR_MOTOR_RECONNECT_RAMP_S=1.5 \</a:t>
            </a:r>
          </a:p>
          <a:p>
            <a:r>
              <a:rPr lang="en-US" sz="1600" dirty="0"/>
              <a:t>FIDVR_MOTOR_GROUP_RESTORE_OFFSETS=0,0.5,1.0</a:t>
            </a:r>
          </a:p>
        </p:txBody>
      </p:sp>
    </p:spTree>
    <p:extLst>
      <p:ext uri="{BB962C8B-B14F-4D97-AF65-F5344CB8AC3E}">
        <p14:creationId xmlns:p14="http://schemas.microsoft.com/office/powerpoint/2010/main" val="699642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BED75-8F92-505C-CAA0-C71DAF76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98E9-F5D8-729F-A195-80080D38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9C27C-47DA-B87A-CD7A-0653D47D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34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146D99-340C-5746-8DBA-5F038D0E7EAD}"/>
              </a:ext>
            </a:extLst>
          </p:cNvPr>
          <p:cNvSpPr txBox="1">
            <a:spLocks/>
          </p:cNvSpPr>
          <p:nvPr/>
        </p:nvSpPr>
        <p:spPr>
          <a:xfrm>
            <a:off x="1600200" y="4759109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Transmission side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A2C32FE-8339-ABE2-613F-72ABB0690E66}"/>
              </a:ext>
            </a:extLst>
          </p:cNvPr>
          <p:cNvSpPr txBox="1">
            <a:spLocks/>
          </p:cNvSpPr>
          <p:nvPr/>
        </p:nvSpPr>
        <p:spPr>
          <a:xfrm>
            <a:off x="7772400" y="4782488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4932B-78D5-E986-74DF-7ECDD337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333" y="1198547"/>
            <a:ext cx="6815667" cy="3608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6FFC5A-2414-44C1-5F85-4201F02BD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23" y="969947"/>
            <a:ext cx="5017477" cy="38368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9FD0ED-62B5-B06C-2C49-9CFDC24BABCB}"/>
              </a:ext>
            </a:extLst>
          </p:cNvPr>
          <p:cNvSpPr txBox="1"/>
          <p:nvPr/>
        </p:nvSpPr>
        <p:spPr>
          <a:xfrm>
            <a:off x="101600" y="5181600"/>
            <a:ext cx="11938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Fault and motor stalling: By around 1.068, all 12 motors have stalled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Delayed low voltage recovery: Voltage is around 0.88 to  0.91 for a several seconds, and regulator type moving from 1.05 to 1.10.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Motor tripping causes voltage rise: As stalled motors trip. motor reactive power scale reduces from 15.005 to 1.930, and voltage rises from 0.95 to 1.068</a:t>
            </a:r>
          </a:p>
        </p:txBody>
      </p:sp>
    </p:spTree>
    <p:extLst>
      <p:ext uri="{BB962C8B-B14F-4D97-AF65-F5344CB8AC3E}">
        <p14:creationId xmlns:p14="http://schemas.microsoft.com/office/powerpoint/2010/main" val="193952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1DE55-D233-E396-319B-B0EDA4E20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4DB0-A0C2-7F17-F21E-53B871DF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A6728-679A-2F6E-99A6-17E8917F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35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B191C1-5702-753E-2E7A-D94893A2C547}"/>
              </a:ext>
            </a:extLst>
          </p:cNvPr>
          <p:cNvSpPr txBox="1">
            <a:spLocks/>
          </p:cNvSpPr>
          <p:nvPr/>
        </p:nvSpPr>
        <p:spPr>
          <a:xfrm>
            <a:off x="1600200" y="4759109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Transmission side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2C67E82-827F-ED90-03ED-4C21207C06F7}"/>
              </a:ext>
            </a:extLst>
          </p:cNvPr>
          <p:cNvSpPr txBox="1">
            <a:spLocks/>
          </p:cNvSpPr>
          <p:nvPr/>
        </p:nvSpPr>
        <p:spPr>
          <a:xfrm>
            <a:off x="7772400" y="4782488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20FAD-427B-D0D2-3966-B4DBE644236E}"/>
              </a:ext>
            </a:extLst>
          </p:cNvPr>
          <p:cNvSpPr txBox="1"/>
          <p:nvPr/>
        </p:nvSpPr>
        <p:spPr>
          <a:xfrm>
            <a:off x="101600" y="5181600"/>
            <a:ext cx="11938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Fault and motor stalling: By around 1.06, all 12 motors have stalled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Delayed low voltage recovery: Voltage is around 0.88 to 0.91 for a several seconds, and regulator type moving from 1.05 to 1.10.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Motor tripping causes voltage rise: As stalled motors trip. motor reactive power scale reduces from 15.00 to 1.93, and voltage rises from 0.95 to 1.07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F575DB-73A3-5661-32A3-0DC070A9E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21" y="1144939"/>
            <a:ext cx="4788877" cy="3662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86BBF0-C97A-E5A3-6ED3-72CB43663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302691"/>
            <a:ext cx="6564923" cy="347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258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BCAB-7047-C666-5A4C-BEEB7E41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1B85-FAD8-6DC5-776D-FC54006D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6230E-7FE0-5323-9FBE-98F1F177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2826-D48C-44C5-84F4-35AA91AE3AFB}" type="slidenum">
              <a:rPr lang="en-US" smtClean="0">
                <a:solidFill>
                  <a:srgbClr val="262626"/>
                </a:solidFill>
              </a:rPr>
              <a:pPr/>
              <a:t>36</a:t>
            </a:fld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BFEDEB7-D4E5-61D2-14C2-D29E1E5E2464}"/>
              </a:ext>
            </a:extLst>
          </p:cNvPr>
          <p:cNvSpPr txBox="1">
            <a:spLocks/>
          </p:cNvSpPr>
          <p:nvPr/>
        </p:nvSpPr>
        <p:spPr>
          <a:xfrm>
            <a:off x="2209800" y="5401143"/>
            <a:ext cx="2667000" cy="578354"/>
          </a:xfrm>
          <a:prstGeom prst="rect">
            <a:avLst/>
          </a:prstGeom>
        </p:spPr>
        <p:txBody>
          <a:bodyPr vert="horz" lIns="91205" tIns="45604" rIns="91205" bIns="45604" rtlCol="0">
            <a:normAutofit/>
          </a:bodyPr>
          <a:lstStyle>
            <a:lvl1pPr marL="342019" indent="-342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038" indent="-285013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006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6090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21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814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166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91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213" indent="-228019" algn="l" defTabSz="91205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2400" dirty="0"/>
              <a:t>Distribution side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D4897-511B-CE73-AA85-8DD87F0BF755}"/>
              </a:ext>
            </a:extLst>
          </p:cNvPr>
          <p:cNvSpPr txBox="1"/>
          <p:nvPr/>
        </p:nvSpPr>
        <p:spPr>
          <a:xfrm>
            <a:off x="6553200" y="1031881"/>
            <a:ext cx="55442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Fault and motor stalling: By around 1.06, all 12 motors have stalled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Delayed low voltage recovery: Voltage is around 0.88 for a several seconds, and regulator type moving from 1.05 to 1.10.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Motor tripping causes voltage rise: Motors trips from around 11s to 16s, causing a voltage overshoot to about 1.05.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Types wind down and bus voltage settles near 1.02.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Motors reconnected and pull back the voltage to 0.99 after 50s.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30874D-B687-DF83-F298-1772706E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5" y="1925596"/>
            <a:ext cx="6564923" cy="347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23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ED77-F793-4003-E186-84678763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083C-2C71-7D6A-D485-B709D6D0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Transmission-Distribution Co-simulation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6BA77-F6A5-90A7-9981-4637500B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20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C2826-D48C-44C5-84F4-35AA91AE3A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2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21C8CA-DA54-C288-5D66-5A591590B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534419"/>
              </p:ext>
            </p:extLst>
          </p:nvPr>
        </p:nvGraphicFramePr>
        <p:xfrm>
          <a:off x="838200" y="914399"/>
          <a:ext cx="10744200" cy="5867401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2961682786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1848296244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59674979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3423686130"/>
                    </a:ext>
                  </a:extLst>
                </a:gridCol>
              </a:tblGrid>
              <a:tr h="3638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Time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Stages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 err="1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Observision</a:t>
                      </a:r>
                      <a:endParaRPr lang="en-US" sz="1600" b="0" dirty="0">
                        <a:solidFill>
                          <a:srgbClr val="0D0D0D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5980776"/>
                  </a:ext>
                </a:extLst>
              </a:tr>
              <a:tr h="36386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0 - 1.0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Pre-fault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Substation 675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Voltage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44286"/>
                  </a:ext>
                </a:extLst>
              </a:tr>
              <a:tr h="59128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1.0 - 1.1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Fault occurs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Alert.1 at 1.004 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Voltage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0996284"/>
                  </a:ext>
                </a:extLst>
              </a:tr>
              <a:tr h="59128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1.1 - 12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Delayed recovery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Substation 675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Voltage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813646"/>
                  </a:ext>
                </a:extLst>
              </a:tr>
              <a:tr h="1046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12 - 16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Trip cascade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first thermal tripped about 11.8 s, the rest tripped by 16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Thermal trip logic removing stalled motors in groups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4740942"/>
                  </a:ext>
                </a:extLst>
              </a:tr>
              <a:tr h="127354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16 - 16.5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Overvoltage overshoot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Peak voltage ≈ 1.06 </a:t>
                      </a:r>
                      <a:r>
                        <a:rPr lang="en-US" sz="1600" b="0" dirty="0" err="1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pu</a:t>
                      </a: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600" b="0" u="none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near 16 s</a:t>
                      </a:r>
                      <a:endParaRPr lang="en-US" sz="1600" b="0" dirty="0">
                        <a:solidFill>
                          <a:srgbClr val="0D0D0D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Sudden load removal with capacitors still on and tap regulators 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468813"/>
                  </a:ext>
                </a:extLst>
              </a:tr>
              <a:tr h="81870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17 - 18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Tap unwind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taps step from about 1.07 down to 1.03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Tap regulator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1283063"/>
                  </a:ext>
                </a:extLst>
              </a:tr>
              <a:tr h="81870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47 - 52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Load restoration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restore fraction ramps from 0 to 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dirty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Voltage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605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067897"/>
      </p:ext>
    </p:extLst>
  </p:cSld>
  <p:clrMapOvr>
    <a:masterClrMapping/>
  </p:clrMapOvr>
</p:sld>
</file>

<file path=ppt/theme/theme1.xml><?xml version="1.0" encoding="utf-8"?>
<a:theme xmlns:a="http://schemas.openxmlformats.org/drawingml/2006/main" name="2016 FREEDM Template">
  <a:themeElements>
    <a:clrScheme name="FREEDM">
      <a:dk1>
        <a:srgbClr val="262626"/>
      </a:dk1>
      <a:lt1>
        <a:srgbClr val="FFFFFF"/>
      </a:lt1>
      <a:dk2>
        <a:srgbClr val="0A5036"/>
      </a:dk2>
      <a:lt2>
        <a:srgbClr val="E0E0E0"/>
      </a:lt2>
      <a:accent1>
        <a:srgbClr val="1D6E87"/>
      </a:accent1>
      <a:accent2>
        <a:srgbClr val="569728"/>
      </a:accent2>
      <a:accent3>
        <a:srgbClr val="BE0004"/>
      </a:accent3>
      <a:accent4>
        <a:srgbClr val="878781"/>
      </a:accent4>
      <a:accent5>
        <a:srgbClr val="000000"/>
      </a:accent5>
      <a:accent6>
        <a:srgbClr val="BE0004"/>
      </a:accent6>
      <a:hlink>
        <a:srgbClr val="0A5036"/>
      </a:hlink>
      <a:folHlink>
        <a:srgbClr val="1D6E87"/>
      </a:folHlink>
    </a:clrScheme>
    <a:fontScheme name="FREEDM">
      <a:majorFont>
        <a:latin typeface="Bell Gothic Std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FREEDM">
      <a:dk1>
        <a:srgbClr val="262626"/>
      </a:dk1>
      <a:lt1>
        <a:srgbClr val="FFFFFF"/>
      </a:lt1>
      <a:dk2>
        <a:srgbClr val="0A5036"/>
      </a:dk2>
      <a:lt2>
        <a:srgbClr val="E0E0E0"/>
      </a:lt2>
      <a:accent1>
        <a:srgbClr val="1D6E87"/>
      </a:accent1>
      <a:accent2>
        <a:srgbClr val="569728"/>
      </a:accent2>
      <a:accent3>
        <a:srgbClr val="BE0004"/>
      </a:accent3>
      <a:accent4>
        <a:srgbClr val="878781"/>
      </a:accent4>
      <a:accent5>
        <a:srgbClr val="000000"/>
      </a:accent5>
      <a:accent6>
        <a:srgbClr val="BE0004"/>
      </a:accent6>
      <a:hlink>
        <a:srgbClr val="0A5036"/>
      </a:hlink>
      <a:folHlink>
        <a:srgbClr val="1D6E87"/>
      </a:folHlink>
    </a:clrScheme>
    <a:fontScheme name="FREEDM">
      <a:majorFont>
        <a:latin typeface="Bell Gothic Std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FREEDM_Powerpoint_Template (4)</Template>
  <TotalTime>77478</TotalTime>
  <Words>2195</Words>
  <Application>Microsoft Office PowerPoint</Application>
  <PresentationFormat>Widescreen</PresentationFormat>
  <Paragraphs>366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Cambria Math</vt:lpstr>
      <vt:lpstr>Consolas</vt:lpstr>
      <vt:lpstr>Segoe WPC</vt:lpstr>
      <vt:lpstr>2016 FREEDM Template</vt:lpstr>
      <vt:lpstr>1_Office Theme</vt:lpstr>
      <vt:lpstr>FIDVR in Co-simulation Update  </vt:lpstr>
      <vt:lpstr>Dynamic Transmission-Distribution Co-simulation</vt:lpstr>
      <vt:lpstr>IEEE-118 System Topology</vt:lpstr>
      <vt:lpstr>Dynamic event testing 1</vt:lpstr>
      <vt:lpstr>Dynamic event result 1</vt:lpstr>
      <vt:lpstr>Dynamic event testing 1</vt:lpstr>
      <vt:lpstr>Dynamic event result 1</vt:lpstr>
      <vt:lpstr>Dynamic event testing 2</vt:lpstr>
      <vt:lpstr>Dynamic event result 2</vt:lpstr>
      <vt:lpstr>Dynamic event testing 2</vt:lpstr>
      <vt:lpstr>Dynamic event result 2</vt:lpstr>
      <vt:lpstr>Dynamic event testing 3</vt:lpstr>
      <vt:lpstr>Dynamic event result 3</vt:lpstr>
      <vt:lpstr>FIDVR in Co-simulation Framework</vt:lpstr>
      <vt:lpstr>FIDVR in Co-simulation Framework</vt:lpstr>
      <vt:lpstr>FIDVR in Co-simulation Framework</vt:lpstr>
      <vt:lpstr>FIDVR in Co-simulation Framework</vt:lpstr>
      <vt:lpstr>Dynamic Transmission-Distribution Co-simulation</vt:lpstr>
      <vt:lpstr>FIDVR in Co-simulation Framework</vt:lpstr>
      <vt:lpstr>FIDVR in Co-simulation Framework</vt:lpstr>
      <vt:lpstr>FIDVR in Co-simulation Framework</vt:lpstr>
      <vt:lpstr>FIDVR in Co-simulation Framework</vt:lpstr>
      <vt:lpstr>Dynamic Transmission-Distribution Co-simulation</vt:lpstr>
      <vt:lpstr>Appendix  </vt:lpstr>
      <vt:lpstr>FIDVR in Co-simulation Framework</vt:lpstr>
      <vt:lpstr>FIDVR in Co-simulation Framework</vt:lpstr>
      <vt:lpstr>FIDVR in Co-simulation Framework</vt:lpstr>
      <vt:lpstr>Dynamic Transmission-Distribution Co-simulation</vt:lpstr>
      <vt:lpstr>Dynamic Transmission-Distribution Co-simulation</vt:lpstr>
      <vt:lpstr>FIDVR in Co-simulation Framework</vt:lpstr>
      <vt:lpstr>Dynamic Transmission-Distribution Co-simulation</vt:lpstr>
      <vt:lpstr>FIDVR in Co-simulation Framework</vt:lpstr>
      <vt:lpstr>FIDVR in Co-simulation Framework</vt:lpstr>
      <vt:lpstr>Dynamic Transmission-Distribution Co-simulation</vt:lpstr>
      <vt:lpstr>Dynamic Transmission-Distribution Co-simulation</vt:lpstr>
      <vt:lpstr>Dynamic Transmission-Distribution Co-simulation</vt:lpstr>
      <vt:lpstr>Dynamic Transmission-Distribution Co-simulation</vt:lpstr>
    </vt:vector>
  </TitlesOfParts>
  <Company>North Carolina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Theresa Kallal</dc:creator>
  <cp:lastModifiedBy>Teng Wang</cp:lastModifiedBy>
  <cp:revision>144</cp:revision>
  <cp:lastPrinted>2015-07-07T15:34:04Z</cp:lastPrinted>
  <dcterms:created xsi:type="dcterms:W3CDTF">2017-01-04T19:14:42Z</dcterms:created>
  <dcterms:modified xsi:type="dcterms:W3CDTF">2026-04-28T23:22:24Z</dcterms:modified>
</cp:coreProperties>
</file>