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  <p:sldMasterId id="2147483664" r:id="rId2"/>
  </p:sldMasterIdLst>
  <p:notesMasterIdLst>
    <p:notesMasterId r:id="rId24"/>
  </p:notesMasterIdLst>
  <p:sldIdLst>
    <p:sldId id="482" r:id="rId3"/>
    <p:sldId id="1021" r:id="rId4"/>
    <p:sldId id="516" r:id="rId5"/>
    <p:sldId id="524" r:id="rId6"/>
    <p:sldId id="517" r:id="rId7"/>
    <p:sldId id="519" r:id="rId8"/>
    <p:sldId id="528" r:id="rId9"/>
    <p:sldId id="531" r:id="rId10"/>
    <p:sldId id="508" r:id="rId11"/>
    <p:sldId id="521" r:id="rId12"/>
    <p:sldId id="536" r:id="rId13"/>
    <p:sldId id="540" r:id="rId14"/>
    <p:sldId id="538" r:id="rId15"/>
    <p:sldId id="537" r:id="rId16"/>
    <p:sldId id="539" r:id="rId17"/>
    <p:sldId id="533" r:id="rId18"/>
    <p:sldId id="513" r:id="rId19"/>
    <p:sldId id="541" r:id="rId20"/>
    <p:sldId id="489" r:id="rId21"/>
    <p:sldId id="535" r:id="rId22"/>
    <p:sldId id="532" r:id="rId23"/>
  </p:sldIdLst>
  <p:sldSz cx="12192000" cy="6858000"/>
  <p:notesSz cx="7315200" cy="9601200"/>
  <p:defaultTextStyle>
    <a:defPPr>
      <a:defRPr lang="en-US"/>
    </a:defPPr>
    <a:lvl1pPr marL="0" algn="l" defTabSz="9120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6029" algn="l" defTabSz="9120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2051" algn="l" defTabSz="9120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68077" algn="l" defTabSz="9120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4101" algn="l" defTabSz="9120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0126" algn="l" defTabSz="9120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36151" algn="l" defTabSz="9120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2178" algn="l" defTabSz="9120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48201" algn="l" defTabSz="9120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FFD347"/>
    <a:srgbClr val="B9A35D"/>
    <a:srgbClr val="005295"/>
    <a:srgbClr val="0A40EC"/>
    <a:srgbClr val="3333FF"/>
    <a:srgbClr val="0A36AF"/>
    <a:srgbClr val="1436AF"/>
    <a:srgbClr val="1936AF"/>
    <a:srgbClr val="1B39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4A15F0-9A73-44B2-A1F2-91F79C4B308A}" v="1635" dt="2026-05-13T00:52:41.37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74" autoAdjust="0"/>
    <p:restoredTop sz="96121" autoAdjust="0"/>
  </p:normalViewPr>
  <p:slideViewPr>
    <p:cSldViewPr>
      <p:cViewPr varScale="1">
        <p:scale>
          <a:sx n="111" d="100"/>
          <a:sy n="111" d="100"/>
        </p:scale>
        <p:origin x="138" y="103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ng Wang" userId="18a8d83a-d360-47a3-91f7-533eefe1d157" providerId="ADAL" clId="{0D6A0893-A4C3-4472-A40B-1F08EA46D4AE}"/>
    <pc:docChg chg="undo custSel addSld delSld modSld sldOrd delMainMaster">
      <pc:chgData name="Teng Wang" userId="18a8d83a-d360-47a3-91f7-533eefe1d157" providerId="ADAL" clId="{0D6A0893-A4C3-4472-A40B-1F08EA46D4AE}" dt="2026-05-13T00:53:39.086" v="33227" actId="47"/>
      <pc:docMkLst>
        <pc:docMk/>
      </pc:docMkLst>
      <pc:sldChg chg="modSp add mod ord">
        <pc:chgData name="Teng Wang" userId="18a8d83a-d360-47a3-91f7-533eefe1d157" providerId="ADAL" clId="{0D6A0893-A4C3-4472-A40B-1F08EA46D4AE}" dt="2026-05-12T02:13:49.652" v="27203" actId="20577"/>
        <pc:sldMkLst>
          <pc:docMk/>
          <pc:sldMk cId="894406120" sldId="482"/>
        </pc:sldMkLst>
        <pc:spChg chg="mod">
          <ac:chgData name="Teng Wang" userId="18a8d83a-d360-47a3-91f7-533eefe1d157" providerId="ADAL" clId="{0D6A0893-A4C3-4472-A40B-1F08EA46D4AE}" dt="2026-05-12T02:13:49.652" v="27203" actId="20577"/>
          <ac:spMkLst>
            <pc:docMk/>
            <pc:sldMk cId="894406120" sldId="482"/>
            <ac:spMk id="3" creationId="{81B1CE47-B8BF-8A1C-7305-A639D91062EA}"/>
          </ac:spMkLst>
        </pc:spChg>
      </pc:sldChg>
      <pc:sldChg chg="addSp delSp modSp add del mod ord">
        <pc:chgData name="Teng Wang" userId="18a8d83a-d360-47a3-91f7-533eefe1d157" providerId="ADAL" clId="{0D6A0893-A4C3-4472-A40B-1F08EA46D4AE}" dt="2026-05-12T02:05:33.223" v="27196" actId="2696"/>
        <pc:sldMkLst>
          <pc:docMk/>
          <pc:sldMk cId="73410061" sldId="508"/>
        </pc:sldMkLst>
      </pc:sldChg>
      <pc:sldChg chg="delSp add del mod ord">
        <pc:chgData name="Teng Wang" userId="18a8d83a-d360-47a3-91f7-533eefe1d157" providerId="ADAL" clId="{0D6A0893-A4C3-4472-A40B-1F08EA46D4AE}" dt="2026-05-12T23:20:22.918" v="31584" actId="2696"/>
        <pc:sldMkLst>
          <pc:docMk/>
          <pc:sldMk cId="476952851" sldId="508"/>
        </pc:sldMkLst>
        <pc:spChg chg="del">
          <ac:chgData name="Teng Wang" userId="18a8d83a-d360-47a3-91f7-533eefe1d157" providerId="ADAL" clId="{0D6A0893-A4C3-4472-A40B-1F08EA46D4AE}" dt="2026-05-12T16:42:52.891" v="28004" actId="478"/>
          <ac:spMkLst>
            <pc:docMk/>
            <pc:sldMk cId="476952851" sldId="508"/>
            <ac:spMk id="8" creationId="{ED78FBB8-2CDD-CB62-1513-B6B42D19BE99}"/>
          </ac:spMkLst>
        </pc:spChg>
        <pc:spChg chg="del">
          <ac:chgData name="Teng Wang" userId="18a8d83a-d360-47a3-91f7-533eefe1d157" providerId="ADAL" clId="{0D6A0893-A4C3-4472-A40B-1F08EA46D4AE}" dt="2026-05-12T16:42:53.868" v="28005" actId="478"/>
          <ac:spMkLst>
            <pc:docMk/>
            <pc:sldMk cId="476952851" sldId="508"/>
            <ac:spMk id="18" creationId="{2EEB39E5-0300-768C-E173-218020CBBFB8}"/>
          </ac:spMkLst>
        </pc:spChg>
        <pc:spChg chg="del">
          <ac:chgData name="Teng Wang" userId="18a8d83a-d360-47a3-91f7-533eefe1d157" providerId="ADAL" clId="{0D6A0893-A4C3-4472-A40B-1F08EA46D4AE}" dt="2026-05-12T19:38:39.663" v="29527" actId="478"/>
          <ac:spMkLst>
            <pc:docMk/>
            <pc:sldMk cId="476952851" sldId="508"/>
            <ac:spMk id="24" creationId="{34CCAEA5-FBAF-A010-876E-162D5EAB3D17}"/>
          </ac:spMkLst>
        </pc:spChg>
        <pc:picChg chg="del">
          <ac:chgData name="Teng Wang" userId="18a8d83a-d360-47a3-91f7-533eefe1d157" providerId="ADAL" clId="{0D6A0893-A4C3-4472-A40B-1F08EA46D4AE}" dt="2026-05-12T16:42:51.323" v="28002" actId="478"/>
          <ac:picMkLst>
            <pc:docMk/>
            <pc:sldMk cId="476952851" sldId="508"/>
            <ac:picMk id="21" creationId="{07E6191C-9257-C6E6-DF1D-284B331F33DE}"/>
          </ac:picMkLst>
        </pc:picChg>
        <pc:picChg chg="del">
          <ac:chgData name="Teng Wang" userId="18a8d83a-d360-47a3-91f7-533eefe1d157" providerId="ADAL" clId="{0D6A0893-A4C3-4472-A40B-1F08EA46D4AE}" dt="2026-05-12T16:42:51.744" v="28003" actId="478"/>
          <ac:picMkLst>
            <pc:docMk/>
            <pc:sldMk cId="476952851" sldId="508"/>
            <ac:picMk id="23" creationId="{E0C0248C-3078-464D-2990-EE2EB2996FFF}"/>
          </ac:picMkLst>
        </pc:picChg>
      </pc:sldChg>
      <pc:sldChg chg="add del">
        <pc:chgData name="Teng Wang" userId="18a8d83a-d360-47a3-91f7-533eefe1d157" providerId="ADAL" clId="{0D6A0893-A4C3-4472-A40B-1F08EA46D4AE}" dt="2026-05-12T02:05:36.091" v="27198"/>
        <pc:sldMkLst>
          <pc:docMk/>
          <pc:sldMk cId="2210128815" sldId="508"/>
        </pc:sldMkLst>
      </pc:sldChg>
      <pc:sldChg chg="addSp delSp modSp add mod">
        <pc:chgData name="Teng Wang" userId="18a8d83a-d360-47a3-91f7-533eefe1d157" providerId="ADAL" clId="{0D6A0893-A4C3-4472-A40B-1F08EA46D4AE}" dt="2026-05-13T00:53:09.573" v="33223" actId="14100"/>
        <pc:sldMkLst>
          <pc:docMk/>
          <pc:sldMk cId="3930898152" sldId="508"/>
        </pc:sldMkLst>
        <pc:spChg chg="mod">
          <ac:chgData name="Teng Wang" userId="18a8d83a-d360-47a3-91f7-533eefe1d157" providerId="ADAL" clId="{0D6A0893-A4C3-4472-A40B-1F08EA46D4AE}" dt="2026-05-12T23:20:47.971" v="31605" actId="20577"/>
          <ac:spMkLst>
            <pc:docMk/>
            <pc:sldMk cId="3930898152" sldId="508"/>
            <ac:spMk id="2" creationId="{6881D873-32FB-0159-7C32-5F090211AA5D}"/>
          </ac:spMkLst>
        </pc:spChg>
        <pc:spChg chg="add del mod">
          <ac:chgData name="Teng Wang" userId="18a8d83a-d360-47a3-91f7-533eefe1d157" providerId="ADAL" clId="{0D6A0893-A4C3-4472-A40B-1F08EA46D4AE}" dt="2026-05-12T23:47:10.549" v="32327" actId="478"/>
          <ac:spMkLst>
            <pc:docMk/>
            <pc:sldMk cId="3930898152" sldId="508"/>
            <ac:spMk id="3" creationId="{C3144D47-E8D5-7BCE-54C4-EDB8CEAF98A3}"/>
          </ac:spMkLst>
        </pc:spChg>
        <pc:spChg chg="add mod">
          <ac:chgData name="Teng Wang" userId="18a8d83a-d360-47a3-91f7-533eefe1d157" providerId="ADAL" clId="{0D6A0893-A4C3-4472-A40B-1F08EA46D4AE}" dt="2026-05-13T00:53:09.573" v="33223" actId="14100"/>
          <ac:spMkLst>
            <pc:docMk/>
            <pc:sldMk cId="3930898152" sldId="508"/>
            <ac:spMk id="5" creationId="{C39E2022-E0BB-3AD4-008A-2903B7066766}"/>
          </ac:spMkLst>
        </pc:spChg>
        <pc:spChg chg="add mod">
          <ac:chgData name="Teng Wang" userId="18a8d83a-d360-47a3-91f7-533eefe1d157" providerId="ADAL" clId="{0D6A0893-A4C3-4472-A40B-1F08EA46D4AE}" dt="2026-05-13T00:52:41.372" v="33221" actId="20577"/>
          <ac:spMkLst>
            <pc:docMk/>
            <pc:sldMk cId="3930898152" sldId="508"/>
            <ac:spMk id="7" creationId="{C508560D-5A57-D7D4-24D2-C9F783802294}"/>
          </ac:spMkLst>
        </pc:spChg>
        <pc:spChg chg="add del">
          <ac:chgData name="Teng Wang" userId="18a8d83a-d360-47a3-91f7-533eefe1d157" providerId="ADAL" clId="{0D6A0893-A4C3-4472-A40B-1F08EA46D4AE}" dt="2026-05-13T00:09:03.965" v="32595" actId="11529"/>
          <ac:spMkLst>
            <pc:docMk/>
            <pc:sldMk cId="3930898152" sldId="508"/>
            <ac:spMk id="8" creationId="{DB0F8D1C-AB22-A6FD-7916-CB89E5774D28}"/>
          </ac:spMkLst>
        </pc:spChg>
        <pc:spChg chg="add del mod">
          <ac:chgData name="Teng Wang" userId="18a8d83a-d360-47a3-91f7-533eefe1d157" providerId="ADAL" clId="{0D6A0893-A4C3-4472-A40B-1F08EA46D4AE}" dt="2026-05-13T00:10:28.610" v="32603" actId="478"/>
          <ac:spMkLst>
            <pc:docMk/>
            <pc:sldMk cId="3930898152" sldId="508"/>
            <ac:spMk id="9" creationId="{61D95052-06E8-A48E-3725-B79DBA8EE665}"/>
          </ac:spMkLst>
        </pc:spChg>
        <pc:spChg chg="add del mod">
          <ac:chgData name="Teng Wang" userId="18a8d83a-d360-47a3-91f7-533eefe1d157" providerId="ADAL" clId="{0D6A0893-A4C3-4472-A40B-1F08EA46D4AE}" dt="2026-05-13T00:10:28.243" v="32602" actId="478"/>
          <ac:spMkLst>
            <pc:docMk/>
            <pc:sldMk cId="3930898152" sldId="508"/>
            <ac:spMk id="10" creationId="{31D1EEAC-E957-790D-F247-A958E9CA1654}"/>
          </ac:spMkLst>
        </pc:spChg>
        <pc:spChg chg="add mod">
          <ac:chgData name="Teng Wang" userId="18a8d83a-d360-47a3-91f7-533eefe1d157" providerId="ADAL" clId="{0D6A0893-A4C3-4472-A40B-1F08EA46D4AE}" dt="2026-05-13T00:17:43.538" v="32613" actId="207"/>
          <ac:spMkLst>
            <pc:docMk/>
            <pc:sldMk cId="3930898152" sldId="508"/>
            <ac:spMk id="11" creationId="{C35C912A-ECD6-9BA1-A768-2437478F01D5}"/>
          </ac:spMkLst>
        </pc:spChg>
        <pc:spChg chg="add mod">
          <ac:chgData name="Teng Wang" userId="18a8d83a-d360-47a3-91f7-533eefe1d157" providerId="ADAL" clId="{0D6A0893-A4C3-4472-A40B-1F08EA46D4AE}" dt="2026-05-13T00:17:49.626" v="32614" actId="207"/>
          <ac:spMkLst>
            <pc:docMk/>
            <pc:sldMk cId="3930898152" sldId="508"/>
            <ac:spMk id="12" creationId="{C02BC1C1-268A-FEE4-1274-F147CEA11BDE}"/>
          </ac:spMkLst>
        </pc:spChg>
        <pc:spChg chg="add mod">
          <ac:chgData name="Teng Wang" userId="18a8d83a-d360-47a3-91f7-533eefe1d157" providerId="ADAL" clId="{0D6A0893-A4C3-4472-A40B-1F08EA46D4AE}" dt="2026-05-13T00:47:43.930" v="32966" actId="1038"/>
          <ac:spMkLst>
            <pc:docMk/>
            <pc:sldMk cId="3930898152" sldId="508"/>
            <ac:spMk id="15" creationId="{5412BED5-8CDB-2B84-54C2-BB0B487859A9}"/>
          </ac:spMkLst>
        </pc:spChg>
        <pc:spChg chg="add mod">
          <ac:chgData name="Teng Wang" userId="18a8d83a-d360-47a3-91f7-533eefe1d157" providerId="ADAL" clId="{0D6A0893-A4C3-4472-A40B-1F08EA46D4AE}" dt="2026-05-13T00:47:43.930" v="32966" actId="1038"/>
          <ac:spMkLst>
            <pc:docMk/>
            <pc:sldMk cId="3930898152" sldId="508"/>
            <ac:spMk id="17" creationId="{67D9578F-667E-8BF3-69DA-2123F99734D6}"/>
          </ac:spMkLst>
        </pc:spChg>
        <pc:spChg chg="add mod">
          <ac:chgData name="Teng Wang" userId="18a8d83a-d360-47a3-91f7-533eefe1d157" providerId="ADAL" clId="{0D6A0893-A4C3-4472-A40B-1F08EA46D4AE}" dt="2026-05-13T00:47:43.930" v="32966" actId="1038"/>
          <ac:spMkLst>
            <pc:docMk/>
            <pc:sldMk cId="3930898152" sldId="508"/>
            <ac:spMk id="18" creationId="{B24ECFC5-C4C0-E20F-EC91-86FBE1342304}"/>
          </ac:spMkLst>
        </pc:spChg>
        <pc:spChg chg="add mod">
          <ac:chgData name="Teng Wang" userId="18a8d83a-d360-47a3-91f7-533eefe1d157" providerId="ADAL" clId="{0D6A0893-A4C3-4472-A40B-1F08EA46D4AE}" dt="2026-05-13T00:47:43.930" v="32966" actId="1038"/>
          <ac:spMkLst>
            <pc:docMk/>
            <pc:sldMk cId="3930898152" sldId="508"/>
            <ac:spMk id="19" creationId="{111A9E53-1D1B-0568-2BE1-8200F4A66D0F}"/>
          </ac:spMkLst>
        </pc:spChg>
        <pc:spChg chg="add mod">
          <ac:chgData name="Teng Wang" userId="18a8d83a-d360-47a3-91f7-533eefe1d157" providerId="ADAL" clId="{0D6A0893-A4C3-4472-A40B-1F08EA46D4AE}" dt="2026-05-13T00:47:48.783" v="32973" actId="1037"/>
          <ac:spMkLst>
            <pc:docMk/>
            <pc:sldMk cId="3930898152" sldId="508"/>
            <ac:spMk id="21" creationId="{D8E95C2F-BEE7-E9D4-885F-D2D9DA04239F}"/>
          </ac:spMkLst>
        </pc:spChg>
        <pc:spChg chg="add mod">
          <ac:chgData name="Teng Wang" userId="18a8d83a-d360-47a3-91f7-533eefe1d157" providerId="ADAL" clId="{0D6A0893-A4C3-4472-A40B-1F08EA46D4AE}" dt="2026-05-13T00:47:18.146" v="32944" actId="1038"/>
          <ac:spMkLst>
            <pc:docMk/>
            <pc:sldMk cId="3930898152" sldId="508"/>
            <ac:spMk id="22" creationId="{071BC0E6-5FB0-55D5-ABC8-279A03C68FA6}"/>
          </ac:spMkLst>
        </pc:spChg>
        <pc:spChg chg="add mod">
          <ac:chgData name="Teng Wang" userId="18a8d83a-d360-47a3-91f7-533eefe1d157" providerId="ADAL" clId="{0D6A0893-A4C3-4472-A40B-1F08EA46D4AE}" dt="2026-05-13T00:49:18.979" v="33045" actId="14100"/>
          <ac:spMkLst>
            <pc:docMk/>
            <pc:sldMk cId="3930898152" sldId="508"/>
            <ac:spMk id="23" creationId="{1BC50560-4659-EE09-0512-7A26B647F965}"/>
          </ac:spMkLst>
        </pc:spChg>
        <pc:spChg chg="add mod">
          <ac:chgData name="Teng Wang" userId="18a8d83a-d360-47a3-91f7-533eefe1d157" providerId="ADAL" clId="{0D6A0893-A4C3-4472-A40B-1F08EA46D4AE}" dt="2026-05-13T00:47:18.146" v="32944" actId="1038"/>
          <ac:spMkLst>
            <pc:docMk/>
            <pc:sldMk cId="3930898152" sldId="508"/>
            <ac:spMk id="24" creationId="{E9B1770B-6A24-A9DF-A572-A476162A341F}"/>
          </ac:spMkLst>
        </pc:spChg>
        <pc:spChg chg="add mod">
          <ac:chgData name="Teng Wang" userId="18a8d83a-d360-47a3-91f7-533eefe1d157" providerId="ADAL" clId="{0D6A0893-A4C3-4472-A40B-1F08EA46D4AE}" dt="2026-05-13T00:47:18.146" v="32944" actId="1038"/>
          <ac:spMkLst>
            <pc:docMk/>
            <pc:sldMk cId="3930898152" sldId="508"/>
            <ac:spMk id="31" creationId="{0FE69D7A-B096-91A0-CB6F-7F3DAAD3401E}"/>
          </ac:spMkLst>
        </pc:spChg>
        <pc:spChg chg="add mod">
          <ac:chgData name="Teng Wang" userId="18a8d83a-d360-47a3-91f7-533eefe1d157" providerId="ADAL" clId="{0D6A0893-A4C3-4472-A40B-1F08EA46D4AE}" dt="2026-05-13T00:47:18.146" v="32944" actId="1038"/>
          <ac:spMkLst>
            <pc:docMk/>
            <pc:sldMk cId="3930898152" sldId="508"/>
            <ac:spMk id="32" creationId="{F5B27195-2E3E-16C7-4737-0368D33FE0D3}"/>
          </ac:spMkLst>
        </pc:spChg>
        <pc:spChg chg="add mod">
          <ac:chgData name="Teng Wang" userId="18a8d83a-d360-47a3-91f7-533eefe1d157" providerId="ADAL" clId="{0D6A0893-A4C3-4472-A40B-1F08EA46D4AE}" dt="2026-05-13T00:49:08.511" v="33040" actId="1076"/>
          <ac:spMkLst>
            <pc:docMk/>
            <pc:sldMk cId="3930898152" sldId="508"/>
            <ac:spMk id="33" creationId="{8F552204-F4C2-6FAC-7506-13E45143DE98}"/>
          </ac:spMkLst>
        </pc:spChg>
        <pc:spChg chg="add mod">
          <ac:chgData name="Teng Wang" userId="18a8d83a-d360-47a3-91f7-533eefe1d157" providerId="ADAL" clId="{0D6A0893-A4C3-4472-A40B-1F08EA46D4AE}" dt="2026-05-13T00:47:18.146" v="32944" actId="1038"/>
          <ac:spMkLst>
            <pc:docMk/>
            <pc:sldMk cId="3930898152" sldId="508"/>
            <ac:spMk id="34" creationId="{3AA341A7-9202-5651-0920-7B68C2D964DB}"/>
          </ac:spMkLst>
        </pc:spChg>
        <pc:spChg chg="add mod">
          <ac:chgData name="Teng Wang" userId="18a8d83a-d360-47a3-91f7-533eefe1d157" providerId="ADAL" clId="{0D6A0893-A4C3-4472-A40B-1F08EA46D4AE}" dt="2026-05-13T00:47:34.353" v="32960" actId="20577"/>
          <ac:spMkLst>
            <pc:docMk/>
            <pc:sldMk cId="3930898152" sldId="508"/>
            <ac:spMk id="37" creationId="{5B68196A-21E4-9CAE-5885-85CA9A6A5392}"/>
          </ac:spMkLst>
        </pc:spChg>
        <pc:spChg chg="add mod">
          <ac:chgData name="Teng Wang" userId="18a8d83a-d360-47a3-91f7-533eefe1d157" providerId="ADAL" clId="{0D6A0893-A4C3-4472-A40B-1F08EA46D4AE}" dt="2026-05-13T00:52:11.603" v="33203" actId="20577"/>
          <ac:spMkLst>
            <pc:docMk/>
            <pc:sldMk cId="3930898152" sldId="508"/>
            <ac:spMk id="38" creationId="{92E2CE1B-E3FE-333C-D2A1-49F9BA91A803}"/>
          </ac:spMkLst>
        </pc:spChg>
        <pc:grpChg chg="add mod">
          <ac:chgData name="Teng Wang" userId="18a8d83a-d360-47a3-91f7-533eefe1d157" providerId="ADAL" clId="{0D6A0893-A4C3-4472-A40B-1F08EA46D4AE}" dt="2026-05-13T00:47:43.930" v="32966" actId="1038"/>
          <ac:grpSpMkLst>
            <pc:docMk/>
            <pc:sldMk cId="3930898152" sldId="508"/>
            <ac:grpSpMk id="13" creationId="{2EAE9758-B85C-974F-77C9-442EECD2C1DD}"/>
          </ac:grpSpMkLst>
        </pc:grpChg>
        <pc:picChg chg="add mod">
          <ac:chgData name="Teng Wang" userId="18a8d83a-d360-47a3-91f7-533eefe1d157" providerId="ADAL" clId="{0D6A0893-A4C3-4472-A40B-1F08EA46D4AE}" dt="2026-05-13T00:44:26.861" v="32868" actId="1076"/>
          <ac:picMkLst>
            <pc:docMk/>
            <pc:sldMk cId="3930898152" sldId="508"/>
            <ac:picMk id="26" creationId="{07856D6C-BE31-1942-B356-7EC80A4B8A8A}"/>
          </ac:picMkLst>
        </pc:picChg>
        <pc:picChg chg="add del mod">
          <ac:chgData name="Teng Wang" userId="18a8d83a-d360-47a3-91f7-533eefe1d157" providerId="ADAL" clId="{0D6A0893-A4C3-4472-A40B-1F08EA46D4AE}" dt="2026-05-13T00:44:00.742" v="32859" actId="931"/>
          <ac:picMkLst>
            <pc:docMk/>
            <pc:sldMk cId="3930898152" sldId="508"/>
            <ac:picMk id="28" creationId="{FC8C0A46-D9BC-640A-FA1F-7F485A710171}"/>
          </ac:picMkLst>
        </pc:picChg>
        <pc:picChg chg="add mod">
          <ac:chgData name="Teng Wang" userId="18a8d83a-d360-47a3-91f7-533eefe1d157" providerId="ADAL" clId="{0D6A0893-A4C3-4472-A40B-1F08EA46D4AE}" dt="2026-05-13T00:44:15.065" v="32863" actId="1076"/>
          <ac:picMkLst>
            <pc:docMk/>
            <pc:sldMk cId="3930898152" sldId="508"/>
            <ac:picMk id="30" creationId="{608729C8-A8E0-0FEC-C6E6-C5EAFC069210}"/>
          </ac:picMkLst>
        </pc:picChg>
        <pc:picChg chg="add mod">
          <ac:chgData name="Teng Wang" userId="18a8d83a-d360-47a3-91f7-533eefe1d157" providerId="ADAL" clId="{0D6A0893-A4C3-4472-A40B-1F08EA46D4AE}" dt="2026-05-13T00:47:10.644" v="32936" actId="1076"/>
          <ac:picMkLst>
            <pc:docMk/>
            <pc:sldMk cId="3930898152" sldId="508"/>
            <ac:picMk id="36" creationId="{F951FAFF-109B-B899-BB1B-5A5E7786A244}"/>
          </ac:picMkLst>
        </pc:picChg>
      </pc:sldChg>
      <pc:sldChg chg="add del">
        <pc:chgData name="Teng Wang" userId="18a8d83a-d360-47a3-91f7-533eefe1d157" providerId="ADAL" clId="{0D6A0893-A4C3-4472-A40B-1F08EA46D4AE}" dt="2026-05-12T02:04:58.761" v="27194" actId="47"/>
        <pc:sldMkLst>
          <pc:docMk/>
          <pc:sldMk cId="1356079357" sldId="509"/>
        </pc:sldMkLst>
      </pc:sldChg>
      <pc:sldChg chg="add del">
        <pc:chgData name="Teng Wang" userId="18a8d83a-d360-47a3-91f7-533eefe1d157" providerId="ADAL" clId="{0D6A0893-A4C3-4472-A40B-1F08EA46D4AE}" dt="2026-05-12T02:04:58.761" v="27194" actId="47"/>
        <pc:sldMkLst>
          <pc:docMk/>
          <pc:sldMk cId="3976754035" sldId="510"/>
        </pc:sldMkLst>
      </pc:sldChg>
      <pc:sldChg chg="modSp add del mod">
        <pc:chgData name="Teng Wang" userId="18a8d83a-d360-47a3-91f7-533eefe1d157" providerId="ADAL" clId="{0D6A0893-A4C3-4472-A40B-1F08EA46D4AE}" dt="2026-05-12T02:04:58.761" v="27194" actId="47"/>
        <pc:sldMkLst>
          <pc:docMk/>
          <pc:sldMk cId="1052917046" sldId="511"/>
        </pc:sldMkLst>
      </pc:sldChg>
      <pc:sldChg chg="add del">
        <pc:chgData name="Teng Wang" userId="18a8d83a-d360-47a3-91f7-533eefe1d157" providerId="ADAL" clId="{0D6A0893-A4C3-4472-A40B-1F08EA46D4AE}" dt="2026-05-12T02:05:36.091" v="27198"/>
        <pc:sldMkLst>
          <pc:docMk/>
          <pc:sldMk cId="107724211" sldId="512"/>
        </pc:sldMkLst>
      </pc:sldChg>
      <pc:sldChg chg="delSp add del mod">
        <pc:chgData name="Teng Wang" userId="18a8d83a-d360-47a3-91f7-533eefe1d157" providerId="ADAL" clId="{0D6A0893-A4C3-4472-A40B-1F08EA46D4AE}" dt="2026-05-12T23:19:35.496" v="31566" actId="47"/>
        <pc:sldMkLst>
          <pc:docMk/>
          <pc:sldMk cId="3019896749" sldId="512"/>
        </pc:sldMkLst>
        <pc:spChg chg="del">
          <ac:chgData name="Teng Wang" userId="18a8d83a-d360-47a3-91f7-533eefe1d157" providerId="ADAL" clId="{0D6A0893-A4C3-4472-A40B-1F08EA46D4AE}" dt="2026-05-12T19:43:30.822" v="29558" actId="478"/>
          <ac:spMkLst>
            <pc:docMk/>
            <pc:sldMk cId="3019896749" sldId="512"/>
            <ac:spMk id="19" creationId="{8E9DDA2A-79EE-03AB-BDB6-BC48063C544D}"/>
          </ac:spMkLst>
        </pc:spChg>
        <pc:picChg chg="del">
          <ac:chgData name="Teng Wang" userId="18a8d83a-d360-47a3-91f7-533eefe1d157" providerId="ADAL" clId="{0D6A0893-A4C3-4472-A40B-1F08EA46D4AE}" dt="2026-05-12T16:42:46.397" v="27996" actId="478"/>
          <ac:picMkLst>
            <pc:docMk/>
            <pc:sldMk cId="3019896749" sldId="512"/>
            <ac:picMk id="10" creationId="{938E3885-4914-573E-0C23-45DD6B8E9364}"/>
          </ac:picMkLst>
        </pc:picChg>
        <pc:picChg chg="del">
          <ac:chgData name="Teng Wang" userId="18a8d83a-d360-47a3-91f7-533eefe1d157" providerId="ADAL" clId="{0D6A0893-A4C3-4472-A40B-1F08EA46D4AE}" dt="2026-05-12T16:42:45.948" v="27995" actId="478"/>
          <ac:picMkLst>
            <pc:docMk/>
            <pc:sldMk cId="3019896749" sldId="512"/>
            <ac:picMk id="2050" creationId="{58DB7BA4-FD80-AE3F-3BB9-ACF6F2F36B7D}"/>
          </ac:picMkLst>
        </pc:picChg>
      </pc:sldChg>
      <pc:sldChg chg="addSp delSp modSp add del mod ord">
        <pc:chgData name="Teng Wang" userId="18a8d83a-d360-47a3-91f7-533eefe1d157" providerId="ADAL" clId="{0D6A0893-A4C3-4472-A40B-1F08EA46D4AE}" dt="2026-05-12T02:05:33.223" v="27196" actId="2696"/>
        <pc:sldMkLst>
          <pc:docMk/>
          <pc:sldMk cId="3138868887" sldId="512"/>
        </pc:sldMkLst>
      </pc:sldChg>
      <pc:sldChg chg="addSp delSp modSp add del mod ord">
        <pc:chgData name="Teng Wang" userId="18a8d83a-d360-47a3-91f7-533eefe1d157" providerId="ADAL" clId="{0D6A0893-A4C3-4472-A40B-1F08EA46D4AE}" dt="2026-05-12T02:05:33.223" v="27196" actId="2696"/>
        <pc:sldMkLst>
          <pc:docMk/>
          <pc:sldMk cId="1491301050" sldId="513"/>
        </pc:sldMkLst>
      </pc:sldChg>
      <pc:sldChg chg="delSp modSp add mod ord">
        <pc:chgData name="Teng Wang" userId="18a8d83a-d360-47a3-91f7-533eefe1d157" providerId="ADAL" clId="{0D6A0893-A4C3-4472-A40B-1F08EA46D4AE}" dt="2026-05-13T00:53:28.065" v="33225" actId="478"/>
        <pc:sldMkLst>
          <pc:docMk/>
          <pc:sldMk cId="3334377431" sldId="513"/>
        </pc:sldMkLst>
        <pc:spChg chg="mod">
          <ac:chgData name="Teng Wang" userId="18a8d83a-d360-47a3-91f7-533eefe1d157" providerId="ADAL" clId="{0D6A0893-A4C3-4472-A40B-1F08EA46D4AE}" dt="2026-05-12T18:25:12.697" v="28663" actId="20577"/>
          <ac:spMkLst>
            <pc:docMk/>
            <pc:sldMk cId="3334377431" sldId="513"/>
            <ac:spMk id="2" creationId="{2B64AA01-2AF9-FE44-27E8-46F0BC3A86D6}"/>
          </ac:spMkLst>
        </pc:spChg>
        <pc:spChg chg="del">
          <ac:chgData name="Teng Wang" userId="18a8d83a-d360-47a3-91f7-533eefe1d157" providerId="ADAL" clId="{0D6A0893-A4C3-4472-A40B-1F08EA46D4AE}" dt="2026-05-12T16:42:50.448" v="28001" actId="478"/>
          <ac:spMkLst>
            <pc:docMk/>
            <pc:sldMk cId="3334377431" sldId="513"/>
            <ac:spMk id="6" creationId="{C40B4FE1-5DE4-ACFE-BB5E-0D02731E0EDF}"/>
          </ac:spMkLst>
        </pc:spChg>
        <pc:spChg chg="del">
          <ac:chgData name="Teng Wang" userId="18a8d83a-d360-47a3-91f7-533eefe1d157" providerId="ADAL" clId="{0D6A0893-A4C3-4472-A40B-1F08EA46D4AE}" dt="2026-05-12T16:42:49.692" v="28000" actId="478"/>
          <ac:spMkLst>
            <pc:docMk/>
            <pc:sldMk cId="3334377431" sldId="513"/>
            <ac:spMk id="9" creationId="{DF3BBA3E-D11E-CC9B-194F-A5B77E21B260}"/>
          </ac:spMkLst>
        </pc:spChg>
        <pc:spChg chg="del">
          <ac:chgData name="Teng Wang" userId="18a8d83a-d360-47a3-91f7-533eefe1d157" providerId="ADAL" clId="{0D6A0893-A4C3-4472-A40B-1F08EA46D4AE}" dt="2026-05-13T00:53:28.065" v="33225" actId="478"/>
          <ac:spMkLst>
            <pc:docMk/>
            <pc:sldMk cId="3334377431" sldId="513"/>
            <ac:spMk id="13" creationId="{E24F4E9C-8D04-680C-5FB5-ABDDF73CB2F2}"/>
          </ac:spMkLst>
        </pc:spChg>
        <pc:spChg chg="del">
          <ac:chgData name="Teng Wang" userId="18a8d83a-d360-47a3-91f7-533eefe1d157" providerId="ADAL" clId="{0D6A0893-A4C3-4472-A40B-1F08EA46D4AE}" dt="2026-05-13T00:53:26.027" v="33224" actId="478"/>
          <ac:spMkLst>
            <pc:docMk/>
            <pc:sldMk cId="3334377431" sldId="513"/>
            <ac:spMk id="17" creationId="{B69A6EE5-ED2F-1ACC-F86A-CFD092E15451}"/>
          </ac:spMkLst>
        </pc:spChg>
        <pc:picChg chg="del">
          <ac:chgData name="Teng Wang" userId="18a8d83a-d360-47a3-91f7-533eefe1d157" providerId="ADAL" clId="{0D6A0893-A4C3-4472-A40B-1F08EA46D4AE}" dt="2026-05-12T16:42:47.945" v="27998" actId="478"/>
          <ac:picMkLst>
            <pc:docMk/>
            <pc:sldMk cId="3334377431" sldId="513"/>
            <ac:picMk id="10" creationId="{91DB5CC2-F28E-AB66-A8B0-A907E1A78ADE}"/>
          </ac:picMkLst>
        </pc:picChg>
        <pc:picChg chg="del">
          <ac:chgData name="Teng Wang" userId="18a8d83a-d360-47a3-91f7-533eefe1d157" providerId="ADAL" clId="{0D6A0893-A4C3-4472-A40B-1F08EA46D4AE}" dt="2026-05-12T16:42:47.526" v="27997" actId="478"/>
          <ac:picMkLst>
            <pc:docMk/>
            <pc:sldMk cId="3334377431" sldId="513"/>
            <ac:picMk id="2050" creationId="{E512B2F1-0924-2332-1B12-55FCC50354F5}"/>
          </ac:picMkLst>
        </pc:picChg>
        <pc:cxnChg chg="del mod">
          <ac:chgData name="Teng Wang" userId="18a8d83a-d360-47a3-91f7-533eefe1d157" providerId="ADAL" clId="{0D6A0893-A4C3-4472-A40B-1F08EA46D4AE}" dt="2026-05-12T16:42:48.852" v="27999" actId="478"/>
          <ac:cxnSpMkLst>
            <pc:docMk/>
            <pc:sldMk cId="3334377431" sldId="513"/>
            <ac:cxnSpMk id="8" creationId="{665F8163-2C74-2FE6-069E-0B2DED1023DE}"/>
          </ac:cxnSpMkLst>
        </pc:cxnChg>
      </pc:sldChg>
      <pc:sldChg chg="add del">
        <pc:chgData name="Teng Wang" userId="18a8d83a-d360-47a3-91f7-533eefe1d157" providerId="ADAL" clId="{0D6A0893-A4C3-4472-A40B-1F08EA46D4AE}" dt="2026-05-12T02:05:36.091" v="27198"/>
        <pc:sldMkLst>
          <pc:docMk/>
          <pc:sldMk cId="4047773058" sldId="513"/>
        </pc:sldMkLst>
      </pc:sldChg>
      <pc:sldChg chg="addSp delSp modSp add del mod ord">
        <pc:chgData name="Teng Wang" userId="18a8d83a-d360-47a3-91f7-533eefe1d157" providerId="ADAL" clId="{0D6A0893-A4C3-4472-A40B-1F08EA46D4AE}" dt="2026-05-12T02:05:07.910" v="27195" actId="47"/>
        <pc:sldMkLst>
          <pc:docMk/>
          <pc:sldMk cId="2072582026" sldId="514"/>
        </pc:sldMkLst>
      </pc:sldChg>
      <pc:sldChg chg="addSp delSp modSp add del mod ord">
        <pc:chgData name="Teng Wang" userId="18a8d83a-d360-47a3-91f7-533eefe1d157" providerId="ADAL" clId="{0D6A0893-A4C3-4472-A40B-1F08EA46D4AE}" dt="2026-05-12T02:05:33.223" v="27196" actId="2696"/>
        <pc:sldMkLst>
          <pc:docMk/>
          <pc:sldMk cId="1806771248" sldId="515"/>
        </pc:sldMkLst>
      </pc:sldChg>
      <pc:sldChg chg="add del">
        <pc:chgData name="Teng Wang" userId="18a8d83a-d360-47a3-91f7-533eefe1d157" providerId="ADAL" clId="{0D6A0893-A4C3-4472-A40B-1F08EA46D4AE}" dt="2026-05-12T02:05:36.091" v="27198"/>
        <pc:sldMkLst>
          <pc:docMk/>
          <pc:sldMk cId="3540175888" sldId="515"/>
        </pc:sldMkLst>
      </pc:sldChg>
      <pc:sldChg chg="delSp modSp add del mod ord">
        <pc:chgData name="Teng Wang" userId="18a8d83a-d360-47a3-91f7-533eefe1d157" providerId="ADAL" clId="{0D6A0893-A4C3-4472-A40B-1F08EA46D4AE}" dt="2026-05-12T23:19:36.638" v="31567" actId="47"/>
        <pc:sldMkLst>
          <pc:docMk/>
          <pc:sldMk cId="4047236521" sldId="515"/>
        </pc:sldMkLst>
        <pc:spChg chg="del">
          <ac:chgData name="Teng Wang" userId="18a8d83a-d360-47a3-91f7-533eefe1d157" providerId="ADAL" clId="{0D6A0893-A4C3-4472-A40B-1F08EA46D4AE}" dt="2026-05-12T16:51:01.964" v="28020" actId="478"/>
          <ac:spMkLst>
            <pc:docMk/>
            <pc:sldMk cId="4047236521" sldId="515"/>
            <ac:spMk id="8" creationId="{1FED4F94-4462-5A3D-2D29-2EBE680DFE0D}"/>
          </ac:spMkLst>
        </pc:spChg>
        <pc:spChg chg="del">
          <ac:chgData name="Teng Wang" userId="18a8d83a-d360-47a3-91f7-533eefe1d157" providerId="ADAL" clId="{0D6A0893-A4C3-4472-A40B-1F08EA46D4AE}" dt="2026-05-12T16:51:03.568" v="28022" actId="478"/>
          <ac:spMkLst>
            <pc:docMk/>
            <pc:sldMk cId="4047236521" sldId="515"/>
            <ac:spMk id="9" creationId="{3B211800-535F-677C-8BB7-CA1BEE920912}"/>
          </ac:spMkLst>
        </pc:spChg>
        <pc:spChg chg="del">
          <ac:chgData name="Teng Wang" userId="18a8d83a-d360-47a3-91f7-533eefe1d157" providerId="ADAL" clId="{0D6A0893-A4C3-4472-A40B-1F08EA46D4AE}" dt="2026-05-12T16:51:01.498" v="28019" actId="478"/>
          <ac:spMkLst>
            <pc:docMk/>
            <pc:sldMk cId="4047236521" sldId="515"/>
            <ac:spMk id="11" creationId="{1359D62F-97F0-CAA9-16C3-03227E94D25E}"/>
          </ac:spMkLst>
        </pc:spChg>
        <pc:spChg chg="del">
          <ac:chgData name="Teng Wang" userId="18a8d83a-d360-47a3-91f7-533eefe1d157" providerId="ADAL" clId="{0D6A0893-A4C3-4472-A40B-1F08EA46D4AE}" dt="2026-05-12T16:51:04.347" v="28023" actId="478"/>
          <ac:spMkLst>
            <pc:docMk/>
            <pc:sldMk cId="4047236521" sldId="515"/>
            <ac:spMk id="16" creationId="{15ECD008-CA6B-9818-D8FC-74F0A24D252F}"/>
          </ac:spMkLst>
        </pc:spChg>
        <pc:picChg chg="del">
          <ac:chgData name="Teng Wang" userId="18a8d83a-d360-47a3-91f7-533eefe1d157" providerId="ADAL" clId="{0D6A0893-A4C3-4472-A40B-1F08EA46D4AE}" dt="2026-05-12T16:51:00.998" v="28018" actId="478"/>
          <ac:picMkLst>
            <pc:docMk/>
            <pc:sldMk cId="4047236521" sldId="515"/>
            <ac:picMk id="7" creationId="{78048641-6F8B-3D50-0C96-130D67915A47}"/>
          </ac:picMkLst>
        </pc:picChg>
        <pc:picChg chg="del">
          <ac:chgData name="Teng Wang" userId="18a8d83a-d360-47a3-91f7-533eefe1d157" providerId="ADAL" clId="{0D6A0893-A4C3-4472-A40B-1F08EA46D4AE}" dt="2026-05-12T16:51:00.537" v="28017" actId="478"/>
          <ac:picMkLst>
            <pc:docMk/>
            <pc:sldMk cId="4047236521" sldId="515"/>
            <ac:picMk id="2050" creationId="{62C5077F-0691-4A64-834E-315E8648DA28}"/>
          </ac:picMkLst>
        </pc:picChg>
        <pc:cxnChg chg="del mod">
          <ac:chgData name="Teng Wang" userId="18a8d83a-d360-47a3-91f7-533eefe1d157" providerId="ADAL" clId="{0D6A0893-A4C3-4472-A40B-1F08EA46D4AE}" dt="2026-05-12T16:51:02.498" v="28021" actId="478"/>
          <ac:cxnSpMkLst>
            <pc:docMk/>
            <pc:sldMk cId="4047236521" sldId="515"/>
            <ac:cxnSpMk id="14" creationId="{86B6F4CA-4AFA-9A75-9F2D-095ABBFF60EF}"/>
          </ac:cxnSpMkLst>
        </pc:cxnChg>
      </pc:sldChg>
      <pc:sldChg chg="add del">
        <pc:chgData name="Teng Wang" userId="18a8d83a-d360-47a3-91f7-533eefe1d157" providerId="ADAL" clId="{0D6A0893-A4C3-4472-A40B-1F08EA46D4AE}" dt="2026-05-12T02:05:36.091" v="27198"/>
        <pc:sldMkLst>
          <pc:docMk/>
          <pc:sldMk cId="2145140270" sldId="516"/>
        </pc:sldMkLst>
      </pc:sldChg>
      <pc:sldChg chg="addSp delSp modSp add del mod ord">
        <pc:chgData name="Teng Wang" userId="18a8d83a-d360-47a3-91f7-533eefe1d157" providerId="ADAL" clId="{0D6A0893-A4C3-4472-A40B-1F08EA46D4AE}" dt="2026-05-12T02:05:33.223" v="27196" actId="2696"/>
        <pc:sldMkLst>
          <pc:docMk/>
          <pc:sldMk cId="3460382218" sldId="516"/>
        </pc:sldMkLst>
      </pc:sldChg>
      <pc:sldChg chg="addSp delSp modSp add mod">
        <pc:chgData name="Teng Wang" userId="18a8d83a-d360-47a3-91f7-533eefe1d157" providerId="ADAL" clId="{0D6A0893-A4C3-4472-A40B-1F08EA46D4AE}" dt="2026-05-12T22:53:40.151" v="31525" actId="20577"/>
        <pc:sldMkLst>
          <pc:docMk/>
          <pc:sldMk cId="3689429320" sldId="516"/>
        </pc:sldMkLst>
        <pc:spChg chg="mod">
          <ac:chgData name="Teng Wang" userId="18a8d83a-d360-47a3-91f7-533eefe1d157" providerId="ADAL" clId="{0D6A0893-A4C3-4472-A40B-1F08EA46D4AE}" dt="2026-05-12T22:53:40.151" v="31525" actId="20577"/>
          <ac:spMkLst>
            <pc:docMk/>
            <pc:sldMk cId="3689429320" sldId="516"/>
            <ac:spMk id="2" creationId="{B76726BE-8F67-879D-8E61-DCDBCB07A442}"/>
          </ac:spMkLst>
        </pc:spChg>
        <pc:spChg chg="del mod">
          <ac:chgData name="Teng Wang" userId="18a8d83a-d360-47a3-91f7-533eefe1d157" providerId="ADAL" clId="{0D6A0893-A4C3-4472-A40B-1F08EA46D4AE}" dt="2026-05-12T22:17:08.163" v="30718" actId="478"/>
          <ac:spMkLst>
            <pc:docMk/>
            <pc:sldMk cId="3689429320" sldId="516"/>
            <ac:spMk id="3" creationId="{1DDAC3FE-BEE3-7BF9-A4A9-8CD5DF30DAD9}"/>
          </ac:spMkLst>
        </pc:spChg>
        <pc:spChg chg="del mod">
          <ac:chgData name="Teng Wang" userId="18a8d83a-d360-47a3-91f7-533eefe1d157" providerId="ADAL" clId="{0D6A0893-A4C3-4472-A40B-1F08EA46D4AE}" dt="2026-05-12T22:17:17.868" v="30721" actId="478"/>
          <ac:spMkLst>
            <pc:docMk/>
            <pc:sldMk cId="3689429320" sldId="516"/>
            <ac:spMk id="13" creationId="{4E77893E-E0E7-0DEB-3513-01374AAD779A}"/>
          </ac:spMkLst>
        </pc:spChg>
        <pc:spChg chg="add mod">
          <ac:chgData name="Teng Wang" userId="18a8d83a-d360-47a3-91f7-533eefe1d157" providerId="ADAL" clId="{0D6A0893-A4C3-4472-A40B-1F08EA46D4AE}" dt="2026-05-12T22:44:55.676" v="31204" actId="164"/>
          <ac:spMkLst>
            <pc:docMk/>
            <pc:sldMk cId="3689429320" sldId="516"/>
            <ac:spMk id="15" creationId="{A2E022F3-20C8-CC97-00A5-6011B5A5F87D}"/>
          </ac:spMkLst>
        </pc:spChg>
        <pc:spChg chg="add mod">
          <ac:chgData name="Teng Wang" userId="18a8d83a-d360-47a3-91f7-533eefe1d157" providerId="ADAL" clId="{0D6A0893-A4C3-4472-A40B-1F08EA46D4AE}" dt="2026-05-12T22:39:48.229" v="31131" actId="164"/>
          <ac:spMkLst>
            <pc:docMk/>
            <pc:sldMk cId="3689429320" sldId="516"/>
            <ac:spMk id="16" creationId="{C53245CD-418C-11D3-2841-6091A256F732}"/>
          </ac:spMkLst>
        </pc:spChg>
        <pc:spChg chg="add mod ord">
          <ac:chgData name="Teng Wang" userId="18a8d83a-d360-47a3-91f7-533eefe1d157" providerId="ADAL" clId="{0D6A0893-A4C3-4472-A40B-1F08EA46D4AE}" dt="2026-05-12T22:44:55.676" v="31204" actId="164"/>
          <ac:spMkLst>
            <pc:docMk/>
            <pc:sldMk cId="3689429320" sldId="516"/>
            <ac:spMk id="17" creationId="{AE0190DB-3E53-06DB-465F-37AD3BA4DF82}"/>
          </ac:spMkLst>
        </pc:spChg>
        <pc:spChg chg="add del">
          <ac:chgData name="Teng Wang" userId="18a8d83a-d360-47a3-91f7-533eefe1d157" providerId="ADAL" clId="{0D6A0893-A4C3-4472-A40B-1F08EA46D4AE}" dt="2026-05-12T22:24:58.513" v="30866" actId="22"/>
          <ac:spMkLst>
            <pc:docMk/>
            <pc:sldMk cId="3689429320" sldId="516"/>
            <ac:spMk id="21" creationId="{2120937D-BB27-9DD5-3919-4FD8857A06E3}"/>
          </ac:spMkLst>
        </pc:spChg>
        <pc:spChg chg="add mod">
          <ac:chgData name="Teng Wang" userId="18a8d83a-d360-47a3-91f7-533eefe1d157" providerId="ADAL" clId="{0D6A0893-A4C3-4472-A40B-1F08EA46D4AE}" dt="2026-05-12T22:40:57.037" v="31182" actId="14100"/>
          <ac:spMkLst>
            <pc:docMk/>
            <pc:sldMk cId="3689429320" sldId="516"/>
            <ac:spMk id="27" creationId="{58D2B295-798B-6CC1-B95B-82461DA3069F}"/>
          </ac:spMkLst>
        </pc:spChg>
        <pc:spChg chg="add mod">
          <ac:chgData name="Teng Wang" userId="18a8d83a-d360-47a3-91f7-533eefe1d157" providerId="ADAL" clId="{0D6A0893-A4C3-4472-A40B-1F08EA46D4AE}" dt="2026-05-12T22:44:55.676" v="31204" actId="164"/>
          <ac:spMkLst>
            <pc:docMk/>
            <pc:sldMk cId="3689429320" sldId="516"/>
            <ac:spMk id="28" creationId="{3B8DAACB-D240-673F-2F32-9EB8ED6835DA}"/>
          </ac:spMkLst>
        </pc:spChg>
        <pc:spChg chg="add mod">
          <ac:chgData name="Teng Wang" userId="18a8d83a-d360-47a3-91f7-533eefe1d157" providerId="ADAL" clId="{0D6A0893-A4C3-4472-A40B-1F08EA46D4AE}" dt="2026-05-12T22:44:55.676" v="31204" actId="164"/>
          <ac:spMkLst>
            <pc:docMk/>
            <pc:sldMk cId="3689429320" sldId="516"/>
            <ac:spMk id="29" creationId="{99C98C89-F634-7CC3-54AF-B52057AE107F}"/>
          </ac:spMkLst>
        </pc:spChg>
        <pc:spChg chg="add mod">
          <ac:chgData name="Teng Wang" userId="18a8d83a-d360-47a3-91f7-533eefe1d157" providerId="ADAL" clId="{0D6A0893-A4C3-4472-A40B-1F08EA46D4AE}" dt="2026-05-12T22:39:48.229" v="31131" actId="164"/>
          <ac:spMkLst>
            <pc:docMk/>
            <pc:sldMk cId="3689429320" sldId="516"/>
            <ac:spMk id="30" creationId="{B57BA208-1761-D6B5-7734-6D2E54FEE6F7}"/>
          </ac:spMkLst>
        </pc:spChg>
        <pc:spChg chg="add mod">
          <ac:chgData name="Teng Wang" userId="18a8d83a-d360-47a3-91f7-533eefe1d157" providerId="ADAL" clId="{0D6A0893-A4C3-4472-A40B-1F08EA46D4AE}" dt="2026-05-12T22:40:01.217" v="31139" actId="164"/>
          <ac:spMkLst>
            <pc:docMk/>
            <pc:sldMk cId="3689429320" sldId="516"/>
            <ac:spMk id="31" creationId="{9BD35282-5E2C-FC32-266E-BE07F2A8C598}"/>
          </ac:spMkLst>
        </pc:spChg>
        <pc:spChg chg="add mod">
          <ac:chgData name="Teng Wang" userId="18a8d83a-d360-47a3-91f7-533eefe1d157" providerId="ADAL" clId="{0D6A0893-A4C3-4472-A40B-1F08EA46D4AE}" dt="2026-05-12T22:41:20.162" v="31188" actId="14100"/>
          <ac:spMkLst>
            <pc:docMk/>
            <pc:sldMk cId="3689429320" sldId="516"/>
            <ac:spMk id="33" creationId="{1E7D80E0-29D7-C5AD-5FEF-2D1748BF5084}"/>
          </ac:spMkLst>
        </pc:spChg>
        <pc:spChg chg="add del">
          <ac:chgData name="Teng Wang" userId="18a8d83a-d360-47a3-91f7-533eefe1d157" providerId="ADAL" clId="{0D6A0893-A4C3-4472-A40B-1F08EA46D4AE}" dt="2026-05-12T22:34:59.669" v="31088" actId="22"/>
          <ac:spMkLst>
            <pc:docMk/>
            <pc:sldMk cId="3689429320" sldId="516"/>
            <ac:spMk id="35" creationId="{B6505DE5-861C-3B7A-0832-C2313A758FD2}"/>
          </ac:spMkLst>
        </pc:spChg>
        <pc:spChg chg="add del">
          <ac:chgData name="Teng Wang" userId="18a8d83a-d360-47a3-91f7-533eefe1d157" providerId="ADAL" clId="{0D6A0893-A4C3-4472-A40B-1F08EA46D4AE}" dt="2026-05-12T22:35:33.371" v="31091" actId="22"/>
          <ac:spMkLst>
            <pc:docMk/>
            <pc:sldMk cId="3689429320" sldId="516"/>
            <ac:spMk id="37" creationId="{F2D7CB15-4DBE-B77F-C241-0983B9C0390F}"/>
          </ac:spMkLst>
        </pc:spChg>
        <pc:spChg chg="add del">
          <ac:chgData name="Teng Wang" userId="18a8d83a-d360-47a3-91f7-533eefe1d157" providerId="ADAL" clId="{0D6A0893-A4C3-4472-A40B-1F08EA46D4AE}" dt="2026-05-12T22:36:01.443" v="31094" actId="22"/>
          <ac:spMkLst>
            <pc:docMk/>
            <pc:sldMk cId="3689429320" sldId="516"/>
            <ac:spMk id="39" creationId="{54D26A2A-854C-B2CE-6BBD-032D1CF39150}"/>
          </ac:spMkLst>
        </pc:spChg>
        <pc:spChg chg="add mod">
          <ac:chgData name="Teng Wang" userId="18a8d83a-d360-47a3-91f7-533eefe1d157" providerId="ADAL" clId="{0D6A0893-A4C3-4472-A40B-1F08EA46D4AE}" dt="2026-05-12T22:38:34.915" v="31124" actId="1076"/>
          <ac:spMkLst>
            <pc:docMk/>
            <pc:sldMk cId="3689429320" sldId="516"/>
            <ac:spMk id="45" creationId="{B8B3A44F-7D3F-3D09-4325-18268B3B20A1}"/>
          </ac:spMkLst>
        </pc:spChg>
        <pc:spChg chg="add mod">
          <ac:chgData name="Teng Wang" userId="18a8d83a-d360-47a3-91f7-533eefe1d157" providerId="ADAL" clId="{0D6A0893-A4C3-4472-A40B-1F08EA46D4AE}" dt="2026-05-12T22:44:55.676" v="31204" actId="164"/>
          <ac:spMkLst>
            <pc:docMk/>
            <pc:sldMk cId="3689429320" sldId="516"/>
            <ac:spMk id="48" creationId="{0CA51B3B-4F1D-8292-B456-322B5F909033}"/>
          </ac:spMkLst>
        </pc:spChg>
        <pc:spChg chg="add mod">
          <ac:chgData name="Teng Wang" userId="18a8d83a-d360-47a3-91f7-533eefe1d157" providerId="ADAL" clId="{0D6A0893-A4C3-4472-A40B-1F08EA46D4AE}" dt="2026-05-12T22:41:01.780" v="31183"/>
          <ac:spMkLst>
            <pc:docMk/>
            <pc:sldMk cId="3689429320" sldId="516"/>
            <ac:spMk id="49" creationId="{65702B84-3981-F1F6-2FE6-DC1E4F9C1692}"/>
          </ac:spMkLst>
        </pc:spChg>
        <pc:spChg chg="add mod">
          <ac:chgData name="Teng Wang" userId="18a8d83a-d360-47a3-91f7-533eefe1d157" providerId="ADAL" clId="{0D6A0893-A4C3-4472-A40B-1F08EA46D4AE}" dt="2026-05-12T22:41:05.368" v="31184"/>
          <ac:spMkLst>
            <pc:docMk/>
            <pc:sldMk cId="3689429320" sldId="516"/>
            <ac:spMk id="50" creationId="{1C93D7C0-9512-7DBA-2814-94789422AB03}"/>
          </ac:spMkLst>
        </pc:spChg>
        <pc:spChg chg="add mod">
          <ac:chgData name="Teng Wang" userId="18a8d83a-d360-47a3-91f7-533eefe1d157" providerId="ADAL" clId="{0D6A0893-A4C3-4472-A40B-1F08EA46D4AE}" dt="2026-05-12T22:44:55.676" v="31204" actId="164"/>
          <ac:spMkLst>
            <pc:docMk/>
            <pc:sldMk cId="3689429320" sldId="516"/>
            <ac:spMk id="51" creationId="{7CE44B53-154E-4366-AE60-70A9A9AC86DA}"/>
          </ac:spMkLst>
        </pc:spChg>
        <pc:spChg chg="mod topLvl">
          <ac:chgData name="Teng Wang" userId="18a8d83a-d360-47a3-91f7-533eefe1d157" providerId="ADAL" clId="{0D6A0893-A4C3-4472-A40B-1F08EA46D4AE}" dt="2026-05-12T22:50:52.378" v="31374" actId="165"/>
          <ac:spMkLst>
            <pc:docMk/>
            <pc:sldMk cId="3689429320" sldId="516"/>
            <ac:spMk id="57" creationId="{963F39B5-DA1F-B972-3592-08A8EFA6929F}"/>
          </ac:spMkLst>
        </pc:spChg>
        <pc:spChg chg="mod topLvl">
          <ac:chgData name="Teng Wang" userId="18a8d83a-d360-47a3-91f7-533eefe1d157" providerId="ADAL" clId="{0D6A0893-A4C3-4472-A40B-1F08EA46D4AE}" dt="2026-05-12T22:50:55.942" v="31375" actId="14100"/>
          <ac:spMkLst>
            <pc:docMk/>
            <pc:sldMk cId="3689429320" sldId="516"/>
            <ac:spMk id="58" creationId="{E0E989CD-F354-1ADF-9AAB-FB4F153899D0}"/>
          </ac:spMkLst>
        </pc:spChg>
        <pc:spChg chg="mod topLvl">
          <ac:chgData name="Teng Wang" userId="18a8d83a-d360-47a3-91f7-533eefe1d157" providerId="ADAL" clId="{0D6A0893-A4C3-4472-A40B-1F08EA46D4AE}" dt="2026-05-12T22:51:51.860" v="31400" actId="20577"/>
          <ac:spMkLst>
            <pc:docMk/>
            <pc:sldMk cId="3689429320" sldId="516"/>
            <ac:spMk id="59" creationId="{E1900B5F-15F2-77F8-EB80-8C69B0053E0A}"/>
          </ac:spMkLst>
        </pc:spChg>
        <pc:spChg chg="del mod topLvl">
          <ac:chgData name="Teng Wang" userId="18a8d83a-d360-47a3-91f7-533eefe1d157" providerId="ADAL" clId="{0D6A0893-A4C3-4472-A40B-1F08EA46D4AE}" dt="2026-05-12T22:51:10.503" v="31377" actId="478"/>
          <ac:spMkLst>
            <pc:docMk/>
            <pc:sldMk cId="3689429320" sldId="516"/>
            <ac:spMk id="62" creationId="{29181E34-4409-1723-DED6-35130E3EDE44}"/>
          </ac:spMkLst>
        </pc:spChg>
        <pc:spChg chg="mod topLvl">
          <ac:chgData name="Teng Wang" userId="18a8d83a-d360-47a3-91f7-533eefe1d157" providerId="ADAL" clId="{0D6A0893-A4C3-4472-A40B-1F08EA46D4AE}" dt="2026-05-12T22:52:50.778" v="31477" actId="20577"/>
          <ac:spMkLst>
            <pc:docMk/>
            <pc:sldMk cId="3689429320" sldId="516"/>
            <ac:spMk id="63" creationId="{D4D1570C-C67E-EF64-A5C2-590FA23B7ED5}"/>
          </ac:spMkLst>
        </pc:spChg>
        <pc:spChg chg="mod topLvl">
          <ac:chgData name="Teng Wang" userId="18a8d83a-d360-47a3-91f7-533eefe1d157" providerId="ADAL" clId="{0D6A0893-A4C3-4472-A40B-1F08EA46D4AE}" dt="2026-05-12T22:50:52.378" v="31374" actId="165"/>
          <ac:spMkLst>
            <pc:docMk/>
            <pc:sldMk cId="3689429320" sldId="516"/>
            <ac:spMk id="2048" creationId="{C49AEB94-4A28-EAD1-29A7-4C8B896CF7F6}"/>
          </ac:spMkLst>
        </pc:spChg>
        <pc:spChg chg="del">
          <ac:chgData name="Teng Wang" userId="18a8d83a-d360-47a3-91f7-533eefe1d157" providerId="ADAL" clId="{0D6A0893-A4C3-4472-A40B-1F08EA46D4AE}" dt="2026-05-12T22:49:48.573" v="31210" actId="478"/>
          <ac:spMkLst>
            <pc:docMk/>
            <pc:sldMk cId="3689429320" sldId="516"/>
            <ac:spMk id="2055" creationId="{7879D482-A2D1-15A0-105A-BBB426F2B787}"/>
          </ac:spMkLst>
        </pc:spChg>
        <pc:spChg chg="mod">
          <ac:chgData name="Teng Wang" userId="18a8d83a-d360-47a3-91f7-533eefe1d157" providerId="ADAL" clId="{0D6A0893-A4C3-4472-A40B-1F08EA46D4AE}" dt="2026-05-12T22:50:52.378" v="31374" actId="165"/>
          <ac:spMkLst>
            <pc:docMk/>
            <pc:sldMk cId="3689429320" sldId="516"/>
            <ac:spMk id="2056" creationId="{F4FD61CF-7C11-B2AA-10AF-136223A15346}"/>
          </ac:spMkLst>
        </pc:spChg>
        <pc:spChg chg="mod">
          <ac:chgData name="Teng Wang" userId="18a8d83a-d360-47a3-91f7-533eefe1d157" providerId="ADAL" clId="{0D6A0893-A4C3-4472-A40B-1F08EA46D4AE}" dt="2026-05-12T22:50:52.378" v="31374" actId="165"/>
          <ac:spMkLst>
            <pc:docMk/>
            <pc:sldMk cId="3689429320" sldId="516"/>
            <ac:spMk id="2057" creationId="{AB2F928C-4DB3-2FBE-7425-8AFADE61B6CF}"/>
          </ac:spMkLst>
        </pc:spChg>
        <pc:spChg chg="del mod">
          <ac:chgData name="Teng Wang" userId="18a8d83a-d360-47a3-91f7-533eefe1d157" providerId="ADAL" clId="{0D6A0893-A4C3-4472-A40B-1F08EA46D4AE}" dt="2026-05-12T22:49:50.492" v="31211" actId="478"/>
          <ac:spMkLst>
            <pc:docMk/>
            <pc:sldMk cId="3689429320" sldId="516"/>
            <ac:spMk id="2063" creationId="{5B5A2F46-25EF-A520-81F7-7FB5E72FBD9B}"/>
          </ac:spMkLst>
        </pc:spChg>
        <pc:spChg chg="mod">
          <ac:chgData name="Teng Wang" userId="18a8d83a-d360-47a3-91f7-533eefe1d157" providerId="ADAL" clId="{0D6A0893-A4C3-4472-A40B-1F08EA46D4AE}" dt="2026-05-12T22:50:52.378" v="31374" actId="165"/>
          <ac:spMkLst>
            <pc:docMk/>
            <pc:sldMk cId="3689429320" sldId="516"/>
            <ac:spMk id="2064" creationId="{9382613F-E1A3-62B2-34E8-778D9D56B705}"/>
          </ac:spMkLst>
        </pc:spChg>
        <pc:spChg chg="add mod">
          <ac:chgData name="Teng Wang" userId="18a8d83a-d360-47a3-91f7-533eefe1d157" providerId="ADAL" clId="{0D6A0893-A4C3-4472-A40B-1F08EA46D4AE}" dt="2026-05-12T22:51:41.334" v="31381" actId="1076"/>
          <ac:spMkLst>
            <pc:docMk/>
            <pc:sldMk cId="3689429320" sldId="516"/>
            <ac:spMk id="2065" creationId="{47D7C314-E30C-AA37-C0E2-A976F3EC5EA7}"/>
          </ac:spMkLst>
        </pc:spChg>
        <pc:spChg chg="add mod">
          <ac:chgData name="Teng Wang" userId="18a8d83a-d360-47a3-91f7-533eefe1d157" providerId="ADAL" clId="{0D6A0893-A4C3-4472-A40B-1F08EA46D4AE}" dt="2026-05-12T22:52:11.728" v="31405" actId="207"/>
          <ac:spMkLst>
            <pc:docMk/>
            <pc:sldMk cId="3689429320" sldId="516"/>
            <ac:spMk id="2066" creationId="{B158DFC9-9F8A-FBE6-D6C2-1C896716868A}"/>
          </ac:spMkLst>
        </pc:spChg>
        <pc:grpChg chg="add del mod">
          <ac:chgData name="Teng Wang" userId="18a8d83a-d360-47a3-91f7-533eefe1d157" providerId="ADAL" clId="{0D6A0893-A4C3-4472-A40B-1F08EA46D4AE}" dt="2026-05-12T22:25:10.803" v="30875" actId="478"/>
          <ac:grpSpMkLst>
            <pc:docMk/>
            <pc:sldMk cId="3689429320" sldId="516"/>
            <ac:grpSpMk id="14" creationId="{F68AB9E9-0104-8B5C-2C83-E1F30BC41070}"/>
          </ac:grpSpMkLst>
        </pc:grpChg>
        <pc:grpChg chg="add mod">
          <ac:chgData name="Teng Wang" userId="18a8d83a-d360-47a3-91f7-533eefe1d157" providerId="ADAL" clId="{0D6A0893-A4C3-4472-A40B-1F08EA46D4AE}" dt="2026-05-12T22:41:17.921" v="31187" actId="1076"/>
          <ac:grpSpMkLst>
            <pc:docMk/>
            <pc:sldMk cId="3689429320" sldId="516"/>
            <ac:grpSpMk id="46" creationId="{844434DE-81B2-893B-2351-BA5820762399}"/>
          </ac:grpSpMkLst>
        </pc:grpChg>
        <pc:grpChg chg="add mod">
          <ac:chgData name="Teng Wang" userId="18a8d83a-d360-47a3-91f7-533eefe1d157" providerId="ADAL" clId="{0D6A0893-A4C3-4472-A40B-1F08EA46D4AE}" dt="2026-05-12T22:40:03.613" v="31140" actId="1076"/>
          <ac:grpSpMkLst>
            <pc:docMk/>
            <pc:sldMk cId="3689429320" sldId="516"/>
            <ac:grpSpMk id="47" creationId="{0BE5D2E4-FE59-A337-80DC-3E1B17CE56A8}"/>
          </ac:grpSpMkLst>
        </pc:grpChg>
        <pc:grpChg chg="add mod">
          <ac:chgData name="Teng Wang" userId="18a8d83a-d360-47a3-91f7-533eefe1d157" providerId="ADAL" clId="{0D6A0893-A4C3-4472-A40B-1F08EA46D4AE}" dt="2026-05-12T22:50:42.616" v="31369" actId="1037"/>
          <ac:grpSpMkLst>
            <pc:docMk/>
            <pc:sldMk cId="3689429320" sldId="516"/>
            <ac:grpSpMk id="55" creationId="{861B743D-1410-CDD4-F1B5-98C792566C8A}"/>
          </ac:grpSpMkLst>
        </pc:grpChg>
        <pc:grpChg chg="mod">
          <ac:chgData name="Teng Wang" userId="18a8d83a-d360-47a3-91f7-533eefe1d157" providerId="ADAL" clId="{0D6A0893-A4C3-4472-A40B-1F08EA46D4AE}" dt="2026-05-12T22:50:48.114" v="31373" actId="14100"/>
          <ac:grpSpMkLst>
            <pc:docMk/>
            <pc:sldMk cId="3689429320" sldId="516"/>
            <ac:grpSpMk id="56" creationId="{CBCF7A49-6A6C-F190-6EBC-F7F1172C8497}"/>
          </ac:grpSpMkLst>
        </pc:grpChg>
        <pc:picChg chg="add del mod">
          <ac:chgData name="Teng Wang" userId="18a8d83a-d360-47a3-91f7-533eefe1d157" providerId="ADAL" clId="{0D6A0893-A4C3-4472-A40B-1F08EA46D4AE}" dt="2026-05-12T22:16:56.904" v="30712" actId="478"/>
          <ac:picMkLst>
            <pc:docMk/>
            <pc:sldMk cId="3689429320" sldId="516"/>
            <ac:picMk id="6" creationId="{185CDB53-2B55-3C4A-A374-6AFAFC512117}"/>
          </ac:picMkLst>
        </pc:picChg>
        <pc:picChg chg="del">
          <ac:chgData name="Teng Wang" userId="18a8d83a-d360-47a3-91f7-533eefe1d157" providerId="ADAL" clId="{0D6A0893-A4C3-4472-A40B-1F08EA46D4AE}" dt="2026-05-12T02:14:25.390" v="27222" actId="478"/>
          <ac:picMkLst>
            <pc:docMk/>
            <pc:sldMk cId="3689429320" sldId="516"/>
            <ac:picMk id="7" creationId="{BFACA4FA-32F6-AF47-0CD8-39291496EB31}"/>
          </ac:picMkLst>
        </pc:picChg>
        <pc:picChg chg="add mod topLvl">
          <ac:chgData name="Teng Wang" userId="18a8d83a-d360-47a3-91f7-533eefe1d157" providerId="ADAL" clId="{0D6A0893-A4C3-4472-A40B-1F08EA46D4AE}" dt="2026-05-12T22:39:48.229" v="31131" actId="164"/>
          <ac:picMkLst>
            <pc:docMk/>
            <pc:sldMk cId="3689429320" sldId="516"/>
            <ac:picMk id="8" creationId="{284F7DE4-ADAE-D687-BF70-7032F181F233}"/>
          </ac:picMkLst>
        </pc:picChg>
        <pc:picChg chg="add del mod topLvl">
          <ac:chgData name="Teng Wang" userId="18a8d83a-d360-47a3-91f7-533eefe1d157" providerId="ADAL" clId="{0D6A0893-A4C3-4472-A40B-1F08EA46D4AE}" dt="2026-05-12T22:25:10.803" v="30875" actId="478"/>
          <ac:picMkLst>
            <pc:docMk/>
            <pc:sldMk cId="3689429320" sldId="516"/>
            <ac:picMk id="9" creationId="{35531C54-DCA3-91C4-EDAF-1A78BA125BF6}"/>
          </ac:picMkLst>
        </pc:picChg>
        <pc:picChg chg="add del mod">
          <ac:chgData name="Teng Wang" userId="18a8d83a-d360-47a3-91f7-533eefe1d157" providerId="ADAL" clId="{0D6A0893-A4C3-4472-A40B-1F08EA46D4AE}" dt="2026-05-12T22:25:09.827" v="30874" actId="478"/>
          <ac:picMkLst>
            <pc:docMk/>
            <pc:sldMk cId="3689429320" sldId="516"/>
            <ac:picMk id="10" creationId="{D3A54100-1E70-58D0-2980-24471155B0CF}"/>
          </ac:picMkLst>
        </pc:picChg>
        <pc:picChg chg="add del mod">
          <ac:chgData name="Teng Wang" userId="18a8d83a-d360-47a3-91f7-533eefe1d157" providerId="ADAL" clId="{0D6A0893-A4C3-4472-A40B-1F08EA46D4AE}" dt="2026-05-12T22:25:08.922" v="30873" actId="478"/>
          <ac:picMkLst>
            <pc:docMk/>
            <pc:sldMk cId="3689429320" sldId="516"/>
            <ac:picMk id="11" creationId="{50147C81-8ECE-B517-0855-98D65E81DB33}"/>
          </ac:picMkLst>
        </pc:picChg>
        <pc:picChg chg="add del mod">
          <ac:chgData name="Teng Wang" userId="18a8d83a-d360-47a3-91f7-533eefe1d157" providerId="ADAL" clId="{0D6A0893-A4C3-4472-A40B-1F08EA46D4AE}" dt="2026-05-12T22:25:07.902" v="30872" actId="478"/>
          <ac:picMkLst>
            <pc:docMk/>
            <pc:sldMk cId="3689429320" sldId="516"/>
            <ac:picMk id="12" creationId="{3F1815A8-5655-77D7-2C44-72ED1CE2BDD2}"/>
          </ac:picMkLst>
        </pc:picChg>
        <pc:picChg chg="add mod">
          <ac:chgData name="Teng Wang" userId="18a8d83a-d360-47a3-91f7-533eefe1d157" providerId="ADAL" clId="{0D6A0893-A4C3-4472-A40B-1F08EA46D4AE}" dt="2026-05-12T22:40:51.097" v="31180" actId="1076"/>
          <ac:picMkLst>
            <pc:docMk/>
            <pc:sldMk cId="3689429320" sldId="516"/>
            <ac:picMk id="19" creationId="{8E433359-F897-C86E-183D-55A9FBB0047F}"/>
          </ac:picMkLst>
        </pc:picChg>
        <pc:picChg chg="add mod">
          <ac:chgData name="Teng Wang" userId="18a8d83a-d360-47a3-91f7-533eefe1d157" providerId="ADAL" clId="{0D6A0893-A4C3-4472-A40B-1F08EA46D4AE}" dt="2026-05-12T22:24:59.855" v="30867"/>
          <ac:picMkLst>
            <pc:docMk/>
            <pc:sldMk cId="3689429320" sldId="516"/>
            <ac:picMk id="22" creationId="{EAAF41D3-5643-B283-CA1C-37FB05078D00}"/>
          </ac:picMkLst>
        </pc:picChg>
        <pc:picChg chg="add mod">
          <ac:chgData name="Teng Wang" userId="18a8d83a-d360-47a3-91f7-533eefe1d157" providerId="ADAL" clId="{0D6A0893-A4C3-4472-A40B-1F08EA46D4AE}" dt="2026-05-12T22:25:00.512" v="30868"/>
          <ac:picMkLst>
            <pc:docMk/>
            <pc:sldMk cId="3689429320" sldId="516"/>
            <ac:picMk id="23" creationId="{90B8C62D-E74D-9E5F-3CCC-3F839657A7D4}"/>
          </ac:picMkLst>
        </pc:picChg>
        <pc:picChg chg="add mod">
          <ac:chgData name="Teng Wang" userId="18a8d83a-d360-47a3-91f7-533eefe1d157" providerId="ADAL" clId="{0D6A0893-A4C3-4472-A40B-1F08EA46D4AE}" dt="2026-05-12T22:25:01.043" v="30869"/>
          <ac:picMkLst>
            <pc:docMk/>
            <pc:sldMk cId="3689429320" sldId="516"/>
            <ac:picMk id="24" creationId="{099E5BB2-C062-73C8-A83E-3B1447C8034A}"/>
          </ac:picMkLst>
        </pc:picChg>
        <pc:picChg chg="add mod">
          <ac:chgData name="Teng Wang" userId="18a8d83a-d360-47a3-91f7-533eefe1d157" providerId="ADAL" clId="{0D6A0893-A4C3-4472-A40B-1F08EA46D4AE}" dt="2026-05-12T22:25:01.542" v="30870"/>
          <ac:picMkLst>
            <pc:docMk/>
            <pc:sldMk cId="3689429320" sldId="516"/>
            <ac:picMk id="25" creationId="{6E91432E-7A7A-8DCF-AA43-826C31AEB7D9}"/>
          </ac:picMkLst>
        </pc:picChg>
        <pc:picChg chg="add mod">
          <ac:chgData name="Teng Wang" userId="18a8d83a-d360-47a3-91f7-533eefe1d157" providerId="ADAL" clId="{0D6A0893-A4C3-4472-A40B-1F08EA46D4AE}" dt="2026-05-12T22:25:02.004" v="30871"/>
          <ac:picMkLst>
            <pc:docMk/>
            <pc:sldMk cId="3689429320" sldId="516"/>
            <ac:picMk id="26" creationId="{A0146C60-FC82-D41A-4CF5-9CA0D547D924}"/>
          </ac:picMkLst>
        </pc:picChg>
        <pc:picChg chg="add mod ord">
          <ac:chgData name="Teng Wang" userId="18a8d83a-d360-47a3-91f7-533eefe1d157" providerId="ADAL" clId="{0D6A0893-A4C3-4472-A40B-1F08EA46D4AE}" dt="2026-05-12T22:39:48.229" v="31131" actId="164"/>
          <ac:picMkLst>
            <pc:docMk/>
            <pc:sldMk cId="3689429320" sldId="516"/>
            <ac:picMk id="32" creationId="{E59AEB7E-D624-3636-A661-4C260A1A81A3}"/>
          </ac:picMkLst>
        </pc:picChg>
        <pc:picChg chg="add mod">
          <ac:chgData name="Teng Wang" userId="18a8d83a-d360-47a3-91f7-533eefe1d157" providerId="ADAL" clId="{0D6A0893-A4C3-4472-A40B-1F08EA46D4AE}" dt="2026-05-12T22:39:48.229" v="31131" actId="164"/>
          <ac:picMkLst>
            <pc:docMk/>
            <pc:sldMk cId="3689429320" sldId="516"/>
            <ac:picMk id="41" creationId="{434616F4-EEF6-3DF4-EA23-D673FAA1C78B}"/>
          </ac:picMkLst>
        </pc:picChg>
        <pc:picChg chg="add mod">
          <ac:chgData name="Teng Wang" userId="18a8d83a-d360-47a3-91f7-533eefe1d157" providerId="ADAL" clId="{0D6A0893-A4C3-4472-A40B-1F08EA46D4AE}" dt="2026-05-12T22:39:48.229" v="31131" actId="164"/>
          <ac:picMkLst>
            <pc:docMk/>
            <pc:sldMk cId="3689429320" sldId="516"/>
            <ac:picMk id="42" creationId="{C258CD0D-DD79-C346-6773-A87A21F2F02C}"/>
          </ac:picMkLst>
        </pc:picChg>
        <pc:picChg chg="add mod">
          <ac:chgData name="Teng Wang" userId="18a8d83a-d360-47a3-91f7-533eefe1d157" providerId="ADAL" clId="{0D6A0893-A4C3-4472-A40B-1F08EA46D4AE}" dt="2026-05-12T22:39:48.229" v="31131" actId="164"/>
          <ac:picMkLst>
            <pc:docMk/>
            <pc:sldMk cId="3689429320" sldId="516"/>
            <ac:picMk id="43" creationId="{8B6567CF-C750-5A30-21D5-0EDBBD4C994B}"/>
          </ac:picMkLst>
        </pc:picChg>
        <pc:picChg chg="add mod">
          <ac:chgData name="Teng Wang" userId="18a8d83a-d360-47a3-91f7-533eefe1d157" providerId="ADAL" clId="{0D6A0893-A4C3-4472-A40B-1F08EA46D4AE}" dt="2026-05-12T22:39:48.229" v="31131" actId="164"/>
          <ac:picMkLst>
            <pc:docMk/>
            <pc:sldMk cId="3689429320" sldId="516"/>
            <ac:picMk id="44" creationId="{60086A20-E152-D900-74AE-2BD2275D7587}"/>
          </ac:picMkLst>
        </pc:picChg>
        <pc:picChg chg="add mod">
          <ac:chgData name="Teng Wang" userId="18a8d83a-d360-47a3-91f7-533eefe1d157" providerId="ADAL" clId="{0D6A0893-A4C3-4472-A40B-1F08EA46D4AE}" dt="2026-05-12T22:44:55.676" v="31204" actId="164"/>
          <ac:picMkLst>
            <pc:docMk/>
            <pc:sldMk cId="3689429320" sldId="516"/>
            <ac:picMk id="52" creationId="{68C60CB0-BF3D-EC6C-0338-9181FCF3C146}"/>
          </ac:picMkLst>
        </pc:picChg>
        <pc:picChg chg="add mod">
          <ac:chgData name="Teng Wang" userId="18a8d83a-d360-47a3-91f7-533eefe1d157" providerId="ADAL" clId="{0D6A0893-A4C3-4472-A40B-1F08EA46D4AE}" dt="2026-05-12T22:44:55.676" v="31204" actId="164"/>
          <ac:picMkLst>
            <pc:docMk/>
            <pc:sldMk cId="3689429320" sldId="516"/>
            <ac:picMk id="53" creationId="{FCAD2C6B-DD89-9C71-B0A9-D78092364D7B}"/>
          </ac:picMkLst>
        </pc:picChg>
        <pc:picChg chg="add mod">
          <ac:chgData name="Teng Wang" userId="18a8d83a-d360-47a3-91f7-533eefe1d157" providerId="ADAL" clId="{0D6A0893-A4C3-4472-A40B-1F08EA46D4AE}" dt="2026-05-12T22:44:55.676" v="31204" actId="164"/>
          <ac:picMkLst>
            <pc:docMk/>
            <pc:sldMk cId="3689429320" sldId="516"/>
            <ac:picMk id="54" creationId="{E4F01D47-E8A6-F7A3-54E2-3F20378B6694}"/>
          </ac:picMkLst>
        </pc:picChg>
        <pc:picChg chg="mod">
          <ac:chgData name="Teng Wang" userId="18a8d83a-d360-47a3-91f7-533eefe1d157" providerId="ADAL" clId="{0D6A0893-A4C3-4472-A40B-1F08EA46D4AE}" dt="2026-05-12T22:50:18.369" v="31361" actId="1036"/>
          <ac:picMkLst>
            <pc:docMk/>
            <pc:sldMk cId="3689429320" sldId="516"/>
            <ac:picMk id="2049" creationId="{6E45B6A7-6EA2-B894-845F-533A11FF5672}"/>
          </ac:picMkLst>
        </pc:picChg>
        <pc:picChg chg="del">
          <ac:chgData name="Teng Wang" userId="18a8d83a-d360-47a3-91f7-533eefe1d157" providerId="ADAL" clId="{0D6A0893-A4C3-4472-A40B-1F08EA46D4AE}" dt="2026-05-12T02:14:25.044" v="27221" actId="478"/>
          <ac:picMkLst>
            <pc:docMk/>
            <pc:sldMk cId="3689429320" sldId="516"/>
            <ac:picMk id="2050" creationId="{D43D975E-3BAA-AD3B-9768-5455DE180B13}"/>
          </ac:picMkLst>
        </pc:picChg>
        <pc:picChg chg="mod">
          <ac:chgData name="Teng Wang" userId="18a8d83a-d360-47a3-91f7-533eefe1d157" providerId="ADAL" clId="{0D6A0893-A4C3-4472-A40B-1F08EA46D4AE}" dt="2026-05-12T22:50:22.861" v="31362" actId="1076"/>
          <ac:picMkLst>
            <pc:docMk/>
            <pc:sldMk cId="3689429320" sldId="516"/>
            <ac:picMk id="2051" creationId="{CE06845E-415D-E9C4-203F-B760C5C9D143}"/>
          </ac:picMkLst>
        </pc:picChg>
        <pc:picChg chg="mod">
          <ac:chgData name="Teng Wang" userId="18a8d83a-d360-47a3-91f7-533eefe1d157" providerId="ADAL" clId="{0D6A0893-A4C3-4472-A40B-1F08EA46D4AE}" dt="2026-05-12T22:50:18.369" v="31361" actId="1036"/>
          <ac:picMkLst>
            <pc:docMk/>
            <pc:sldMk cId="3689429320" sldId="516"/>
            <ac:picMk id="2052" creationId="{F711EEB3-9AD6-1207-7618-7AEA32991DA6}"/>
          </ac:picMkLst>
        </pc:picChg>
        <pc:picChg chg="mod">
          <ac:chgData name="Teng Wang" userId="18a8d83a-d360-47a3-91f7-533eefe1d157" providerId="ADAL" clId="{0D6A0893-A4C3-4472-A40B-1F08EA46D4AE}" dt="2026-05-12T22:50:00.716" v="31247" actId="1037"/>
          <ac:picMkLst>
            <pc:docMk/>
            <pc:sldMk cId="3689429320" sldId="516"/>
            <ac:picMk id="2053" creationId="{F5411361-FD59-677A-D304-0EC8B4609200}"/>
          </ac:picMkLst>
        </pc:picChg>
        <pc:picChg chg="mod">
          <ac:chgData name="Teng Wang" userId="18a8d83a-d360-47a3-91f7-533eefe1d157" providerId="ADAL" clId="{0D6A0893-A4C3-4472-A40B-1F08EA46D4AE}" dt="2026-05-12T22:50:00.716" v="31247" actId="1037"/>
          <ac:picMkLst>
            <pc:docMk/>
            <pc:sldMk cId="3689429320" sldId="516"/>
            <ac:picMk id="2058" creationId="{5A4B4F4C-8E76-60F7-0A56-34F6726BF7DB}"/>
          </ac:picMkLst>
        </pc:picChg>
        <pc:picChg chg="mod">
          <ac:chgData name="Teng Wang" userId="18a8d83a-d360-47a3-91f7-533eefe1d157" providerId="ADAL" clId="{0D6A0893-A4C3-4472-A40B-1F08EA46D4AE}" dt="2026-05-12T22:50:00.716" v="31247" actId="1037"/>
          <ac:picMkLst>
            <pc:docMk/>
            <pc:sldMk cId="3689429320" sldId="516"/>
            <ac:picMk id="2059" creationId="{D11FFC51-E513-895F-976C-BE2C810F58E8}"/>
          </ac:picMkLst>
        </pc:picChg>
        <pc:picChg chg="mod">
          <ac:chgData name="Teng Wang" userId="18a8d83a-d360-47a3-91f7-533eefe1d157" providerId="ADAL" clId="{0D6A0893-A4C3-4472-A40B-1F08EA46D4AE}" dt="2026-05-12T22:50:52.378" v="31374" actId="165"/>
          <ac:picMkLst>
            <pc:docMk/>
            <pc:sldMk cId="3689429320" sldId="516"/>
            <ac:picMk id="2060" creationId="{6DBB65FC-A3AD-99E5-DD5F-E9B094F0C6AB}"/>
          </ac:picMkLst>
        </pc:picChg>
        <pc:picChg chg="mod">
          <ac:chgData name="Teng Wang" userId="18a8d83a-d360-47a3-91f7-533eefe1d157" providerId="ADAL" clId="{0D6A0893-A4C3-4472-A40B-1F08EA46D4AE}" dt="2026-05-12T22:50:00.716" v="31247" actId="1037"/>
          <ac:picMkLst>
            <pc:docMk/>
            <pc:sldMk cId="3689429320" sldId="516"/>
            <ac:picMk id="2061" creationId="{519FB51B-CDD8-2C76-FFE0-5D51784B4A7D}"/>
          </ac:picMkLst>
        </pc:picChg>
      </pc:sldChg>
      <pc:sldChg chg="add del">
        <pc:chgData name="Teng Wang" userId="18a8d83a-d360-47a3-91f7-533eefe1d157" providerId="ADAL" clId="{0D6A0893-A4C3-4472-A40B-1F08EA46D4AE}" dt="2026-05-12T02:05:36.091" v="27198"/>
        <pc:sldMkLst>
          <pc:docMk/>
          <pc:sldMk cId="312742181" sldId="517"/>
        </pc:sldMkLst>
      </pc:sldChg>
      <pc:sldChg chg="addSp delSp modSp add mod">
        <pc:chgData name="Teng Wang" userId="18a8d83a-d360-47a3-91f7-533eefe1d157" providerId="ADAL" clId="{0D6A0893-A4C3-4472-A40B-1F08EA46D4AE}" dt="2026-05-12T21:07:50.163" v="30191" actId="1035"/>
        <pc:sldMkLst>
          <pc:docMk/>
          <pc:sldMk cId="2600947204" sldId="517"/>
        </pc:sldMkLst>
        <pc:spChg chg="mod">
          <ac:chgData name="Teng Wang" userId="18a8d83a-d360-47a3-91f7-533eefe1d157" providerId="ADAL" clId="{0D6A0893-A4C3-4472-A40B-1F08EA46D4AE}" dt="2026-05-12T18:20:47.229" v="28522" actId="20577"/>
          <ac:spMkLst>
            <pc:docMk/>
            <pc:sldMk cId="2600947204" sldId="517"/>
            <ac:spMk id="2" creationId="{124D2522-29DD-C77A-5254-A804B6A75969}"/>
          </ac:spMkLst>
        </pc:spChg>
        <pc:spChg chg="del">
          <ac:chgData name="Teng Wang" userId="18a8d83a-d360-47a3-91f7-533eefe1d157" providerId="ADAL" clId="{0D6A0893-A4C3-4472-A40B-1F08EA46D4AE}" dt="2026-05-12T18:22:00.992" v="28523" actId="478"/>
          <ac:spMkLst>
            <pc:docMk/>
            <pc:sldMk cId="2600947204" sldId="517"/>
            <ac:spMk id="8" creationId="{6E65A1E6-5863-ECBE-CD6D-5BEA51480046}"/>
          </ac:spMkLst>
        </pc:spChg>
        <pc:spChg chg="del">
          <ac:chgData name="Teng Wang" userId="18a8d83a-d360-47a3-91f7-533eefe1d157" providerId="ADAL" clId="{0D6A0893-A4C3-4472-A40B-1F08EA46D4AE}" dt="2026-05-12T18:22:01.974" v="28524" actId="478"/>
          <ac:spMkLst>
            <pc:docMk/>
            <pc:sldMk cId="2600947204" sldId="517"/>
            <ac:spMk id="11" creationId="{2E5253F3-276F-FCF9-8876-4F83D0A66A03}"/>
          </ac:spMkLst>
        </pc:spChg>
        <pc:spChg chg="del">
          <ac:chgData name="Teng Wang" userId="18a8d83a-d360-47a3-91f7-533eefe1d157" providerId="ADAL" clId="{0D6A0893-A4C3-4472-A40B-1F08EA46D4AE}" dt="2026-05-12T18:22:05.438" v="28525" actId="478"/>
          <ac:spMkLst>
            <pc:docMk/>
            <pc:sldMk cId="2600947204" sldId="517"/>
            <ac:spMk id="18" creationId="{04E8ED98-D2A0-174E-B807-9EAEC9289535}"/>
          </ac:spMkLst>
        </pc:spChg>
        <pc:graphicFrameChg chg="add mod modGraphic">
          <ac:chgData name="Teng Wang" userId="18a8d83a-d360-47a3-91f7-533eefe1d157" providerId="ADAL" clId="{0D6A0893-A4C3-4472-A40B-1F08EA46D4AE}" dt="2026-05-12T21:07:50.163" v="30191" actId="1035"/>
          <ac:graphicFrameMkLst>
            <pc:docMk/>
            <pc:sldMk cId="2600947204" sldId="517"/>
            <ac:graphicFrameMk id="3" creationId="{29D479C6-30D1-14F2-0787-0A4464BC9E50}"/>
          </ac:graphicFrameMkLst>
        </pc:graphicFrameChg>
        <pc:picChg chg="del">
          <ac:chgData name="Teng Wang" userId="18a8d83a-d360-47a3-91f7-533eefe1d157" providerId="ADAL" clId="{0D6A0893-A4C3-4472-A40B-1F08EA46D4AE}" dt="2026-05-12T16:51:05.541" v="28024" actId="478"/>
          <ac:picMkLst>
            <pc:docMk/>
            <pc:sldMk cId="2600947204" sldId="517"/>
            <ac:picMk id="13" creationId="{0474D861-A5F6-2882-C9D7-EC6F29015FC5}"/>
          </ac:picMkLst>
        </pc:picChg>
        <pc:picChg chg="del">
          <ac:chgData name="Teng Wang" userId="18a8d83a-d360-47a3-91f7-533eefe1d157" providerId="ADAL" clId="{0D6A0893-A4C3-4472-A40B-1F08EA46D4AE}" dt="2026-05-12T16:51:05.878" v="28025" actId="478"/>
          <ac:picMkLst>
            <pc:docMk/>
            <pc:sldMk cId="2600947204" sldId="517"/>
            <ac:picMk id="15" creationId="{3F39DDFB-5B5E-C39F-3A73-09264E5CA700}"/>
          </ac:picMkLst>
        </pc:picChg>
      </pc:sldChg>
      <pc:sldChg chg="addSp delSp modSp add del mod ord">
        <pc:chgData name="Teng Wang" userId="18a8d83a-d360-47a3-91f7-533eefe1d157" providerId="ADAL" clId="{0D6A0893-A4C3-4472-A40B-1F08EA46D4AE}" dt="2026-05-12T02:05:33.223" v="27196" actId="2696"/>
        <pc:sldMkLst>
          <pc:docMk/>
          <pc:sldMk cId="4112389203" sldId="517"/>
        </pc:sldMkLst>
      </pc:sldChg>
      <pc:sldChg chg="delSp add del mod ord">
        <pc:chgData name="Teng Wang" userId="18a8d83a-d360-47a3-91f7-533eefe1d157" providerId="ADAL" clId="{0D6A0893-A4C3-4472-A40B-1F08EA46D4AE}" dt="2026-05-13T00:53:39.086" v="33227" actId="47"/>
        <pc:sldMkLst>
          <pc:docMk/>
          <pc:sldMk cId="724737791" sldId="518"/>
        </pc:sldMkLst>
        <pc:picChg chg="del">
          <ac:chgData name="Teng Wang" userId="18a8d83a-d360-47a3-91f7-533eefe1d157" providerId="ADAL" clId="{0D6A0893-A4C3-4472-A40B-1F08EA46D4AE}" dt="2026-05-12T16:50:59.602" v="28016" actId="478"/>
          <ac:picMkLst>
            <pc:docMk/>
            <pc:sldMk cId="724737791" sldId="518"/>
            <ac:picMk id="7" creationId="{C68216AE-3F74-D68B-5C00-1ABD417B8A26}"/>
          </ac:picMkLst>
        </pc:picChg>
        <pc:picChg chg="del">
          <ac:chgData name="Teng Wang" userId="18a8d83a-d360-47a3-91f7-533eefe1d157" providerId="ADAL" clId="{0D6A0893-A4C3-4472-A40B-1F08EA46D4AE}" dt="2026-05-12T16:50:57.634" v="28015" actId="478"/>
          <ac:picMkLst>
            <pc:docMk/>
            <pc:sldMk cId="724737791" sldId="518"/>
            <ac:picMk id="2050" creationId="{D578F13B-F063-9A21-5889-0BFCF37AD041}"/>
          </ac:picMkLst>
        </pc:picChg>
      </pc:sldChg>
      <pc:sldChg chg="add del">
        <pc:chgData name="Teng Wang" userId="18a8d83a-d360-47a3-91f7-533eefe1d157" providerId="ADAL" clId="{0D6A0893-A4C3-4472-A40B-1F08EA46D4AE}" dt="2026-05-12T02:05:36.091" v="27198"/>
        <pc:sldMkLst>
          <pc:docMk/>
          <pc:sldMk cId="1796972189" sldId="518"/>
        </pc:sldMkLst>
      </pc:sldChg>
      <pc:sldChg chg="modSp add del mod ord">
        <pc:chgData name="Teng Wang" userId="18a8d83a-d360-47a3-91f7-533eefe1d157" providerId="ADAL" clId="{0D6A0893-A4C3-4472-A40B-1F08EA46D4AE}" dt="2026-05-12T02:05:33.223" v="27196" actId="2696"/>
        <pc:sldMkLst>
          <pc:docMk/>
          <pc:sldMk cId="2662284461" sldId="518"/>
        </pc:sldMkLst>
      </pc:sldChg>
      <pc:sldChg chg="addSp delSp modSp add mod ord">
        <pc:chgData name="Teng Wang" userId="18a8d83a-d360-47a3-91f7-533eefe1d157" providerId="ADAL" clId="{0D6A0893-A4C3-4472-A40B-1F08EA46D4AE}" dt="2026-05-12T21:02:13.265" v="30182" actId="207"/>
        <pc:sldMkLst>
          <pc:docMk/>
          <pc:sldMk cId="2045193751" sldId="519"/>
        </pc:sldMkLst>
        <pc:spChg chg="mod">
          <ac:chgData name="Teng Wang" userId="18a8d83a-d360-47a3-91f7-533eefe1d157" providerId="ADAL" clId="{0D6A0893-A4C3-4472-A40B-1F08EA46D4AE}" dt="2026-05-12T20:51:19.650" v="29993" actId="20577"/>
          <ac:spMkLst>
            <pc:docMk/>
            <pc:sldMk cId="2045193751" sldId="519"/>
            <ac:spMk id="2" creationId="{3C8D6273-7580-0314-2A43-35A2A5995DF8}"/>
          </ac:spMkLst>
        </pc:spChg>
        <pc:spChg chg="add del">
          <ac:chgData name="Teng Wang" userId="18a8d83a-d360-47a3-91f7-533eefe1d157" providerId="ADAL" clId="{0D6A0893-A4C3-4472-A40B-1F08EA46D4AE}" dt="2026-05-12T19:49:12.960" v="29644" actId="22"/>
          <ac:spMkLst>
            <pc:docMk/>
            <pc:sldMk cId="2045193751" sldId="519"/>
            <ac:spMk id="6" creationId="{CB268284-2E3C-18F3-C53E-8D51D6B3DEA9}"/>
          </ac:spMkLst>
        </pc:spChg>
        <pc:spChg chg="del">
          <ac:chgData name="Teng Wang" userId="18a8d83a-d360-47a3-91f7-533eefe1d157" providerId="ADAL" clId="{0D6A0893-A4C3-4472-A40B-1F08EA46D4AE}" dt="2026-05-12T16:51:09.071" v="28028" actId="478"/>
          <ac:spMkLst>
            <pc:docMk/>
            <pc:sldMk cId="2045193751" sldId="519"/>
            <ac:spMk id="8" creationId="{C5C26BF2-7DDF-F33D-FD9C-008D3B08F035}"/>
          </ac:spMkLst>
        </pc:spChg>
        <pc:spChg chg="add del">
          <ac:chgData name="Teng Wang" userId="18a8d83a-d360-47a3-91f7-533eefe1d157" providerId="ADAL" clId="{0D6A0893-A4C3-4472-A40B-1F08EA46D4AE}" dt="2026-05-12T19:49:17.808" v="29646" actId="22"/>
          <ac:spMkLst>
            <pc:docMk/>
            <pc:sldMk cId="2045193751" sldId="519"/>
            <ac:spMk id="10" creationId="{460C57E0-8E64-68C0-3E31-78DD0F3D3949}"/>
          </ac:spMkLst>
        </pc:spChg>
        <pc:spChg chg="del">
          <ac:chgData name="Teng Wang" userId="18a8d83a-d360-47a3-91f7-533eefe1d157" providerId="ADAL" clId="{0D6A0893-A4C3-4472-A40B-1F08EA46D4AE}" dt="2026-05-12T19:48:30.214" v="29642" actId="478"/>
          <ac:spMkLst>
            <pc:docMk/>
            <pc:sldMk cId="2045193751" sldId="519"/>
            <ac:spMk id="11" creationId="{AEC55840-E8C0-5638-7068-EE6C9B966BCA}"/>
          </ac:spMkLst>
        </pc:spChg>
        <pc:spChg chg="add mod">
          <ac:chgData name="Teng Wang" userId="18a8d83a-d360-47a3-91f7-533eefe1d157" providerId="ADAL" clId="{0D6A0893-A4C3-4472-A40B-1F08EA46D4AE}" dt="2026-05-12T21:01:49.368" v="30180" actId="20577"/>
          <ac:spMkLst>
            <pc:docMk/>
            <pc:sldMk cId="2045193751" sldId="519"/>
            <ac:spMk id="16" creationId="{D556763B-22CC-02F2-7D30-21C1F04CCEC8}"/>
          </ac:spMkLst>
        </pc:spChg>
        <pc:spChg chg="del">
          <ac:chgData name="Teng Wang" userId="18a8d83a-d360-47a3-91f7-533eefe1d157" providerId="ADAL" clId="{0D6A0893-A4C3-4472-A40B-1F08EA46D4AE}" dt="2026-05-12T16:51:10.221" v="28029" actId="478"/>
          <ac:spMkLst>
            <pc:docMk/>
            <pc:sldMk cId="2045193751" sldId="519"/>
            <ac:spMk id="18" creationId="{FAAAFE31-DC8B-C09F-BA72-4A0433D3B730}"/>
          </ac:spMkLst>
        </pc:spChg>
        <pc:graphicFrameChg chg="add del mod modGraphic">
          <ac:chgData name="Teng Wang" userId="18a8d83a-d360-47a3-91f7-533eefe1d157" providerId="ADAL" clId="{0D6A0893-A4C3-4472-A40B-1F08EA46D4AE}" dt="2026-05-12T20:46:26.608" v="29835" actId="478"/>
          <ac:graphicFrameMkLst>
            <pc:docMk/>
            <pc:sldMk cId="2045193751" sldId="519"/>
            <ac:graphicFrameMk id="12" creationId="{C077845C-4915-ADAE-36B3-DCD932EE0E94}"/>
          </ac:graphicFrameMkLst>
        </pc:graphicFrameChg>
        <pc:graphicFrameChg chg="add mod">
          <ac:chgData name="Teng Wang" userId="18a8d83a-d360-47a3-91f7-533eefe1d157" providerId="ADAL" clId="{0D6A0893-A4C3-4472-A40B-1F08EA46D4AE}" dt="2026-05-12T20:46:26.967" v="29836"/>
          <ac:graphicFrameMkLst>
            <pc:docMk/>
            <pc:sldMk cId="2045193751" sldId="519"/>
            <ac:graphicFrameMk id="13" creationId="{8CD67340-EACA-5EB0-0B5E-80265D163942}"/>
          </ac:graphicFrameMkLst>
        </pc:graphicFrameChg>
        <pc:graphicFrameChg chg="add mod modGraphic">
          <ac:chgData name="Teng Wang" userId="18a8d83a-d360-47a3-91f7-533eefe1d157" providerId="ADAL" clId="{0D6A0893-A4C3-4472-A40B-1F08EA46D4AE}" dt="2026-05-12T21:02:13.265" v="30182" actId="207"/>
          <ac:graphicFrameMkLst>
            <pc:docMk/>
            <pc:sldMk cId="2045193751" sldId="519"/>
            <ac:graphicFrameMk id="14" creationId="{B15E3C67-6557-1129-8477-E27056CD92A6}"/>
          </ac:graphicFrameMkLst>
        </pc:graphicFrameChg>
        <pc:picChg chg="del">
          <ac:chgData name="Teng Wang" userId="18a8d83a-d360-47a3-91f7-533eefe1d157" providerId="ADAL" clId="{0D6A0893-A4C3-4472-A40B-1F08EA46D4AE}" dt="2026-05-12T16:51:07.593" v="28027" actId="478"/>
          <ac:picMkLst>
            <pc:docMk/>
            <pc:sldMk cId="2045193751" sldId="519"/>
            <ac:picMk id="5" creationId="{2A5711F3-0280-3BCC-A5F0-B6F7FEB53B14}"/>
          </ac:picMkLst>
        </pc:picChg>
        <pc:picChg chg="del">
          <ac:chgData name="Teng Wang" userId="18a8d83a-d360-47a3-91f7-533eefe1d157" providerId="ADAL" clId="{0D6A0893-A4C3-4472-A40B-1F08EA46D4AE}" dt="2026-05-12T16:51:07.228" v="28026" actId="478"/>
          <ac:picMkLst>
            <pc:docMk/>
            <pc:sldMk cId="2045193751" sldId="519"/>
            <ac:picMk id="7" creationId="{46B4C9C1-72C2-D98B-0140-4FAA47000D82}"/>
          </ac:picMkLst>
        </pc:picChg>
        <pc:cxnChg chg="add del mod">
          <ac:chgData name="Teng Wang" userId="18a8d83a-d360-47a3-91f7-533eefe1d157" providerId="ADAL" clId="{0D6A0893-A4C3-4472-A40B-1F08EA46D4AE}" dt="2026-05-12T20:58:00.525" v="30088" actId="11529"/>
          <ac:cxnSpMkLst>
            <pc:docMk/>
            <pc:sldMk cId="2045193751" sldId="519"/>
            <ac:cxnSpMk id="19" creationId="{2C18BD20-8F14-67C9-0AC1-710366A7CC1C}"/>
          </ac:cxnSpMkLst>
        </pc:cxnChg>
        <pc:cxnChg chg="add mod">
          <ac:chgData name="Teng Wang" userId="18a8d83a-d360-47a3-91f7-533eefe1d157" providerId="ADAL" clId="{0D6A0893-A4C3-4472-A40B-1F08EA46D4AE}" dt="2026-05-12T21:00:05.381" v="30128" actId="14100"/>
          <ac:cxnSpMkLst>
            <pc:docMk/>
            <pc:sldMk cId="2045193751" sldId="519"/>
            <ac:cxnSpMk id="23" creationId="{B8A56AEA-90A2-6367-4D34-96B2357E7AB0}"/>
          </ac:cxnSpMkLst>
        </pc:cxnChg>
      </pc:sldChg>
      <pc:sldChg chg="add del">
        <pc:chgData name="Teng Wang" userId="18a8d83a-d360-47a3-91f7-533eefe1d157" providerId="ADAL" clId="{0D6A0893-A4C3-4472-A40B-1F08EA46D4AE}" dt="2026-05-12T02:05:36.091" v="27198"/>
        <pc:sldMkLst>
          <pc:docMk/>
          <pc:sldMk cId="2966098427" sldId="519"/>
        </pc:sldMkLst>
      </pc:sldChg>
      <pc:sldChg chg="addSp delSp modSp add del mod ord">
        <pc:chgData name="Teng Wang" userId="18a8d83a-d360-47a3-91f7-533eefe1d157" providerId="ADAL" clId="{0D6A0893-A4C3-4472-A40B-1F08EA46D4AE}" dt="2026-05-12T02:05:33.223" v="27196" actId="2696"/>
        <pc:sldMkLst>
          <pc:docMk/>
          <pc:sldMk cId="4066170431" sldId="519"/>
        </pc:sldMkLst>
      </pc:sldChg>
      <pc:sldChg chg="add del">
        <pc:chgData name="Teng Wang" userId="18a8d83a-d360-47a3-91f7-533eefe1d157" providerId="ADAL" clId="{0D6A0893-A4C3-4472-A40B-1F08EA46D4AE}" dt="2026-05-12T02:05:36.091" v="27198"/>
        <pc:sldMkLst>
          <pc:docMk/>
          <pc:sldMk cId="361235151" sldId="520"/>
        </pc:sldMkLst>
      </pc:sldChg>
      <pc:sldChg chg="delSp add del mod ord">
        <pc:chgData name="Teng Wang" userId="18a8d83a-d360-47a3-91f7-533eefe1d157" providerId="ADAL" clId="{0D6A0893-A4C3-4472-A40B-1F08EA46D4AE}" dt="2026-05-12T23:19:35.496" v="31566" actId="47"/>
        <pc:sldMkLst>
          <pc:docMk/>
          <pc:sldMk cId="2198249642" sldId="520"/>
        </pc:sldMkLst>
        <pc:spChg chg="del">
          <ac:chgData name="Teng Wang" userId="18a8d83a-d360-47a3-91f7-533eefe1d157" providerId="ADAL" clId="{0D6A0893-A4C3-4472-A40B-1F08EA46D4AE}" dt="2026-05-12T16:33:24.838" v="27974" actId="478"/>
          <ac:spMkLst>
            <pc:docMk/>
            <pc:sldMk cId="2198249642" sldId="520"/>
            <ac:spMk id="10" creationId="{855FFC31-4C30-4B0C-B7D0-177DA85BC2A6}"/>
          </ac:spMkLst>
        </pc:spChg>
        <pc:spChg chg="del">
          <ac:chgData name="Teng Wang" userId="18a8d83a-d360-47a3-91f7-533eefe1d157" providerId="ADAL" clId="{0D6A0893-A4C3-4472-A40B-1F08EA46D4AE}" dt="2026-05-12T16:33:26.226" v="27975" actId="478"/>
          <ac:spMkLst>
            <pc:docMk/>
            <pc:sldMk cId="2198249642" sldId="520"/>
            <ac:spMk id="11" creationId="{5C79B060-B956-64A7-ED63-C49E6E8410FF}"/>
          </ac:spMkLst>
        </pc:spChg>
        <pc:spChg chg="del">
          <ac:chgData name="Teng Wang" userId="18a8d83a-d360-47a3-91f7-533eefe1d157" providerId="ADAL" clId="{0D6A0893-A4C3-4472-A40B-1F08EA46D4AE}" dt="2026-05-12T16:33:23.977" v="27973" actId="478"/>
          <ac:spMkLst>
            <pc:docMk/>
            <pc:sldMk cId="2198249642" sldId="520"/>
            <ac:spMk id="18" creationId="{B2882DD6-332F-7092-E110-BFFDF069CF8F}"/>
          </ac:spMkLst>
        </pc:spChg>
        <pc:picChg chg="del">
          <ac:chgData name="Teng Wang" userId="18a8d83a-d360-47a3-91f7-533eefe1d157" providerId="ADAL" clId="{0D6A0893-A4C3-4472-A40B-1F08EA46D4AE}" dt="2026-05-12T16:33:22.536" v="27971" actId="478"/>
          <ac:picMkLst>
            <pc:docMk/>
            <pc:sldMk cId="2198249642" sldId="520"/>
            <ac:picMk id="6" creationId="{385A854D-BDB5-26B6-1F66-FF5747B06144}"/>
          </ac:picMkLst>
        </pc:picChg>
        <pc:picChg chg="del">
          <ac:chgData name="Teng Wang" userId="18a8d83a-d360-47a3-91f7-533eefe1d157" providerId="ADAL" clId="{0D6A0893-A4C3-4472-A40B-1F08EA46D4AE}" dt="2026-05-12T16:33:22.859" v="27972" actId="478"/>
          <ac:picMkLst>
            <pc:docMk/>
            <pc:sldMk cId="2198249642" sldId="520"/>
            <ac:picMk id="9" creationId="{EF1EBB39-DB67-4872-D4F1-7AB5C220F2D2}"/>
          </ac:picMkLst>
        </pc:picChg>
      </pc:sldChg>
      <pc:sldChg chg="addSp delSp modSp add del mod ord">
        <pc:chgData name="Teng Wang" userId="18a8d83a-d360-47a3-91f7-533eefe1d157" providerId="ADAL" clId="{0D6A0893-A4C3-4472-A40B-1F08EA46D4AE}" dt="2026-05-12T02:05:33.223" v="27196" actId="2696"/>
        <pc:sldMkLst>
          <pc:docMk/>
          <pc:sldMk cId="3033587172" sldId="520"/>
        </pc:sldMkLst>
      </pc:sldChg>
      <pc:sldChg chg="addSp delSp modSp add del mod ord">
        <pc:chgData name="Teng Wang" userId="18a8d83a-d360-47a3-91f7-533eefe1d157" providerId="ADAL" clId="{0D6A0893-A4C3-4472-A40B-1F08EA46D4AE}" dt="2026-05-12T02:05:33.223" v="27196" actId="2696"/>
        <pc:sldMkLst>
          <pc:docMk/>
          <pc:sldMk cId="756805860" sldId="521"/>
        </pc:sldMkLst>
      </pc:sldChg>
      <pc:sldChg chg="addSp delSp modSp add mod ord">
        <pc:chgData name="Teng Wang" userId="18a8d83a-d360-47a3-91f7-533eefe1d157" providerId="ADAL" clId="{0D6A0893-A4C3-4472-A40B-1F08EA46D4AE}" dt="2026-05-12T21:59:48.289" v="30699" actId="1076"/>
        <pc:sldMkLst>
          <pc:docMk/>
          <pc:sldMk cId="1234370048" sldId="521"/>
        </pc:sldMkLst>
        <pc:spChg chg="mod">
          <ac:chgData name="Teng Wang" userId="18a8d83a-d360-47a3-91f7-533eefe1d157" providerId="ADAL" clId="{0D6A0893-A4C3-4472-A40B-1F08EA46D4AE}" dt="2026-05-12T17:14:56.599" v="28080" actId="20577"/>
          <ac:spMkLst>
            <pc:docMk/>
            <pc:sldMk cId="1234370048" sldId="521"/>
            <ac:spMk id="2" creationId="{72499B47-6A32-D59F-2E98-3CD549DEDEE3}"/>
          </ac:spMkLst>
        </pc:spChg>
        <pc:spChg chg="mod ord">
          <ac:chgData name="Teng Wang" userId="18a8d83a-d360-47a3-91f7-533eefe1d157" providerId="ADAL" clId="{0D6A0893-A4C3-4472-A40B-1F08EA46D4AE}" dt="2026-05-12T19:40:27.334" v="29552" actId="1076"/>
          <ac:spMkLst>
            <pc:docMk/>
            <pc:sldMk cId="1234370048" sldId="521"/>
            <ac:spMk id="3" creationId="{2593DDFE-62AF-C98B-63F5-5222C9F8EB18}"/>
          </ac:spMkLst>
        </pc:spChg>
        <pc:spChg chg="del">
          <ac:chgData name="Teng Wang" userId="18a8d83a-d360-47a3-91f7-533eefe1d157" providerId="ADAL" clId="{0D6A0893-A4C3-4472-A40B-1F08EA46D4AE}" dt="2026-05-12T16:33:29.232" v="27980" actId="478"/>
          <ac:spMkLst>
            <pc:docMk/>
            <pc:sldMk cId="1234370048" sldId="521"/>
            <ac:spMk id="8" creationId="{B0C1B82D-FAB2-63A7-EEC0-F5B30196FBFA}"/>
          </ac:spMkLst>
        </pc:spChg>
        <pc:spChg chg="del">
          <ac:chgData name="Teng Wang" userId="18a8d83a-d360-47a3-91f7-533eefe1d157" providerId="ADAL" clId="{0D6A0893-A4C3-4472-A40B-1F08EA46D4AE}" dt="2026-05-12T16:33:30.337" v="27981" actId="478"/>
          <ac:spMkLst>
            <pc:docMk/>
            <pc:sldMk cId="1234370048" sldId="521"/>
            <ac:spMk id="9" creationId="{935ECB23-915D-A51D-4CC0-B06038CF06D1}"/>
          </ac:spMkLst>
        </pc:spChg>
        <pc:spChg chg="del">
          <ac:chgData name="Teng Wang" userId="18a8d83a-d360-47a3-91f7-533eefe1d157" providerId="ADAL" clId="{0D6A0893-A4C3-4472-A40B-1F08EA46D4AE}" dt="2026-05-12T16:33:28.855" v="27979" actId="478"/>
          <ac:spMkLst>
            <pc:docMk/>
            <pc:sldMk cId="1234370048" sldId="521"/>
            <ac:spMk id="11" creationId="{9B01406E-973E-CF3B-2CBC-211314A406A5}"/>
          </ac:spMkLst>
        </pc:spChg>
        <pc:spChg chg="add mod">
          <ac:chgData name="Teng Wang" userId="18a8d83a-d360-47a3-91f7-533eefe1d157" providerId="ADAL" clId="{0D6A0893-A4C3-4472-A40B-1F08EA46D4AE}" dt="2026-05-12T19:39:22.700" v="29540" actId="1076"/>
          <ac:spMkLst>
            <pc:docMk/>
            <pc:sldMk cId="1234370048" sldId="521"/>
            <ac:spMk id="13" creationId="{9331AB17-317A-D1B8-ADBA-27B6ED47E33C}"/>
          </ac:spMkLst>
        </pc:spChg>
        <pc:spChg chg="del">
          <ac:chgData name="Teng Wang" userId="18a8d83a-d360-47a3-91f7-533eefe1d157" providerId="ADAL" clId="{0D6A0893-A4C3-4472-A40B-1F08EA46D4AE}" dt="2026-05-12T16:33:31.320" v="27982" actId="478"/>
          <ac:spMkLst>
            <pc:docMk/>
            <pc:sldMk cId="1234370048" sldId="521"/>
            <ac:spMk id="16" creationId="{313100AA-C74B-4C32-0EB0-2812836EA633}"/>
          </ac:spMkLst>
        </pc:spChg>
        <pc:spChg chg="del">
          <ac:chgData name="Teng Wang" userId="18a8d83a-d360-47a3-91f7-533eefe1d157" providerId="ADAL" clId="{0D6A0893-A4C3-4472-A40B-1F08EA46D4AE}" dt="2026-05-12T16:33:32.467" v="27983" actId="478"/>
          <ac:spMkLst>
            <pc:docMk/>
            <pc:sldMk cId="1234370048" sldId="521"/>
            <ac:spMk id="18" creationId="{16F5051E-4CF2-5D82-2C92-C29B6FAB9F5E}"/>
          </ac:spMkLst>
        </pc:spChg>
        <pc:spChg chg="add mod">
          <ac:chgData name="Teng Wang" userId="18a8d83a-d360-47a3-91f7-533eefe1d157" providerId="ADAL" clId="{0D6A0893-A4C3-4472-A40B-1F08EA46D4AE}" dt="2026-05-12T21:59:48.289" v="30699" actId="1076"/>
          <ac:spMkLst>
            <pc:docMk/>
            <pc:sldMk cId="1234370048" sldId="521"/>
            <ac:spMk id="19" creationId="{AEA4A2B1-2114-ED03-010E-3CF277CBF971}"/>
          </ac:spMkLst>
        </pc:spChg>
        <pc:spChg chg="add mod">
          <ac:chgData name="Teng Wang" userId="18a8d83a-d360-47a3-91f7-533eefe1d157" providerId="ADAL" clId="{0D6A0893-A4C3-4472-A40B-1F08EA46D4AE}" dt="2026-05-12T19:40:17.941" v="29549" actId="14100"/>
          <ac:spMkLst>
            <pc:docMk/>
            <pc:sldMk cId="1234370048" sldId="521"/>
            <ac:spMk id="20" creationId="{34A1D004-15D0-EEBC-0578-B7B6AE068444}"/>
          </ac:spMkLst>
        </pc:spChg>
        <pc:graphicFrameChg chg="add mod">
          <ac:chgData name="Teng Wang" userId="18a8d83a-d360-47a3-91f7-533eefe1d157" providerId="ADAL" clId="{0D6A0893-A4C3-4472-A40B-1F08EA46D4AE}" dt="2026-05-12T19:40:24.960" v="29551" actId="1076"/>
          <ac:graphicFrameMkLst>
            <pc:docMk/>
            <pc:sldMk cId="1234370048" sldId="521"/>
            <ac:graphicFrameMk id="5" creationId="{C3F7D97F-467F-EA99-5464-CCCBF2F4F2E1}"/>
          </ac:graphicFrameMkLst>
        </pc:graphicFrameChg>
        <pc:picChg chg="del">
          <ac:chgData name="Teng Wang" userId="18a8d83a-d360-47a3-91f7-533eefe1d157" providerId="ADAL" clId="{0D6A0893-A4C3-4472-A40B-1F08EA46D4AE}" dt="2026-05-12T16:33:27.605" v="27977" actId="478"/>
          <ac:picMkLst>
            <pc:docMk/>
            <pc:sldMk cId="1234370048" sldId="521"/>
            <ac:picMk id="7" creationId="{0B7E0BF1-7CBA-1F1F-F8DC-30A53B4BC7AC}"/>
          </ac:picMkLst>
        </pc:picChg>
        <pc:picChg chg="add mod ord">
          <ac:chgData name="Teng Wang" userId="18a8d83a-d360-47a3-91f7-533eefe1d157" providerId="ADAL" clId="{0D6A0893-A4C3-4472-A40B-1F08EA46D4AE}" dt="2026-05-12T19:35:50.304" v="29513" actId="1076"/>
          <ac:picMkLst>
            <pc:docMk/>
            <pc:sldMk cId="1234370048" sldId="521"/>
            <ac:picMk id="10" creationId="{F64390D7-8096-1BF8-8E55-795288915358}"/>
          </ac:picMkLst>
        </pc:picChg>
        <pc:picChg chg="add mod ord modCrop">
          <ac:chgData name="Teng Wang" userId="18a8d83a-d360-47a3-91f7-533eefe1d157" providerId="ADAL" clId="{0D6A0893-A4C3-4472-A40B-1F08EA46D4AE}" dt="2026-05-12T19:40:32.685" v="29553" actId="166"/>
          <ac:picMkLst>
            <pc:docMk/>
            <pc:sldMk cId="1234370048" sldId="521"/>
            <ac:picMk id="12" creationId="{D3030362-1A5A-E6B2-F580-E3FD17E9D6F1}"/>
          </ac:picMkLst>
        </pc:picChg>
        <pc:picChg chg="add del mod ord modCrop">
          <ac:chgData name="Teng Wang" userId="18a8d83a-d360-47a3-91f7-533eefe1d157" providerId="ADAL" clId="{0D6A0893-A4C3-4472-A40B-1F08EA46D4AE}" dt="2026-05-12T21:24:30.457" v="30197" actId="478"/>
          <ac:picMkLst>
            <pc:docMk/>
            <pc:sldMk cId="1234370048" sldId="521"/>
            <ac:picMk id="15" creationId="{1A920EE6-25D4-FA70-6F2A-8E5185369DF3}"/>
          </ac:picMkLst>
        </pc:picChg>
        <pc:picChg chg="add mod ord">
          <ac:chgData name="Teng Wang" userId="18a8d83a-d360-47a3-91f7-533eefe1d157" providerId="ADAL" clId="{0D6A0893-A4C3-4472-A40B-1F08EA46D4AE}" dt="2026-05-12T21:24:51.056" v="30208" actId="14100"/>
          <ac:picMkLst>
            <pc:docMk/>
            <pc:sldMk cId="1234370048" sldId="521"/>
            <ac:picMk id="22" creationId="{65BB5A02-762D-AF23-DB6D-6D75B4A33265}"/>
          </ac:picMkLst>
        </pc:picChg>
        <pc:picChg chg="del">
          <ac:chgData name="Teng Wang" userId="18a8d83a-d360-47a3-91f7-533eefe1d157" providerId="ADAL" clId="{0D6A0893-A4C3-4472-A40B-1F08EA46D4AE}" dt="2026-05-12T16:33:27.136" v="27976" actId="478"/>
          <ac:picMkLst>
            <pc:docMk/>
            <pc:sldMk cId="1234370048" sldId="521"/>
            <ac:picMk id="2050" creationId="{6714A0FC-A82B-2711-5EA0-CA884F626329}"/>
          </ac:picMkLst>
        </pc:picChg>
        <pc:cxnChg chg="del mod">
          <ac:chgData name="Teng Wang" userId="18a8d83a-d360-47a3-91f7-533eefe1d157" providerId="ADAL" clId="{0D6A0893-A4C3-4472-A40B-1F08EA46D4AE}" dt="2026-05-12T16:33:28.277" v="27978" actId="478"/>
          <ac:cxnSpMkLst>
            <pc:docMk/>
            <pc:sldMk cId="1234370048" sldId="521"/>
            <ac:cxnSpMk id="14" creationId="{54DFB49E-FBBE-7FE8-9C22-9F1B618630B6}"/>
          </ac:cxnSpMkLst>
        </pc:cxnChg>
      </pc:sldChg>
      <pc:sldChg chg="add del">
        <pc:chgData name="Teng Wang" userId="18a8d83a-d360-47a3-91f7-533eefe1d157" providerId="ADAL" clId="{0D6A0893-A4C3-4472-A40B-1F08EA46D4AE}" dt="2026-05-12T02:05:36.091" v="27198"/>
        <pc:sldMkLst>
          <pc:docMk/>
          <pc:sldMk cId="2866539833" sldId="521"/>
        </pc:sldMkLst>
      </pc:sldChg>
      <pc:sldChg chg="add del">
        <pc:chgData name="Teng Wang" userId="18a8d83a-d360-47a3-91f7-533eefe1d157" providerId="ADAL" clId="{0D6A0893-A4C3-4472-A40B-1F08EA46D4AE}" dt="2026-05-12T02:05:36.091" v="27198"/>
        <pc:sldMkLst>
          <pc:docMk/>
          <pc:sldMk cId="1081562318" sldId="524"/>
        </pc:sldMkLst>
      </pc:sldChg>
      <pc:sldChg chg="addSp delSp modSp add mod ord">
        <pc:chgData name="Teng Wang" userId="18a8d83a-d360-47a3-91f7-533eefe1d157" providerId="ADAL" clId="{0D6A0893-A4C3-4472-A40B-1F08EA46D4AE}" dt="2026-05-12T22:53:47.690" v="31543" actId="20577"/>
        <pc:sldMkLst>
          <pc:docMk/>
          <pc:sldMk cId="1930059427" sldId="524"/>
        </pc:sldMkLst>
        <pc:spChg chg="mod">
          <ac:chgData name="Teng Wang" userId="18a8d83a-d360-47a3-91f7-533eefe1d157" providerId="ADAL" clId="{0D6A0893-A4C3-4472-A40B-1F08EA46D4AE}" dt="2026-05-12T22:53:47.690" v="31543" actId="20577"/>
          <ac:spMkLst>
            <pc:docMk/>
            <pc:sldMk cId="1930059427" sldId="524"/>
            <ac:spMk id="2" creationId="{5DB803F9-C810-62B8-CB01-144B20FFE10E}"/>
          </ac:spMkLst>
        </pc:spChg>
        <pc:spChg chg="del mod ord">
          <ac:chgData name="Teng Wang" userId="18a8d83a-d360-47a3-91f7-533eefe1d157" providerId="ADAL" clId="{0D6A0893-A4C3-4472-A40B-1F08EA46D4AE}" dt="2026-05-12T17:56:29.503" v="28468" actId="478"/>
          <ac:spMkLst>
            <pc:docMk/>
            <pc:sldMk cId="1930059427" sldId="524"/>
            <ac:spMk id="5" creationId="{1B354FB6-6415-4A8E-9B95-D02D97092D8F}"/>
          </ac:spMkLst>
        </pc:spChg>
        <pc:spChg chg="add mod">
          <ac:chgData name="Teng Wang" userId="18a8d83a-d360-47a3-91f7-533eefe1d157" providerId="ADAL" clId="{0D6A0893-A4C3-4472-A40B-1F08EA46D4AE}" dt="2026-05-12T17:54:04.985" v="28379" actId="1035"/>
          <ac:spMkLst>
            <pc:docMk/>
            <pc:sldMk cId="1930059427" sldId="524"/>
            <ac:spMk id="7" creationId="{60C93A51-B32F-070A-F84A-A0F16313965C}"/>
          </ac:spMkLst>
        </pc:spChg>
        <pc:spChg chg="add mod">
          <ac:chgData name="Teng Wang" userId="18a8d83a-d360-47a3-91f7-533eefe1d157" providerId="ADAL" clId="{0D6A0893-A4C3-4472-A40B-1F08EA46D4AE}" dt="2026-05-12T17:54:04.985" v="28379" actId="1035"/>
          <ac:spMkLst>
            <pc:docMk/>
            <pc:sldMk cId="1930059427" sldId="524"/>
            <ac:spMk id="8" creationId="{DA9FC1BA-8AFE-6834-52AC-729460A5FCC2}"/>
          </ac:spMkLst>
        </pc:spChg>
        <pc:spChg chg="add mod">
          <ac:chgData name="Teng Wang" userId="18a8d83a-d360-47a3-91f7-533eefe1d157" providerId="ADAL" clId="{0D6A0893-A4C3-4472-A40B-1F08EA46D4AE}" dt="2026-05-12T17:57:20.592" v="28476" actId="14100"/>
          <ac:spMkLst>
            <pc:docMk/>
            <pc:sldMk cId="1930059427" sldId="524"/>
            <ac:spMk id="9" creationId="{133D817D-D223-AA3D-2ABA-3D6692ACD0BB}"/>
          </ac:spMkLst>
        </pc:spChg>
        <pc:spChg chg="add mod">
          <ac:chgData name="Teng Wang" userId="18a8d83a-d360-47a3-91f7-533eefe1d157" providerId="ADAL" clId="{0D6A0893-A4C3-4472-A40B-1F08EA46D4AE}" dt="2026-05-12T17:57:28.438" v="28478" actId="14100"/>
          <ac:spMkLst>
            <pc:docMk/>
            <pc:sldMk cId="1930059427" sldId="524"/>
            <ac:spMk id="10" creationId="{FFEAD0EE-1131-DCB1-275F-8F29917C399D}"/>
          </ac:spMkLst>
        </pc:spChg>
        <pc:spChg chg="add mod">
          <ac:chgData name="Teng Wang" userId="18a8d83a-d360-47a3-91f7-533eefe1d157" providerId="ADAL" clId="{0D6A0893-A4C3-4472-A40B-1F08EA46D4AE}" dt="2026-05-12T17:54:23.778" v="28382" actId="1076"/>
          <ac:spMkLst>
            <pc:docMk/>
            <pc:sldMk cId="1930059427" sldId="524"/>
            <ac:spMk id="11" creationId="{3E4DFAAC-38E5-00D4-385D-444AA51715DF}"/>
          </ac:spMkLst>
        </pc:spChg>
        <pc:spChg chg="del">
          <ac:chgData name="Teng Wang" userId="18a8d83a-d360-47a3-91f7-533eefe1d157" providerId="ADAL" clId="{0D6A0893-A4C3-4472-A40B-1F08EA46D4AE}" dt="2026-05-12T17:50:19.252" v="28257" actId="478"/>
          <ac:spMkLst>
            <pc:docMk/>
            <pc:sldMk cId="1930059427" sldId="524"/>
            <ac:spMk id="12" creationId="{8F1D7434-2FFE-CE2B-8AC1-A80527FD1C33}"/>
          </ac:spMkLst>
        </pc:spChg>
        <pc:spChg chg="add mod">
          <ac:chgData name="Teng Wang" userId="18a8d83a-d360-47a3-91f7-533eefe1d157" providerId="ADAL" clId="{0D6A0893-A4C3-4472-A40B-1F08EA46D4AE}" dt="2026-05-12T17:50:25.214" v="28260" actId="1076"/>
          <ac:spMkLst>
            <pc:docMk/>
            <pc:sldMk cId="1930059427" sldId="524"/>
            <ac:spMk id="13" creationId="{99657733-127F-D495-5775-C63ACF603C66}"/>
          </ac:spMkLst>
        </pc:spChg>
        <pc:spChg chg="add mod">
          <ac:chgData name="Teng Wang" userId="18a8d83a-d360-47a3-91f7-533eefe1d157" providerId="ADAL" clId="{0D6A0893-A4C3-4472-A40B-1F08EA46D4AE}" dt="2026-05-12T17:57:31.842" v="28479" actId="14100"/>
          <ac:spMkLst>
            <pc:docMk/>
            <pc:sldMk cId="1930059427" sldId="524"/>
            <ac:spMk id="14" creationId="{DEA61FDB-9BA5-ED6E-D030-41EE17224682}"/>
          </ac:spMkLst>
        </pc:spChg>
        <pc:spChg chg="add mod">
          <ac:chgData name="Teng Wang" userId="18a8d83a-d360-47a3-91f7-533eefe1d157" providerId="ADAL" clId="{0D6A0893-A4C3-4472-A40B-1F08EA46D4AE}" dt="2026-05-12T17:57:07.436" v="28475" actId="14100"/>
          <ac:spMkLst>
            <pc:docMk/>
            <pc:sldMk cId="1930059427" sldId="524"/>
            <ac:spMk id="15" creationId="{E64768A7-E9D0-A85A-A6C1-4992B78BD869}"/>
          </ac:spMkLst>
        </pc:spChg>
        <pc:spChg chg="add del mod">
          <ac:chgData name="Teng Wang" userId="18a8d83a-d360-47a3-91f7-533eefe1d157" providerId="ADAL" clId="{0D6A0893-A4C3-4472-A40B-1F08EA46D4AE}" dt="2026-05-12T17:52:51.376" v="28352" actId="478"/>
          <ac:spMkLst>
            <pc:docMk/>
            <pc:sldMk cId="1930059427" sldId="524"/>
            <ac:spMk id="16" creationId="{C3FF7046-CA08-B5CB-DF67-7990549F64D3}"/>
          </ac:spMkLst>
        </pc:spChg>
        <pc:spChg chg="add del mod">
          <ac:chgData name="Teng Wang" userId="18a8d83a-d360-47a3-91f7-533eefe1d157" providerId="ADAL" clId="{0D6A0893-A4C3-4472-A40B-1F08EA46D4AE}" dt="2026-05-12T17:52:52.232" v="28353" actId="478"/>
          <ac:spMkLst>
            <pc:docMk/>
            <pc:sldMk cId="1930059427" sldId="524"/>
            <ac:spMk id="17" creationId="{19CC5AEE-D753-DFF7-1E16-368DF0719F2E}"/>
          </ac:spMkLst>
        </pc:spChg>
        <pc:spChg chg="add mod">
          <ac:chgData name="Teng Wang" userId="18a8d83a-d360-47a3-91f7-533eefe1d157" providerId="ADAL" clId="{0D6A0893-A4C3-4472-A40B-1F08EA46D4AE}" dt="2026-05-12T17:54:10.117" v="28380" actId="1076"/>
          <ac:spMkLst>
            <pc:docMk/>
            <pc:sldMk cId="1930059427" sldId="524"/>
            <ac:spMk id="18" creationId="{C91BFEC3-969D-D857-5092-A9040B3EC8AB}"/>
          </ac:spMkLst>
        </pc:spChg>
        <pc:spChg chg="del">
          <ac:chgData name="Teng Wang" userId="18a8d83a-d360-47a3-91f7-533eefe1d157" providerId="ADAL" clId="{0D6A0893-A4C3-4472-A40B-1F08EA46D4AE}" dt="2026-05-12T17:58:21.644" v="28484" actId="478"/>
          <ac:spMkLst>
            <pc:docMk/>
            <pc:sldMk cId="1930059427" sldId="524"/>
            <ac:spMk id="19" creationId="{8F3F49DC-BB7F-FBD8-1E7B-A70DE500B033}"/>
          </ac:spMkLst>
        </pc:spChg>
        <pc:spChg chg="add mod">
          <ac:chgData name="Teng Wang" userId="18a8d83a-d360-47a3-91f7-533eefe1d157" providerId="ADAL" clId="{0D6A0893-A4C3-4472-A40B-1F08EA46D4AE}" dt="2026-05-12T17:55:05.083" v="28413" actId="20577"/>
          <ac:spMkLst>
            <pc:docMk/>
            <pc:sldMk cId="1930059427" sldId="524"/>
            <ac:spMk id="22" creationId="{EFDA165F-A607-872F-D5DA-82F491F93077}"/>
          </ac:spMkLst>
        </pc:spChg>
        <pc:spChg chg="add mod">
          <ac:chgData name="Teng Wang" userId="18a8d83a-d360-47a3-91f7-533eefe1d157" providerId="ADAL" clId="{0D6A0893-A4C3-4472-A40B-1F08EA46D4AE}" dt="2026-05-12T17:56:07.331" v="28461" actId="20577"/>
          <ac:spMkLst>
            <pc:docMk/>
            <pc:sldMk cId="1930059427" sldId="524"/>
            <ac:spMk id="23" creationId="{6FFF73ED-B0FE-CDA7-A33F-E89072682A88}"/>
          </ac:spMkLst>
        </pc:spChg>
        <pc:spChg chg="add mod">
          <ac:chgData name="Teng Wang" userId="18a8d83a-d360-47a3-91f7-533eefe1d157" providerId="ADAL" clId="{0D6A0893-A4C3-4472-A40B-1F08EA46D4AE}" dt="2026-05-12T17:56:25.457" v="28467" actId="20577"/>
          <ac:spMkLst>
            <pc:docMk/>
            <pc:sldMk cId="1930059427" sldId="524"/>
            <ac:spMk id="24" creationId="{801C6F1F-32A0-74E7-81A3-C1DCF36C818A}"/>
          </ac:spMkLst>
        </pc:spChg>
        <pc:spChg chg="add mod">
          <ac:chgData name="Teng Wang" userId="18a8d83a-d360-47a3-91f7-533eefe1d157" providerId="ADAL" clId="{0D6A0893-A4C3-4472-A40B-1F08EA46D4AE}" dt="2026-05-12T22:20:15.594" v="30783" actId="20577"/>
          <ac:spMkLst>
            <pc:docMk/>
            <pc:sldMk cId="1930059427" sldId="524"/>
            <ac:spMk id="52" creationId="{0CF991A6-AF53-1D7C-85F8-12EF292358BD}"/>
          </ac:spMkLst>
        </pc:spChg>
        <pc:picChg chg="add mod">
          <ac:chgData name="Teng Wang" userId="18a8d83a-d360-47a3-91f7-533eefe1d157" providerId="ADAL" clId="{0D6A0893-A4C3-4472-A40B-1F08EA46D4AE}" dt="2026-05-12T22:19:14.103" v="30768" actId="1076"/>
          <ac:picMkLst>
            <pc:docMk/>
            <pc:sldMk cId="1930059427" sldId="524"/>
            <ac:picMk id="6" creationId="{95A93358-B39A-FCED-1ADD-534914450D65}"/>
          </ac:picMkLst>
        </pc:picChg>
        <pc:picChg chg="del">
          <ac:chgData name="Teng Wang" userId="18a8d83a-d360-47a3-91f7-533eefe1d157" providerId="ADAL" clId="{0D6A0893-A4C3-4472-A40B-1F08EA46D4AE}" dt="2026-05-12T17:45:54.663" v="28124" actId="478"/>
          <ac:picMkLst>
            <pc:docMk/>
            <pc:sldMk cId="1930059427" sldId="524"/>
            <ac:picMk id="3074" creationId="{B8F455BE-9A00-D790-AD21-EFD84202BF23}"/>
          </ac:picMkLst>
        </pc:picChg>
        <pc:cxnChg chg="add mod">
          <ac:chgData name="Teng Wang" userId="18a8d83a-d360-47a3-91f7-533eefe1d157" providerId="ADAL" clId="{0D6A0893-A4C3-4472-A40B-1F08EA46D4AE}" dt="2026-05-12T17:58:12.122" v="28483" actId="1582"/>
          <ac:cxnSpMkLst>
            <pc:docMk/>
            <pc:sldMk cId="1930059427" sldId="524"/>
            <ac:cxnSpMk id="21" creationId="{3DEA8306-D5DF-0969-B5DA-5D88C48E7ED7}"/>
          </ac:cxnSpMkLst>
        </pc:cxnChg>
        <pc:cxnChg chg="add mod">
          <ac:chgData name="Teng Wang" userId="18a8d83a-d360-47a3-91f7-533eefe1d157" providerId="ADAL" clId="{0D6A0893-A4C3-4472-A40B-1F08EA46D4AE}" dt="2026-05-12T17:58:12.122" v="28483" actId="1582"/>
          <ac:cxnSpMkLst>
            <pc:docMk/>
            <pc:sldMk cId="1930059427" sldId="524"/>
            <ac:cxnSpMk id="26" creationId="{6DA61211-0C71-D38C-B867-5EFDD94CA3C5}"/>
          </ac:cxnSpMkLst>
        </pc:cxnChg>
        <pc:cxnChg chg="add mod">
          <ac:chgData name="Teng Wang" userId="18a8d83a-d360-47a3-91f7-533eefe1d157" providerId="ADAL" clId="{0D6A0893-A4C3-4472-A40B-1F08EA46D4AE}" dt="2026-05-12T17:58:12.122" v="28483" actId="1582"/>
          <ac:cxnSpMkLst>
            <pc:docMk/>
            <pc:sldMk cId="1930059427" sldId="524"/>
            <ac:cxnSpMk id="28" creationId="{67CCA9E1-44AA-3C44-FB4E-C03B9AC6763A}"/>
          </ac:cxnSpMkLst>
        </pc:cxnChg>
        <pc:cxnChg chg="add mod">
          <ac:chgData name="Teng Wang" userId="18a8d83a-d360-47a3-91f7-533eefe1d157" providerId="ADAL" clId="{0D6A0893-A4C3-4472-A40B-1F08EA46D4AE}" dt="2026-05-12T17:58:12.122" v="28483" actId="1582"/>
          <ac:cxnSpMkLst>
            <pc:docMk/>
            <pc:sldMk cId="1930059427" sldId="524"/>
            <ac:cxnSpMk id="30" creationId="{36486E5F-197A-C07E-FF04-974A0B81C6D8}"/>
          </ac:cxnSpMkLst>
        </pc:cxnChg>
        <pc:cxnChg chg="add mod">
          <ac:chgData name="Teng Wang" userId="18a8d83a-d360-47a3-91f7-533eefe1d157" providerId="ADAL" clId="{0D6A0893-A4C3-4472-A40B-1F08EA46D4AE}" dt="2026-05-12T17:58:12.122" v="28483" actId="1582"/>
          <ac:cxnSpMkLst>
            <pc:docMk/>
            <pc:sldMk cId="1930059427" sldId="524"/>
            <ac:cxnSpMk id="32" creationId="{3D777EC4-6922-5C9E-C237-DA209F511EB1}"/>
          </ac:cxnSpMkLst>
        </pc:cxnChg>
        <pc:cxnChg chg="add mod">
          <ac:chgData name="Teng Wang" userId="18a8d83a-d360-47a3-91f7-533eefe1d157" providerId="ADAL" clId="{0D6A0893-A4C3-4472-A40B-1F08EA46D4AE}" dt="2026-05-12T17:58:12.122" v="28483" actId="1582"/>
          <ac:cxnSpMkLst>
            <pc:docMk/>
            <pc:sldMk cId="1930059427" sldId="524"/>
            <ac:cxnSpMk id="35" creationId="{EF4D5448-6161-EA2D-9D14-A608C8A42058}"/>
          </ac:cxnSpMkLst>
        </pc:cxnChg>
        <pc:cxnChg chg="add mod">
          <ac:chgData name="Teng Wang" userId="18a8d83a-d360-47a3-91f7-533eefe1d157" providerId="ADAL" clId="{0D6A0893-A4C3-4472-A40B-1F08EA46D4AE}" dt="2026-05-12T17:58:12.122" v="28483" actId="1582"/>
          <ac:cxnSpMkLst>
            <pc:docMk/>
            <pc:sldMk cId="1930059427" sldId="524"/>
            <ac:cxnSpMk id="47" creationId="{8E52473E-DF4E-187B-9FA8-58219CD85FDD}"/>
          </ac:cxnSpMkLst>
        </pc:cxnChg>
        <pc:cxnChg chg="add mod">
          <ac:chgData name="Teng Wang" userId="18a8d83a-d360-47a3-91f7-533eefe1d157" providerId="ADAL" clId="{0D6A0893-A4C3-4472-A40B-1F08EA46D4AE}" dt="2026-05-12T17:58:12.122" v="28483" actId="1582"/>
          <ac:cxnSpMkLst>
            <pc:docMk/>
            <pc:sldMk cId="1930059427" sldId="524"/>
            <ac:cxnSpMk id="49" creationId="{7EF1F417-4529-DF2E-636E-06BE397EB017}"/>
          </ac:cxnSpMkLst>
        </pc:cxnChg>
        <pc:cxnChg chg="add mod">
          <ac:chgData name="Teng Wang" userId="18a8d83a-d360-47a3-91f7-533eefe1d157" providerId="ADAL" clId="{0D6A0893-A4C3-4472-A40B-1F08EA46D4AE}" dt="2026-05-12T17:58:12.122" v="28483" actId="1582"/>
          <ac:cxnSpMkLst>
            <pc:docMk/>
            <pc:sldMk cId="1930059427" sldId="524"/>
            <ac:cxnSpMk id="51" creationId="{AF85DC8B-622A-FAA0-E2C9-C884D0BD67EA}"/>
          </ac:cxnSpMkLst>
        </pc:cxnChg>
      </pc:sldChg>
      <pc:sldChg chg="addSp delSp modSp add del mod ord">
        <pc:chgData name="Teng Wang" userId="18a8d83a-d360-47a3-91f7-533eefe1d157" providerId="ADAL" clId="{0D6A0893-A4C3-4472-A40B-1F08EA46D4AE}" dt="2026-05-12T02:05:33.223" v="27196" actId="2696"/>
        <pc:sldMkLst>
          <pc:docMk/>
          <pc:sldMk cId="3398605400" sldId="524"/>
        </pc:sldMkLst>
      </pc:sldChg>
      <pc:sldChg chg="addSp delSp modSp add del mod ord">
        <pc:chgData name="Teng Wang" userId="18a8d83a-d360-47a3-91f7-533eefe1d157" providerId="ADAL" clId="{0D6A0893-A4C3-4472-A40B-1F08EA46D4AE}" dt="2026-05-12T02:05:33.223" v="27196" actId="2696"/>
        <pc:sldMkLst>
          <pc:docMk/>
          <pc:sldMk cId="193952959" sldId="525"/>
        </pc:sldMkLst>
      </pc:sldChg>
      <pc:sldChg chg="delSp add del mod">
        <pc:chgData name="Teng Wang" userId="18a8d83a-d360-47a3-91f7-533eefe1d157" providerId="ADAL" clId="{0D6A0893-A4C3-4472-A40B-1F08EA46D4AE}" dt="2026-05-12T19:43:05.083" v="29556" actId="47"/>
        <pc:sldMkLst>
          <pc:docMk/>
          <pc:sldMk cId="2922390612" sldId="525"/>
        </pc:sldMkLst>
        <pc:spChg chg="del">
          <ac:chgData name="Teng Wang" userId="18a8d83a-d360-47a3-91f7-533eefe1d157" providerId="ADAL" clId="{0D6A0893-A4C3-4472-A40B-1F08EA46D4AE}" dt="2026-05-12T16:51:17.181" v="28032" actId="478"/>
          <ac:spMkLst>
            <pc:docMk/>
            <pc:sldMk cId="2922390612" sldId="525"/>
            <ac:spMk id="8" creationId="{B2BFB637-937B-4711-FA3D-5D0F2938D33C}"/>
          </ac:spMkLst>
        </pc:spChg>
        <pc:spChg chg="del">
          <ac:chgData name="Teng Wang" userId="18a8d83a-d360-47a3-91f7-533eefe1d157" providerId="ADAL" clId="{0D6A0893-A4C3-4472-A40B-1F08EA46D4AE}" dt="2026-05-12T16:51:18.394" v="28033" actId="478"/>
          <ac:spMkLst>
            <pc:docMk/>
            <pc:sldMk cId="2922390612" sldId="525"/>
            <ac:spMk id="18" creationId="{796617B0-F6B4-DD21-81A4-BF0F1FD94AA5}"/>
          </ac:spMkLst>
        </pc:spChg>
        <pc:picChg chg="del">
          <ac:chgData name="Teng Wang" userId="18a8d83a-d360-47a3-91f7-533eefe1d157" providerId="ADAL" clId="{0D6A0893-A4C3-4472-A40B-1F08EA46D4AE}" dt="2026-05-12T16:51:15.608" v="28031" actId="478"/>
          <ac:picMkLst>
            <pc:docMk/>
            <pc:sldMk cId="2922390612" sldId="525"/>
            <ac:picMk id="6" creationId="{EE5BFDFF-30B2-2774-482D-40D1BA0F2DDB}"/>
          </ac:picMkLst>
        </pc:picChg>
        <pc:picChg chg="del">
          <ac:chgData name="Teng Wang" userId="18a8d83a-d360-47a3-91f7-533eefe1d157" providerId="ADAL" clId="{0D6A0893-A4C3-4472-A40B-1F08EA46D4AE}" dt="2026-05-12T16:51:15.220" v="28030" actId="478"/>
          <ac:picMkLst>
            <pc:docMk/>
            <pc:sldMk cId="2922390612" sldId="525"/>
            <ac:picMk id="10" creationId="{0BD0B25F-8DB3-AAA9-DF23-D4BF1C6C613A}"/>
          </ac:picMkLst>
        </pc:picChg>
      </pc:sldChg>
      <pc:sldChg chg="add del">
        <pc:chgData name="Teng Wang" userId="18a8d83a-d360-47a3-91f7-533eefe1d157" providerId="ADAL" clId="{0D6A0893-A4C3-4472-A40B-1F08EA46D4AE}" dt="2026-05-12T02:05:36.091" v="27198"/>
        <pc:sldMkLst>
          <pc:docMk/>
          <pc:sldMk cId="3641276485" sldId="525"/>
        </pc:sldMkLst>
      </pc:sldChg>
      <pc:sldChg chg="add del">
        <pc:chgData name="Teng Wang" userId="18a8d83a-d360-47a3-91f7-533eefe1d157" providerId="ADAL" clId="{0D6A0893-A4C3-4472-A40B-1F08EA46D4AE}" dt="2026-05-12T02:05:36.091" v="27198"/>
        <pc:sldMkLst>
          <pc:docMk/>
          <pc:sldMk cId="2487314245" sldId="527"/>
        </pc:sldMkLst>
      </pc:sldChg>
      <pc:sldChg chg="delSp add del mod">
        <pc:chgData name="Teng Wang" userId="18a8d83a-d360-47a3-91f7-533eefe1d157" providerId="ADAL" clId="{0D6A0893-A4C3-4472-A40B-1F08EA46D4AE}" dt="2026-05-12T19:43:02.730" v="29555" actId="47"/>
        <pc:sldMkLst>
          <pc:docMk/>
          <pc:sldMk cId="2586660196" sldId="527"/>
        </pc:sldMkLst>
        <pc:picChg chg="del">
          <ac:chgData name="Teng Wang" userId="18a8d83a-d360-47a3-91f7-533eefe1d157" providerId="ADAL" clId="{0D6A0893-A4C3-4472-A40B-1F08EA46D4AE}" dt="2026-05-12T16:43:25.794" v="28013" actId="478"/>
          <ac:picMkLst>
            <pc:docMk/>
            <pc:sldMk cId="2586660196" sldId="527"/>
            <ac:picMk id="5" creationId="{F81683C9-7A25-BD08-200E-2749C873BAF7}"/>
          </ac:picMkLst>
        </pc:picChg>
        <pc:picChg chg="del">
          <ac:chgData name="Teng Wang" userId="18a8d83a-d360-47a3-91f7-533eefe1d157" providerId="ADAL" clId="{0D6A0893-A4C3-4472-A40B-1F08EA46D4AE}" dt="2026-05-12T16:43:26.105" v="28014" actId="478"/>
          <ac:picMkLst>
            <pc:docMk/>
            <pc:sldMk cId="2586660196" sldId="527"/>
            <ac:picMk id="6" creationId="{4F8B29A6-C00B-72B8-8D33-3458C7BD5C7D}"/>
          </ac:picMkLst>
        </pc:picChg>
      </pc:sldChg>
      <pc:sldChg chg="addSp modSp add del mod ord">
        <pc:chgData name="Teng Wang" userId="18a8d83a-d360-47a3-91f7-533eefe1d157" providerId="ADAL" clId="{0D6A0893-A4C3-4472-A40B-1F08EA46D4AE}" dt="2026-05-12T02:05:33.223" v="27196" actId="2696"/>
        <pc:sldMkLst>
          <pc:docMk/>
          <pc:sldMk cId="3504325836" sldId="527"/>
        </pc:sldMkLst>
      </pc:sldChg>
      <pc:sldChg chg="addSp delSp modSp add del mod ord">
        <pc:chgData name="Teng Wang" userId="18a8d83a-d360-47a3-91f7-533eefe1d157" providerId="ADAL" clId="{0D6A0893-A4C3-4472-A40B-1F08EA46D4AE}" dt="2026-05-12T02:05:33.223" v="27196" actId="2696"/>
        <pc:sldMkLst>
          <pc:docMk/>
          <pc:sldMk cId="1831023210" sldId="528"/>
        </pc:sldMkLst>
      </pc:sldChg>
      <pc:sldChg chg="add del">
        <pc:chgData name="Teng Wang" userId="18a8d83a-d360-47a3-91f7-533eefe1d157" providerId="ADAL" clId="{0D6A0893-A4C3-4472-A40B-1F08EA46D4AE}" dt="2026-05-12T02:05:36.091" v="27198"/>
        <pc:sldMkLst>
          <pc:docMk/>
          <pc:sldMk cId="2935425938" sldId="528"/>
        </pc:sldMkLst>
      </pc:sldChg>
      <pc:sldChg chg="addSp delSp modSp add mod ord">
        <pc:chgData name="Teng Wang" userId="18a8d83a-d360-47a3-91f7-533eefe1d157" providerId="ADAL" clId="{0D6A0893-A4C3-4472-A40B-1F08EA46D4AE}" dt="2026-05-12T22:00:39.973" v="30703" actId="20577"/>
        <pc:sldMkLst>
          <pc:docMk/>
          <pc:sldMk cId="4150042748" sldId="528"/>
        </pc:sldMkLst>
        <pc:spChg chg="mod">
          <ac:chgData name="Teng Wang" userId="18a8d83a-d360-47a3-91f7-533eefe1d157" providerId="ADAL" clId="{0D6A0893-A4C3-4472-A40B-1F08EA46D4AE}" dt="2026-05-12T21:36:37.078" v="30649" actId="20577"/>
          <ac:spMkLst>
            <pc:docMk/>
            <pc:sldMk cId="4150042748" sldId="528"/>
            <ac:spMk id="2" creationId="{D9830DAC-5866-099A-C0B4-233280778FCB}"/>
          </ac:spMkLst>
        </pc:spChg>
        <pc:spChg chg="add mod">
          <ac:chgData name="Teng Wang" userId="18a8d83a-d360-47a3-91f7-533eefe1d157" providerId="ADAL" clId="{0D6A0893-A4C3-4472-A40B-1F08EA46D4AE}" dt="2026-05-12T22:00:39.973" v="30703" actId="20577"/>
          <ac:spMkLst>
            <pc:docMk/>
            <pc:sldMk cId="4150042748" sldId="528"/>
            <ac:spMk id="8" creationId="{999ECAD2-DCE1-C20B-385C-A38B0D1608D9}"/>
          </ac:spMkLst>
        </pc:spChg>
        <pc:spChg chg="del">
          <ac:chgData name="Teng Wang" userId="18a8d83a-d360-47a3-91f7-533eefe1d157" providerId="ADAL" clId="{0D6A0893-A4C3-4472-A40B-1F08EA46D4AE}" dt="2026-05-12T19:43:22.638" v="29557" actId="478"/>
          <ac:spMkLst>
            <pc:docMk/>
            <pc:sldMk cId="4150042748" sldId="528"/>
            <ac:spMk id="12" creationId="{7F8F2C27-6646-6838-89D3-3CBD9CB2FEB4}"/>
          </ac:spMkLst>
        </pc:spChg>
        <pc:spChg chg="del">
          <ac:chgData name="Teng Wang" userId="18a8d83a-d360-47a3-91f7-533eefe1d157" providerId="ADAL" clId="{0D6A0893-A4C3-4472-A40B-1F08EA46D4AE}" dt="2026-05-12T21:28:38.536" v="30274" actId="478"/>
          <ac:spMkLst>
            <pc:docMk/>
            <pc:sldMk cId="4150042748" sldId="528"/>
            <ac:spMk id="18" creationId="{098081E7-2A35-516C-9DFE-01BE8C84B73D}"/>
          </ac:spMkLst>
        </pc:spChg>
        <pc:picChg chg="add mod">
          <ac:chgData name="Teng Wang" userId="18a8d83a-d360-47a3-91f7-533eefe1d157" providerId="ADAL" clId="{0D6A0893-A4C3-4472-A40B-1F08EA46D4AE}" dt="2026-05-12T21:57:13.755" v="30660" actId="1076"/>
          <ac:picMkLst>
            <pc:docMk/>
            <pc:sldMk cId="4150042748" sldId="528"/>
            <ac:picMk id="3" creationId="{678197FA-3622-C877-BFF1-8717AEA49E4D}"/>
          </ac:picMkLst>
        </pc:picChg>
        <pc:picChg chg="del">
          <ac:chgData name="Teng Wang" userId="18a8d83a-d360-47a3-91f7-533eefe1d157" providerId="ADAL" clId="{0D6A0893-A4C3-4472-A40B-1F08EA46D4AE}" dt="2026-05-12T16:43:24.096" v="28012" actId="478"/>
          <ac:picMkLst>
            <pc:docMk/>
            <pc:sldMk cId="4150042748" sldId="528"/>
            <ac:picMk id="6" creationId="{752B3753-9392-4D5B-B8B1-9F131B31F3BD}"/>
          </ac:picMkLst>
        </pc:picChg>
        <pc:picChg chg="add mod">
          <ac:chgData name="Teng Wang" userId="18a8d83a-d360-47a3-91f7-533eefe1d157" providerId="ADAL" clId="{0D6A0893-A4C3-4472-A40B-1F08EA46D4AE}" dt="2026-05-12T21:57:04.220" v="30658" actId="1076"/>
          <ac:picMkLst>
            <pc:docMk/>
            <pc:sldMk cId="4150042748" sldId="528"/>
            <ac:picMk id="7" creationId="{7D8B1BFA-3C31-1056-2A0D-D754C1BF8DB1}"/>
          </ac:picMkLst>
        </pc:picChg>
      </pc:sldChg>
      <pc:sldChg chg="addSp delSp modSp add del mod ord">
        <pc:chgData name="Teng Wang" userId="18a8d83a-d360-47a3-91f7-533eefe1d157" providerId="ADAL" clId="{0D6A0893-A4C3-4472-A40B-1F08EA46D4AE}" dt="2026-05-12T02:05:33.223" v="27196" actId="2696"/>
        <pc:sldMkLst>
          <pc:docMk/>
          <pc:sldMk cId="1180067897" sldId="529"/>
        </pc:sldMkLst>
      </pc:sldChg>
      <pc:sldChg chg="add ord">
        <pc:chgData name="Teng Wang" userId="18a8d83a-d360-47a3-91f7-533eefe1d157" providerId="ADAL" clId="{0D6A0893-A4C3-4472-A40B-1F08EA46D4AE}" dt="2026-05-12T16:43:21.055" v="28011"/>
        <pc:sldMkLst>
          <pc:docMk/>
          <pc:sldMk cId="2480636601" sldId="529"/>
        </pc:sldMkLst>
      </pc:sldChg>
      <pc:sldChg chg="add del">
        <pc:chgData name="Teng Wang" userId="18a8d83a-d360-47a3-91f7-533eefe1d157" providerId="ADAL" clId="{0D6A0893-A4C3-4472-A40B-1F08EA46D4AE}" dt="2026-05-12T02:05:36.091" v="27198"/>
        <pc:sldMkLst>
          <pc:docMk/>
          <pc:sldMk cId="2657477778" sldId="529"/>
        </pc:sldMkLst>
      </pc:sldChg>
      <pc:sldChg chg="modSp add del mod ord">
        <pc:chgData name="Teng Wang" userId="18a8d83a-d360-47a3-91f7-533eefe1d157" providerId="ADAL" clId="{0D6A0893-A4C3-4472-A40B-1F08EA46D4AE}" dt="2026-05-12T02:05:33.223" v="27196" actId="2696"/>
        <pc:sldMkLst>
          <pc:docMk/>
          <pc:sldMk cId="691442401" sldId="530"/>
        </pc:sldMkLst>
      </pc:sldChg>
      <pc:sldChg chg="add del">
        <pc:chgData name="Teng Wang" userId="18a8d83a-d360-47a3-91f7-533eefe1d157" providerId="ADAL" clId="{0D6A0893-A4C3-4472-A40B-1F08EA46D4AE}" dt="2026-05-12T15:50:20.647" v="27477" actId="47"/>
        <pc:sldMkLst>
          <pc:docMk/>
          <pc:sldMk cId="2476570283" sldId="530"/>
        </pc:sldMkLst>
      </pc:sldChg>
      <pc:sldChg chg="add del">
        <pc:chgData name="Teng Wang" userId="18a8d83a-d360-47a3-91f7-533eefe1d157" providerId="ADAL" clId="{0D6A0893-A4C3-4472-A40B-1F08EA46D4AE}" dt="2026-05-12T02:05:36.091" v="27198"/>
        <pc:sldMkLst>
          <pc:docMk/>
          <pc:sldMk cId="2691016210" sldId="530"/>
        </pc:sldMkLst>
      </pc:sldChg>
      <pc:sldChg chg="addSp delSp modSp add mod">
        <pc:chgData name="Teng Wang" userId="18a8d83a-d360-47a3-91f7-533eefe1d157" providerId="ADAL" clId="{0D6A0893-A4C3-4472-A40B-1F08EA46D4AE}" dt="2026-05-12T21:36:24.677" v="30628" actId="20577"/>
        <pc:sldMkLst>
          <pc:docMk/>
          <pc:sldMk cId="102183692" sldId="531"/>
        </pc:sldMkLst>
        <pc:spChg chg="mod">
          <ac:chgData name="Teng Wang" userId="18a8d83a-d360-47a3-91f7-533eefe1d157" providerId="ADAL" clId="{0D6A0893-A4C3-4472-A40B-1F08EA46D4AE}" dt="2026-05-12T21:36:24.677" v="30628" actId="20577"/>
          <ac:spMkLst>
            <pc:docMk/>
            <pc:sldMk cId="102183692" sldId="531"/>
            <ac:spMk id="2" creationId="{DF454710-E1FF-FA83-5BA1-9ED187A6C1F6}"/>
          </ac:spMkLst>
        </pc:spChg>
        <pc:spChg chg="del">
          <ac:chgData name="Teng Wang" userId="18a8d83a-d360-47a3-91f7-533eefe1d157" providerId="ADAL" clId="{0D6A0893-A4C3-4472-A40B-1F08EA46D4AE}" dt="2026-05-12T19:06:49.458" v="28956" actId="478"/>
          <ac:spMkLst>
            <pc:docMk/>
            <pc:sldMk cId="102183692" sldId="531"/>
            <ac:spMk id="3" creationId="{B5C68788-C70E-23B9-23D9-2B18890778F2}"/>
          </ac:spMkLst>
        </pc:spChg>
        <pc:spChg chg="del">
          <ac:chgData name="Teng Wang" userId="18a8d83a-d360-47a3-91f7-533eefe1d157" providerId="ADAL" clId="{0D6A0893-A4C3-4472-A40B-1F08EA46D4AE}" dt="2026-05-12T19:05:53.810" v="28928" actId="478"/>
          <ac:spMkLst>
            <pc:docMk/>
            <pc:sldMk cId="102183692" sldId="531"/>
            <ac:spMk id="8" creationId="{93196639-B214-0E42-E80A-1C7CB5C4D104}"/>
          </ac:spMkLst>
        </pc:spChg>
        <pc:spChg chg="del">
          <ac:chgData name="Teng Wang" userId="18a8d83a-d360-47a3-91f7-533eefe1d157" providerId="ADAL" clId="{0D6A0893-A4C3-4472-A40B-1F08EA46D4AE}" dt="2026-05-12T19:05:52.359" v="28925" actId="478"/>
          <ac:spMkLst>
            <pc:docMk/>
            <pc:sldMk cId="102183692" sldId="531"/>
            <ac:spMk id="9" creationId="{EB23D84A-DBDA-3068-88FF-445C4452ABD4}"/>
          </ac:spMkLst>
        </pc:spChg>
        <pc:spChg chg="del">
          <ac:chgData name="Teng Wang" userId="18a8d83a-d360-47a3-91f7-533eefe1d157" providerId="ADAL" clId="{0D6A0893-A4C3-4472-A40B-1F08EA46D4AE}" dt="2026-05-12T19:05:53.398" v="28927" actId="478"/>
          <ac:spMkLst>
            <pc:docMk/>
            <pc:sldMk cId="102183692" sldId="531"/>
            <ac:spMk id="11" creationId="{32793114-9366-77CB-5C52-2ABF4AC1ABD9}"/>
          </ac:spMkLst>
        </pc:spChg>
        <pc:spChg chg="add del mod">
          <ac:chgData name="Teng Wang" userId="18a8d83a-d360-47a3-91f7-533eefe1d157" providerId="ADAL" clId="{0D6A0893-A4C3-4472-A40B-1F08EA46D4AE}" dt="2026-05-12T19:11:39.006" v="29006" actId="11529"/>
          <ac:spMkLst>
            <pc:docMk/>
            <pc:sldMk cId="102183692" sldId="531"/>
            <ac:spMk id="13" creationId="{5B1CA67C-AF4D-742C-7E06-14CAA410E176}"/>
          </ac:spMkLst>
        </pc:spChg>
        <pc:spChg chg="add del">
          <ac:chgData name="Teng Wang" userId="18a8d83a-d360-47a3-91f7-533eefe1d157" providerId="ADAL" clId="{0D6A0893-A4C3-4472-A40B-1F08EA46D4AE}" dt="2026-05-12T19:12:34.808" v="29008" actId="11529"/>
          <ac:spMkLst>
            <pc:docMk/>
            <pc:sldMk cId="102183692" sldId="531"/>
            <ac:spMk id="15" creationId="{16B27B0A-1867-634B-106C-CBE09E742C0C}"/>
          </ac:spMkLst>
        </pc:spChg>
        <pc:spChg chg="del">
          <ac:chgData name="Teng Wang" userId="18a8d83a-d360-47a3-91f7-533eefe1d157" providerId="ADAL" clId="{0D6A0893-A4C3-4472-A40B-1F08EA46D4AE}" dt="2026-05-12T19:05:54.557" v="28929" actId="478"/>
          <ac:spMkLst>
            <pc:docMk/>
            <pc:sldMk cId="102183692" sldId="531"/>
            <ac:spMk id="16" creationId="{55FFDDE0-C359-EE61-70B4-5BA4240CFF6C}"/>
          </ac:spMkLst>
        </pc:spChg>
        <pc:spChg chg="add mod">
          <ac:chgData name="Teng Wang" userId="18a8d83a-d360-47a3-91f7-533eefe1d157" providerId="ADAL" clId="{0D6A0893-A4C3-4472-A40B-1F08EA46D4AE}" dt="2026-05-12T21:30:18.597" v="30316" actId="1076"/>
          <ac:spMkLst>
            <pc:docMk/>
            <pc:sldMk cId="102183692" sldId="531"/>
            <ac:spMk id="17" creationId="{C54D73DD-C19D-C30B-7ABC-1AEEBFEB7F7B}"/>
          </ac:spMkLst>
        </pc:spChg>
        <pc:spChg chg="del">
          <ac:chgData name="Teng Wang" userId="18a8d83a-d360-47a3-91f7-533eefe1d157" providerId="ADAL" clId="{0D6A0893-A4C3-4472-A40B-1F08EA46D4AE}" dt="2026-05-12T19:05:55.684" v="28930" actId="478"/>
          <ac:spMkLst>
            <pc:docMk/>
            <pc:sldMk cId="102183692" sldId="531"/>
            <ac:spMk id="18" creationId="{FD882996-0454-CF8F-243F-77DECF3858C3}"/>
          </ac:spMkLst>
        </pc:spChg>
        <pc:spChg chg="add mod">
          <ac:chgData name="Teng Wang" userId="18a8d83a-d360-47a3-91f7-533eefe1d157" providerId="ADAL" clId="{0D6A0893-A4C3-4472-A40B-1F08EA46D4AE}" dt="2026-05-12T19:13:46.127" v="29022" actId="767"/>
          <ac:spMkLst>
            <pc:docMk/>
            <pc:sldMk cId="102183692" sldId="531"/>
            <ac:spMk id="19" creationId="{25C8A0B4-1FF9-034B-F22C-009AF39D108A}"/>
          </ac:spMkLst>
        </pc:spChg>
        <pc:spChg chg="add mod">
          <ac:chgData name="Teng Wang" userId="18a8d83a-d360-47a3-91f7-533eefe1d157" providerId="ADAL" clId="{0D6A0893-A4C3-4472-A40B-1F08EA46D4AE}" dt="2026-05-12T21:30:20.997" v="30317" actId="1076"/>
          <ac:spMkLst>
            <pc:docMk/>
            <pc:sldMk cId="102183692" sldId="531"/>
            <ac:spMk id="20" creationId="{60A213D2-10E6-95F8-8B0E-72BA19F8E38A}"/>
          </ac:spMkLst>
        </pc:spChg>
        <pc:spChg chg="add mod">
          <ac:chgData name="Teng Wang" userId="18a8d83a-d360-47a3-91f7-533eefe1d157" providerId="ADAL" clId="{0D6A0893-A4C3-4472-A40B-1F08EA46D4AE}" dt="2026-05-12T21:31:11.026" v="30328" actId="1076"/>
          <ac:spMkLst>
            <pc:docMk/>
            <pc:sldMk cId="102183692" sldId="531"/>
            <ac:spMk id="22" creationId="{FB5CE691-C8AC-6D49-19AC-FAF5A2B1CC30}"/>
          </ac:spMkLst>
        </pc:spChg>
        <pc:spChg chg="add mod">
          <ac:chgData name="Teng Wang" userId="18a8d83a-d360-47a3-91f7-533eefe1d157" providerId="ADAL" clId="{0D6A0893-A4C3-4472-A40B-1F08EA46D4AE}" dt="2026-05-12T21:36:00.374" v="30606" actId="1035"/>
          <ac:spMkLst>
            <pc:docMk/>
            <pc:sldMk cId="102183692" sldId="531"/>
            <ac:spMk id="23" creationId="{16964DB8-D4C4-7C4B-D746-BEC7DEF9B295}"/>
          </ac:spMkLst>
        </pc:spChg>
        <pc:spChg chg="add del mod">
          <ac:chgData name="Teng Wang" userId="18a8d83a-d360-47a3-91f7-533eefe1d157" providerId="ADAL" clId="{0D6A0893-A4C3-4472-A40B-1F08EA46D4AE}" dt="2026-05-12T21:34:00.562" v="30433"/>
          <ac:spMkLst>
            <pc:docMk/>
            <pc:sldMk cId="102183692" sldId="531"/>
            <ac:spMk id="25" creationId="{B624031B-FDE9-2100-4B09-901058EE1354}"/>
          </ac:spMkLst>
        </pc:spChg>
        <pc:spChg chg="add del mod">
          <ac:chgData name="Teng Wang" userId="18a8d83a-d360-47a3-91f7-533eefe1d157" providerId="ADAL" clId="{0D6A0893-A4C3-4472-A40B-1F08EA46D4AE}" dt="2026-05-12T21:30:45.949" v="30323" actId="478"/>
          <ac:spMkLst>
            <pc:docMk/>
            <pc:sldMk cId="102183692" sldId="531"/>
            <ac:spMk id="26" creationId="{6EEA9008-2302-875F-4AB6-00EF86D0808E}"/>
          </ac:spMkLst>
        </pc:spChg>
        <pc:spChg chg="add mod">
          <ac:chgData name="Teng Wang" userId="18a8d83a-d360-47a3-91f7-533eefe1d157" providerId="ADAL" clId="{0D6A0893-A4C3-4472-A40B-1F08EA46D4AE}" dt="2026-05-12T21:31:07.100" v="30327" actId="1076"/>
          <ac:spMkLst>
            <pc:docMk/>
            <pc:sldMk cId="102183692" sldId="531"/>
            <ac:spMk id="27" creationId="{6234DCF2-E464-B6F0-3F42-48FAD0047B0E}"/>
          </ac:spMkLst>
        </pc:spChg>
        <pc:spChg chg="add mod">
          <ac:chgData name="Teng Wang" userId="18a8d83a-d360-47a3-91f7-533eefe1d157" providerId="ADAL" clId="{0D6A0893-A4C3-4472-A40B-1F08EA46D4AE}" dt="2026-05-12T21:35:56.078" v="30604" actId="1076"/>
          <ac:spMkLst>
            <pc:docMk/>
            <pc:sldMk cId="102183692" sldId="531"/>
            <ac:spMk id="28" creationId="{4DA418E3-6310-6BCC-FB62-FC94E3CC8F09}"/>
          </ac:spMkLst>
        </pc:spChg>
        <pc:spChg chg="add mod">
          <ac:chgData name="Teng Wang" userId="18a8d83a-d360-47a3-91f7-533eefe1d157" providerId="ADAL" clId="{0D6A0893-A4C3-4472-A40B-1F08EA46D4AE}" dt="2026-05-12T21:36:02.799" v="30609" actId="1035"/>
          <ac:spMkLst>
            <pc:docMk/>
            <pc:sldMk cId="102183692" sldId="531"/>
            <ac:spMk id="29" creationId="{0E89A549-DF9A-2745-1F05-AA60049F7C7E}"/>
          </ac:spMkLst>
        </pc:spChg>
        <pc:picChg chg="add del mod ord">
          <ac:chgData name="Teng Wang" userId="18a8d83a-d360-47a3-91f7-533eefe1d157" providerId="ADAL" clId="{0D6A0893-A4C3-4472-A40B-1F08EA46D4AE}" dt="2026-05-12T21:28:33.412" v="30271" actId="21"/>
          <ac:picMkLst>
            <pc:docMk/>
            <pc:sldMk cId="102183692" sldId="531"/>
            <ac:picMk id="6" creationId="{678197FA-3622-C877-BFF1-8717AEA49E4D}"/>
          </ac:picMkLst>
        </pc:picChg>
        <pc:picChg chg="del">
          <ac:chgData name="Teng Wang" userId="18a8d83a-d360-47a3-91f7-533eefe1d157" providerId="ADAL" clId="{0D6A0893-A4C3-4472-A40B-1F08EA46D4AE}" dt="2026-05-12T16:33:14.662" v="27968" actId="478"/>
          <ac:picMkLst>
            <pc:docMk/>
            <pc:sldMk cId="102183692" sldId="531"/>
            <ac:picMk id="7" creationId="{841F464A-7ED3-E94C-15D1-9531C616D183}"/>
          </ac:picMkLst>
        </pc:picChg>
        <pc:picChg chg="add mod ord">
          <ac:chgData name="Teng Wang" userId="18a8d83a-d360-47a3-91f7-533eefe1d157" providerId="ADAL" clId="{0D6A0893-A4C3-4472-A40B-1F08EA46D4AE}" dt="2026-05-12T21:31:02.426" v="30326" actId="1076"/>
          <ac:picMkLst>
            <pc:docMk/>
            <pc:sldMk cId="102183692" sldId="531"/>
            <ac:picMk id="12" creationId="{82AEDE5D-3C15-7605-C04D-2221675F07BA}"/>
          </ac:picMkLst>
        </pc:picChg>
        <pc:picChg chg="del">
          <ac:chgData name="Teng Wang" userId="18a8d83a-d360-47a3-91f7-533eefe1d157" providerId="ADAL" clId="{0D6A0893-A4C3-4472-A40B-1F08EA46D4AE}" dt="2026-05-12T16:33:14.291" v="27967" actId="478"/>
          <ac:picMkLst>
            <pc:docMk/>
            <pc:sldMk cId="102183692" sldId="531"/>
            <ac:picMk id="2050" creationId="{58938D5A-F6CD-9A19-20EA-961F626E57A4}"/>
          </ac:picMkLst>
        </pc:picChg>
        <pc:cxnChg chg="del mod">
          <ac:chgData name="Teng Wang" userId="18a8d83a-d360-47a3-91f7-533eefe1d157" providerId="ADAL" clId="{0D6A0893-A4C3-4472-A40B-1F08EA46D4AE}" dt="2026-05-12T19:05:52.835" v="28926" actId="478"/>
          <ac:cxnSpMkLst>
            <pc:docMk/>
            <pc:sldMk cId="102183692" sldId="531"/>
            <ac:cxnSpMk id="14" creationId="{F4A5B971-502D-2804-C488-0BA5C79DD3E5}"/>
          </ac:cxnSpMkLst>
        </pc:cxnChg>
      </pc:sldChg>
      <pc:sldChg chg="modSp add del mod">
        <pc:chgData name="Teng Wang" userId="18a8d83a-d360-47a3-91f7-533eefe1d157" providerId="ADAL" clId="{0D6A0893-A4C3-4472-A40B-1F08EA46D4AE}" dt="2026-05-12T02:05:33.223" v="27196" actId="2696"/>
        <pc:sldMkLst>
          <pc:docMk/>
          <pc:sldMk cId="928027721" sldId="531"/>
        </pc:sldMkLst>
      </pc:sldChg>
      <pc:sldChg chg="add del">
        <pc:chgData name="Teng Wang" userId="18a8d83a-d360-47a3-91f7-533eefe1d157" providerId="ADAL" clId="{0D6A0893-A4C3-4472-A40B-1F08EA46D4AE}" dt="2026-05-12T02:05:36.091" v="27198"/>
        <pc:sldMkLst>
          <pc:docMk/>
          <pc:sldMk cId="1681383871" sldId="531"/>
        </pc:sldMkLst>
      </pc:sldChg>
      <pc:sldChg chg="add ord">
        <pc:chgData name="Teng Wang" userId="18a8d83a-d360-47a3-91f7-533eefe1d157" providerId="ADAL" clId="{0D6A0893-A4C3-4472-A40B-1F08EA46D4AE}" dt="2026-05-12T16:33:18.934" v="27970"/>
        <pc:sldMkLst>
          <pc:docMk/>
          <pc:sldMk cId="55769316" sldId="532"/>
        </pc:sldMkLst>
      </pc:sldChg>
      <pc:sldChg chg="addSp delSp modSp add del mod">
        <pc:chgData name="Teng Wang" userId="18a8d83a-d360-47a3-91f7-533eefe1d157" providerId="ADAL" clId="{0D6A0893-A4C3-4472-A40B-1F08EA46D4AE}" dt="2026-05-12T02:05:33.223" v="27196" actId="2696"/>
        <pc:sldMkLst>
          <pc:docMk/>
          <pc:sldMk cId="699642557" sldId="532"/>
        </pc:sldMkLst>
      </pc:sldChg>
      <pc:sldChg chg="add del">
        <pc:chgData name="Teng Wang" userId="18a8d83a-d360-47a3-91f7-533eefe1d157" providerId="ADAL" clId="{0D6A0893-A4C3-4472-A40B-1F08EA46D4AE}" dt="2026-05-12T02:05:36.091" v="27198"/>
        <pc:sldMkLst>
          <pc:docMk/>
          <pc:sldMk cId="3331821458" sldId="532"/>
        </pc:sldMkLst>
      </pc:sldChg>
      <pc:sldChg chg="addSp delSp modSp add del mod ord">
        <pc:chgData name="Teng Wang" userId="18a8d83a-d360-47a3-91f7-533eefe1d157" providerId="ADAL" clId="{0D6A0893-A4C3-4472-A40B-1F08EA46D4AE}" dt="2026-05-12T02:05:33.223" v="27196" actId="2696"/>
        <pc:sldMkLst>
          <pc:docMk/>
          <pc:sldMk cId="2483413387" sldId="533"/>
        </pc:sldMkLst>
      </pc:sldChg>
      <pc:sldChg chg="add del">
        <pc:chgData name="Teng Wang" userId="18a8d83a-d360-47a3-91f7-533eefe1d157" providerId="ADAL" clId="{0D6A0893-A4C3-4472-A40B-1F08EA46D4AE}" dt="2026-05-12T02:05:36.091" v="27198"/>
        <pc:sldMkLst>
          <pc:docMk/>
          <pc:sldMk cId="3149644978" sldId="533"/>
        </pc:sldMkLst>
      </pc:sldChg>
      <pc:sldChg chg="addSp delSp modSp add mod ord">
        <pc:chgData name="Teng Wang" userId="18a8d83a-d360-47a3-91f7-533eefe1d157" providerId="ADAL" clId="{0D6A0893-A4C3-4472-A40B-1F08EA46D4AE}" dt="2026-05-12T23:44:44.346" v="32317" actId="20577"/>
        <pc:sldMkLst>
          <pc:docMk/>
          <pc:sldMk cId="3513539646" sldId="533"/>
        </pc:sldMkLst>
        <pc:spChg chg="mod">
          <ac:chgData name="Teng Wang" userId="18a8d83a-d360-47a3-91f7-533eefe1d157" providerId="ADAL" clId="{0D6A0893-A4C3-4472-A40B-1F08EA46D4AE}" dt="2026-05-12T02:36:25.207" v="27240" actId="20577"/>
          <ac:spMkLst>
            <pc:docMk/>
            <pc:sldMk cId="3513539646" sldId="533"/>
            <ac:spMk id="2" creationId="{4F7B38B6-06D7-F946-0CB7-786472AE8CF1}"/>
          </ac:spMkLst>
        </pc:spChg>
        <pc:spChg chg="del mod">
          <ac:chgData name="Teng Wang" userId="18a8d83a-d360-47a3-91f7-533eefe1d157" providerId="ADAL" clId="{0D6A0893-A4C3-4472-A40B-1F08EA46D4AE}" dt="2026-05-12T15:36:46.472" v="27328" actId="478"/>
          <ac:spMkLst>
            <pc:docMk/>
            <pc:sldMk cId="3513539646" sldId="533"/>
            <ac:spMk id="8" creationId="{FF3E0443-0AEE-8FA7-BD75-878D07014B73}"/>
          </ac:spMkLst>
        </pc:spChg>
        <pc:spChg chg="del mod ord">
          <ac:chgData name="Teng Wang" userId="18a8d83a-d360-47a3-91f7-533eefe1d157" providerId="ADAL" clId="{0D6A0893-A4C3-4472-A40B-1F08EA46D4AE}" dt="2026-05-12T23:36:33.104" v="32122" actId="478"/>
          <ac:spMkLst>
            <pc:docMk/>
            <pc:sldMk cId="3513539646" sldId="533"/>
            <ac:spMk id="11" creationId="{BD99E811-84A5-6D71-D21A-D5D3E69C0526}"/>
          </ac:spMkLst>
        </pc:spChg>
        <pc:spChg chg="del mod">
          <ac:chgData name="Teng Wang" userId="18a8d83a-d360-47a3-91f7-533eefe1d157" providerId="ADAL" clId="{0D6A0893-A4C3-4472-A40B-1F08EA46D4AE}" dt="2026-05-12T15:36:47.469" v="27329" actId="478"/>
          <ac:spMkLst>
            <pc:docMk/>
            <pc:sldMk cId="3513539646" sldId="533"/>
            <ac:spMk id="18" creationId="{6874FCE9-6E60-64EA-BA63-ED6A54EB7D74}"/>
          </ac:spMkLst>
        </pc:spChg>
        <pc:graphicFrameChg chg="add mod modGraphic">
          <ac:chgData name="Teng Wang" userId="18a8d83a-d360-47a3-91f7-533eefe1d157" providerId="ADAL" clId="{0D6A0893-A4C3-4472-A40B-1F08EA46D4AE}" dt="2026-05-12T23:44:44.346" v="32317" actId="20577"/>
          <ac:graphicFrameMkLst>
            <pc:docMk/>
            <pc:sldMk cId="3513539646" sldId="533"/>
            <ac:graphicFrameMk id="19" creationId="{6ED6D2A9-D78D-B808-437D-AE5238996367}"/>
          </ac:graphicFrameMkLst>
        </pc:graphicFrameChg>
        <pc:picChg chg="add del mod">
          <ac:chgData name="Teng Wang" userId="18a8d83a-d360-47a3-91f7-533eefe1d157" providerId="ADAL" clId="{0D6A0893-A4C3-4472-A40B-1F08EA46D4AE}" dt="2026-05-12T02:45:44.408" v="27246" actId="478"/>
          <ac:picMkLst>
            <pc:docMk/>
            <pc:sldMk cId="3513539646" sldId="533"/>
            <ac:picMk id="5" creationId="{68FAB0A4-1D69-CBA9-5576-BE0635600202}"/>
          </ac:picMkLst>
        </pc:picChg>
        <pc:picChg chg="del">
          <ac:chgData name="Teng Wang" userId="18a8d83a-d360-47a3-91f7-533eefe1d157" providerId="ADAL" clId="{0D6A0893-A4C3-4472-A40B-1F08EA46D4AE}" dt="2026-05-12T02:36:27.077" v="27241" actId="478"/>
          <ac:picMkLst>
            <pc:docMk/>
            <pc:sldMk cId="3513539646" sldId="533"/>
            <ac:picMk id="6" creationId="{FEDEE391-1C45-15BB-C960-70E9EC7DC9AB}"/>
          </ac:picMkLst>
        </pc:picChg>
        <pc:picChg chg="add del mod">
          <ac:chgData name="Teng Wang" userId="18a8d83a-d360-47a3-91f7-533eefe1d157" providerId="ADAL" clId="{0D6A0893-A4C3-4472-A40B-1F08EA46D4AE}" dt="2026-05-12T15:36:44.316" v="27327" actId="478"/>
          <ac:picMkLst>
            <pc:docMk/>
            <pc:sldMk cId="3513539646" sldId="533"/>
            <ac:picMk id="9" creationId="{E6854740-12C4-ECEB-8A74-AB7EB2EE96E6}"/>
          </ac:picMkLst>
        </pc:picChg>
        <pc:picChg chg="del">
          <ac:chgData name="Teng Wang" userId="18a8d83a-d360-47a3-91f7-533eefe1d157" providerId="ADAL" clId="{0D6A0893-A4C3-4472-A40B-1F08EA46D4AE}" dt="2026-05-12T02:36:27.458" v="27242" actId="478"/>
          <ac:picMkLst>
            <pc:docMk/>
            <pc:sldMk cId="3513539646" sldId="533"/>
            <ac:picMk id="10" creationId="{D08D877B-4072-1619-4538-22690F4CB7C8}"/>
          </ac:picMkLst>
        </pc:picChg>
        <pc:picChg chg="add del mod">
          <ac:chgData name="Teng Wang" userId="18a8d83a-d360-47a3-91f7-533eefe1d157" providerId="ADAL" clId="{0D6A0893-A4C3-4472-A40B-1F08EA46D4AE}" dt="2026-05-12T15:36:43.622" v="27326" actId="478"/>
          <ac:picMkLst>
            <pc:docMk/>
            <pc:sldMk cId="3513539646" sldId="533"/>
            <ac:picMk id="13" creationId="{B6D5EDDC-5700-4AB5-A163-F0A19403A780}"/>
          </ac:picMkLst>
        </pc:picChg>
        <pc:picChg chg="add mod ord">
          <ac:chgData name="Teng Wang" userId="18a8d83a-d360-47a3-91f7-533eefe1d157" providerId="ADAL" clId="{0D6A0893-A4C3-4472-A40B-1F08EA46D4AE}" dt="2026-05-12T23:36:20.565" v="32117" actId="1076"/>
          <ac:picMkLst>
            <pc:docMk/>
            <pc:sldMk cId="3513539646" sldId="533"/>
            <ac:picMk id="15" creationId="{F8580B9F-5E81-6E76-FA4A-C252CF984916}"/>
          </ac:picMkLst>
        </pc:picChg>
        <pc:picChg chg="add mod">
          <ac:chgData name="Teng Wang" userId="18a8d83a-d360-47a3-91f7-533eefe1d157" providerId="ADAL" clId="{0D6A0893-A4C3-4472-A40B-1F08EA46D4AE}" dt="2026-05-12T23:36:24.336" v="32118" actId="1076"/>
          <ac:picMkLst>
            <pc:docMk/>
            <pc:sldMk cId="3513539646" sldId="533"/>
            <ac:picMk id="17" creationId="{7C684D63-AACD-7D4B-9CEC-BBFB7DD71954}"/>
          </ac:picMkLst>
        </pc:picChg>
      </pc:sldChg>
      <pc:sldChg chg="modSp add del mod ord">
        <pc:chgData name="Teng Wang" userId="18a8d83a-d360-47a3-91f7-533eefe1d157" providerId="ADAL" clId="{0D6A0893-A4C3-4472-A40B-1F08EA46D4AE}" dt="2026-05-12T02:05:33.223" v="27196" actId="2696"/>
        <pc:sldMkLst>
          <pc:docMk/>
          <pc:sldMk cId="773395834" sldId="534"/>
        </pc:sldMkLst>
      </pc:sldChg>
      <pc:sldChg chg="addSp delSp modSp add del mod ord">
        <pc:chgData name="Teng Wang" userId="18a8d83a-d360-47a3-91f7-533eefe1d157" providerId="ADAL" clId="{0D6A0893-A4C3-4472-A40B-1F08EA46D4AE}" dt="2026-05-13T00:53:35.601" v="33226" actId="47"/>
        <pc:sldMkLst>
          <pc:docMk/>
          <pc:sldMk cId="1595992626" sldId="534"/>
        </pc:sldMkLst>
        <pc:spChg chg="mod">
          <ac:chgData name="Teng Wang" userId="18a8d83a-d360-47a3-91f7-533eefe1d157" providerId="ADAL" clId="{0D6A0893-A4C3-4472-A40B-1F08EA46D4AE}" dt="2026-05-12T15:39:24.249" v="27392" actId="20577"/>
          <ac:spMkLst>
            <pc:docMk/>
            <pc:sldMk cId="1595992626" sldId="534"/>
            <ac:spMk id="2" creationId="{81E7DF03-CFA0-BAC1-EB45-892411736E12}"/>
          </ac:spMkLst>
        </pc:spChg>
        <pc:spChg chg="del">
          <ac:chgData name="Teng Wang" userId="18a8d83a-d360-47a3-91f7-533eefe1d157" providerId="ADAL" clId="{0D6A0893-A4C3-4472-A40B-1F08EA46D4AE}" dt="2026-05-12T15:42:22.702" v="27435" actId="478"/>
          <ac:spMkLst>
            <pc:docMk/>
            <pc:sldMk cId="1595992626" sldId="534"/>
            <ac:spMk id="3" creationId="{DCE062F0-084B-8C90-2FC3-39178D80E7B0}"/>
          </ac:spMkLst>
        </pc:spChg>
        <pc:spChg chg="del">
          <ac:chgData name="Teng Wang" userId="18a8d83a-d360-47a3-91f7-533eefe1d157" providerId="ADAL" clId="{0D6A0893-A4C3-4472-A40B-1F08EA46D4AE}" dt="2026-05-12T15:37:09.348" v="27339" actId="478"/>
          <ac:spMkLst>
            <pc:docMk/>
            <pc:sldMk cId="1595992626" sldId="534"/>
            <ac:spMk id="8" creationId="{9958E6D7-1BA9-F27A-1639-C72DF57C5651}"/>
          </ac:spMkLst>
        </pc:spChg>
        <pc:spChg chg="del">
          <ac:chgData name="Teng Wang" userId="18a8d83a-d360-47a3-91f7-533eefe1d157" providerId="ADAL" clId="{0D6A0893-A4C3-4472-A40B-1F08EA46D4AE}" dt="2026-05-12T15:38:32.808" v="27341" actId="478"/>
          <ac:spMkLst>
            <pc:docMk/>
            <pc:sldMk cId="1595992626" sldId="534"/>
            <ac:spMk id="9" creationId="{CC84139C-57D3-D909-BF0F-6233A0E69AC9}"/>
          </ac:spMkLst>
        </pc:spChg>
        <pc:spChg chg="del">
          <ac:chgData name="Teng Wang" userId="18a8d83a-d360-47a3-91f7-533eefe1d157" providerId="ADAL" clId="{0D6A0893-A4C3-4472-A40B-1F08EA46D4AE}" dt="2026-05-12T15:37:08.953" v="27338" actId="478"/>
          <ac:spMkLst>
            <pc:docMk/>
            <pc:sldMk cId="1595992626" sldId="534"/>
            <ac:spMk id="11" creationId="{A0EF1173-6DD7-31B1-1EBC-0FE7E92F06D0}"/>
          </ac:spMkLst>
        </pc:spChg>
        <pc:spChg chg="del">
          <ac:chgData name="Teng Wang" userId="18a8d83a-d360-47a3-91f7-533eefe1d157" providerId="ADAL" clId="{0D6A0893-A4C3-4472-A40B-1F08EA46D4AE}" dt="2026-05-12T15:38:31.680" v="27340" actId="478"/>
          <ac:spMkLst>
            <pc:docMk/>
            <pc:sldMk cId="1595992626" sldId="534"/>
            <ac:spMk id="16" creationId="{D4EE5895-EA4E-C082-54D0-8DBA4BB01ACE}"/>
          </ac:spMkLst>
        </pc:spChg>
        <pc:spChg chg="mod">
          <ac:chgData name="Teng Wang" userId="18a8d83a-d360-47a3-91f7-533eefe1d157" providerId="ADAL" clId="{0D6A0893-A4C3-4472-A40B-1F08EA46D4AE}" dt="2026-05-12T15:42:01.804" v="27434" actId="1076"/>
          <ac:spMkLst>
            <pc:docMk/>
            <pc:sldMk cId="1595992626" sldId="534"/>
            <ac:spMk id="18" creationId="{A25264C8-A1AD-B33B-7FC6-4BE370DC9856}"/>
          </ac:spMkLst>
        </pc:spChg>
        <pc:grpChg chg="add del mod">
          <ac:chgData name="Teng Wang" userId="18a8d83a-d360-47a3-91f7-533eefe1d157" providerId="ADAL" clId="{0D6A0893-A4C3-4472-A40B-1F08EA46D4AE}" dt="2026-05-12T15:41:17.679" v="27413" actId="478"/>
          <ac:grpSpMkLst>
            <pc:docMk/>
            <pc:sldMk cId="1595992626" sldId="534"/>
            <ac:grpSpMk id="10" creationId="{10B9B277-8674-337F-2B00-7185AFB104D3}"/>
          </ac:grpSpMkLst>
        </pc:grpChg>
        <pc:picChg chg="add del mod">
          <ac:chgData name="Teng Wang" userId="18a8d83a-d360-47a3-91f7-533eefe1d157" providerId="ADAL" clId="{0D6A0893-A4C3-4472-A40B-1F08EA46D4AE}" dt="2026-05-12T19:20:10.185" v="29136" actId="21"/>
          <ac:picMkLst>
            <pc:docMk/>
            <pc:sldMk cId="1595992626" sldId="534"/>
            <ac:picMk id="5" creationId="{D3030362-1A5A-E6B2-F580-E3FD17E9D6F1}"/>
          </ac:picMkLst>
        </pc:picChg>
        <pc:picChg chg="add del mod">
          <ac:chgData name="Teng Wang" userId="18a8d83a-d360-47a3-91f7-533eefe1d157" providerId="ADAL" clId="{0D6A0893-A4C3-4472-A40B-1F08EA46D4AE}" dt="2026-05-12T15:41:17.270" v="27412" actId="478"/>
          <ac:picMkLst>
            <pc:docMk/>
            <pc:sldMk cId="1595992626" sldId="534"/>
            <ac:picMk id="6" creationId="{3682E418-191C-6559-D3D0-539CE22D40A9}"/>
          </ac:picMkLst>
        </pc:picChg>
        <pc:picChg chg="del">
          <ac:chgData name="Teng Wang" userId="18a8d83a-d360-47a3-91f7-533eefe1d157" providerId="ADAL" clId="{0D6A0893-A4C3-4472-A40B-1F08EA46D4AE}" dt="2026-05-12T15:37:07.465" v="27336" actId="478"/>
          <ac:picMkLst>
            <pc:docMk/>
            <pc:sldMk cId="1595992626" sldId="534"/>
            <ac:picMk id="7" creationId="{7D5427F5-4674-390D-2531-345F1EEFDFD8}"/>
          </ac:picMkLst>
        </pc:picChg>
        <pc:picChg chg="mod">
          <ac:chgData name="Teng Wang" userId="18a8d83a-d360-47a3-91f7-533eefe1d157" providerId="ADAL" clId="{0D6A0893-A4C3-4472-A40B-1F08EA46D4AE}" dt="2026-05-12T15:39:50.162" v="27393"/>
          <ac:picMkLst>
            <pc:docMk/>
            <pc:sldMk cId="1595992626" sldId="534"/>
            <ac:picMk id="12" creationId="{241AC1F5-129D-3315-E9F9-228F99771800}"/>
          </ac:picMkLst>
        </pc:picChg>
        <pc:picChg chg="mod">
          <ac:chgData name="Teng Wang" userId="18a8d83a-d360-47a3-91f7-533eefe1d157" providerId="ADAL" clId="{0D6A0893-A4C3-4472-A40B-1F08EA46D4AE}" dt="2026-05-12T15:39:50.162" v="27393"/>
          <ac:picMkLst>
            <pc:docMk/>
            <pc:sldMk cId="1595992626" sldId="534"/>
            <ac:picMk id="13" creationId="{A8671296-9704-35CC-05E1-6949A3C01996}"/>
          </ac:picMkLst>
        </pc:picChg>
        <pc:picChg chg="add del mod">
          <ac:chgData name="Teng Wang" userId="18a8d83a-d360-47a3-91f7-533eefe1d157" providerId="ADAL" clId="{0D6A0893-A4C3-4472-A40B-1F08EA46D4AE}" dt="2026-05-12T19:20:10.185" v="29136" actId="21"/>
          <ac:picMkLst>
            <pc:docMk/>
            <pc:sldMk cId="1595992626" sldId="534"/>
            <ac:picMk id="15" creationId="{1A920EE6-25D4-FA70-6F2A-8E5185369DF3}"/>
          </ac:picMkLst>
        </pc:picChg>
        <pc:picChg chg="del">
          <ac:chgData name="Teng Wang" userId="18a8d83a-d360-47a3-91f7-533eefe1d157" providerId="ADAL" clId="{0D6A0893-A4C3-4472-A40B-1F08EA46D4AE}" dt="2026-05-12T15:37:06.284" v="27335" actId="478"/>
          <ac:picMkLst>
            <pc:docMk/>
            <pc:sldMk cId="1595992626" sldId="534"/>
            <ac:picMk id="2050" creationId="{DA06640D-EE36-0E23-168E-5487C4A16240}"/>
          </ac:picMkLst>
        </pc:picChg>
        <pc:cxnChg chg="del mod">
          <ac:chgData name="Teng Wang" userId="18a8d83a-d360-47a3-91f7-533eefe1d157" providerId="ADAL" clId="{0D6A0893-A4C3-4472-A40B-1F08EA46D4AE}" dt="2026-05-12T15:37:08.320" v="27337" actId="478"/>
          <ac:cxnSpMkLst>
            <pc:docMk/>
            <pc:sldMk cId="1595992626" sldId="534"/>
            <ac:cxnSpMk id="14" creationId="{13D7147B-5159-9DCD-D064-BFB877253119}"/>
          </ac:cxnSpMkLst>
        </pc:cxnChg>
      </pc:sldChg>
      <pc:sldChg chg="add del">
        <pc:chgData name="Teng Wang" userId="18a8d83a-d360-47a3-91f7-533eefe1d157" providerId="ADAL" clId="{0D6A0893-A4C3-4472-A40B-1F08EA46D4AE}" dt="2026-05-12T02:05:36.091" v="27198"/>
        <pc:sldMkLst>
          <pc:docMk/>
          <pc:sldMk cId="2960870837" sldId="534"/>
        </pc:sldMkLst>
      </pc:sldChg>
      <pc:sldChg chg="addSp delSp modSp add del mod ord">
        <pc:chgData name="Teng Wang" userId="18a8d83a-d360-47a3-91f7-533eefe1d157" providerId="ADAL" clId="{0D6A0893-A4C3-4472-A40B-1F08EA46D4AE}" dt="2026-05-12T02:05:33.223" v="27196" actId="2696"/>
        <pc:sldMkLst>
          <pc:docMk/>
          <pc:sldMk cId="1031729014" sldId="535"/>
        </pc:sldMkLst>
      </pc:sldChg>
      <pc:sldChg chg="add ord">
        <pc:chgData name="Teng Wang" userId="18a8d83a-d360-47a3-91f7-533eefe1d157" providerId="ADAL" clId="{0D6A0893-A4C3-4472-A40B-1F08EA46D4AE}" dt="2026-05-12T16:43:07.997" v="28009"/>
        <pc:sldMkLst>
          <pc:docMk/>
          <pc:sldMk cId="1927549868" sldId="535"/>
        </pc:sldMkLst>
      </pc:sldChg>
      <pc:sldChg chg="add del">
        <pc:chgData name="Teng Wang" userId="18a8d83a-d360-47a3-91f7-533eefe1d157" providerId="ADAL" clId="{0D6A0893-A4C3-4472-A40B-1F08EA46D4AE}" dt="2026-05-12T02:05:36.091" v="27198"/>
        <pc:sldMkLst>
          <pc:docMk/>
          <pc:sldMk cId="2187545247" sldId="535"/>
        </pc:sldMkLst>
      </pc:sldChg>
      <pc:sldChg chg="add del">
        <pc:chgData name="Teng Wang" userId="18a8d83a-d360-47a3-91f7-533eefe1d157" providerId="ADAL" clId="{0D6A0893-A4C3-4472-A40B-1F08EA46D4AE}" dt="2026-05-12T02:05:36.091" v="27198"/>
        <pc:sldMkLst>
          <pc:docMk/>
          <pc:sldMk cId="1938757689" sldId="536"/>
        </pc:sldMkLst>
      </pc:sldChg>
      <pc:sldChg chg="add del ord">
        <pc:chgData name="Teng Wang" userId="18a8d83a-d360-47a3-91f7-533eefe1d157" providerId="ADAL" clId="{0D6A0893-A4C3-4472-A40B-1F08EA46D4AE}" dt="2026-05-12T02:05:33.223" v="27196" actId="2696"/>
        <pc:sldMkLst>
          <pc:docMk/>
          <pc:sldMk cId="2197409365" sldId="536"/>
        </pc:sldMkLst>
      </pc:sldChg>
      <pc:sldChg chg="addSp delSp modSp add mod ord">
        <pc:chgData name="Teng Wang" userId="18a8d83a-d360-47a3-91f7-533eefe1d157" providerId="ADAL" clId="{0D6A0893-A4C3-4472-A40B-1F08EA46D4AE}" dt="2026-05-12T16:43:00.500" v="28007"/>
        <pc:sldMkLst>
          <pc:docMk/>
          <pc:sldMk cId="2460286150" sldId="536"/>
        </pc:sldMkLst>
        <pc:spChg chg="mod">
          <ac:chgData name="Teng Wang" userId="18a8d83a-d360-47a3-91f7-533eefe1d157" providerId="ADAL" clId="{0D6A0893-A4C3-4472-A40B-1F08EA46D4AE}" dt="2026-05-12T15:49:38.187" v="27467" actId="20577"/>
          <ac:spMkLst>
            <pc:docMk/>
            <pc:sldMk cId="2460286150" sldId="536"/>
            <ac:spMk id="2" creationId="{458070BD-A5F2-7300-967E-2F82AF9AFEE6}"/>
          </ac:spMkLst>
        </pc:spChg>
        <pc:spChg chg="del">
          <ac:chgData name="Teng Wang" userId="18a8d83a-d360-47a3-91f7-533eefe1d157" providerId="ADAL" clId="{0D6A0893-A4C3-4472-A40B-1F08EA46D4AE}" dt="2026-05-12T15:48:51.762" v="27462" actId="478"/>
          <ac:spMkLst>
            <pc:docMk/>
            <pc:sldMk cId="2460286150" sldId="536"/>
            <ac:spMk id="3" creationId="{916BA1F7-D269-7E92-304D-E8AE9581BD99}"/>
          </ac:spMkLst>
        </pc:spChg>
        <pc:spChg chg="add mod">
          <ac:chgData name="Teng Wang" userId="18a8d83a-d360-47a3-91f7-533eefe1d157" providerId="ADAL" clId="{0D6A0893-A4C3-4472-A40B-1F08EA46D4AE}" dt="2026-05-12T15:51:58.145" v="27580" actId="20577"/>
          <ac:spMkLst>
            <pc:docMk/>
            <pc:sldMk cId="2460286150" sldId="536"/>
            <ac:spMk id="12" creationId="{1FCD52A8-8D77-ADD4-52B4-5D226627A444}"/>
          </ac:spMkLst>
        </pc:spChg>
        <pc:spChg chg="del">
          <ac:chgData name="Teng Wang" userId="18a8d83a-d360-47a3-91f7-533eefe1d157" providerId="ADAL" clId="{0D6A0893-A4C3-4472-A40B-1F08EA46D4AE}" dt="2026-05-12T15:38:42.080" v="27348" actId="478"/>
          <ac:spMkLst>
            <pc:docMk/>
            <pc:sldMk cId="2460286150" sldId="536"/>
            <ac:spMk id="13" creationId="{C3873DC7-FF08-155B-FE48-CD69E9FDDF7D}"/>
          </ac:spMkLst>
        </pc:spChg>
        <pc:spChg chg="add mod">
          <ac:chgData name="Teng Wang" userId="18a8d83a-d360-47a3-91f7-533eefe1d157" providerId="ADAL" clId="{0D6A0893-A4C3-4472-A40B-1F08EA46D4AE}" dt="2026-05-12T15:52:18.302" v="27607" actId="14100"/>
          <ac:spMkLst>
            <pc:docMk/>
            <pc:sldMk cId="2460286150" sldId="536"/>
            <ac:spMk id="14" creationId="{D1965036-4D59-688A-FB98-77AAAB3ACD66}"/>
          </ac:spMkLst>
        </pc:spChg>
        <pc:graphicFrameChg chg="add del modGraphic">
          <ac:chgData name="Teng Wang" userId="18a8d83a-d360-47a3-91f7-533eefe1d157" providerId="ADAL" clId="{0D6A0893-A4C3-4472-A40B-1F08EA46D4AE}" dt="2026-05-12T15:38:37.630" v="27345" actId="27309"/>
          <ac:graphicFrameMkLst>
            <pc:docMk/>
            <pc:sldMk cId="2460286150" sldId="536"/>
            <ac:graphicFrameMk id="6" creationId="{FC533821-4B0E-6C0C-E209-6BB8C4376C95}"/>
          </ac:graphicFrameMkLst>
        </pc:graphicFrameChg>
        <pc:picChg chg="del">
          <ac:chgData name="Teng Wang" userId="18a8d83a-d360-47a3-91f7-533eefe1d157" providerId="ADAL" clId="{0D6A0893-A4C3-4472-A40B-1F08EA46D4AE}" dt="2026-05-12T15:38:39.864" v="27347" actId="478"/>
          <ac:picMkLst>
            <pc:docMk/>
            <pc:sldMk cId="2460286150" sldId="536"/>
            <ac:picMk id="7" creationId="{D36441D5-BAC8-058A-CF23-A4B381CE942F}"/>
          </ac:picMkLst>
        </pc:picChg>
        <pc:picChg chg="add mod">
          <ac:chgData name="Teng Wang" userId="18a8d83a-d360-47a3-91f7-533eefe1d157" providerId="ADAL" clId="{0D6A0893-A4C3-4472-A40B-1F08EA46D4AE}" dt="2026-05-12T15:50:15.429" v="27476" actId="1076"/>
          <ac:picMkLst>
            <pc:docMk/>
            <pc:sldMk cId="2460286150" sldId="536"/>
            <ac:picMk id="9" creationId="{F26AB9EA-819F-BEF7-3616-AFA1748EC4B7}"/>
          </ac:picMkLst>
        </pc:picChg>
        <pc:picChg chg="add mod">
          <ac:chgData name="Teng Wang" userId="18a8d83a-d360-47a3-91f7-533eefe1d157" providerId="ADAL" clId="{0D6A0893-A4C3-4472-A40B-1F08EA46D4AE}" dt="2026-05-12T15:52:22.150" v="27609" actId="1076"/>
          <ac:picMkLst>
            <pc:docMk/>
            <pc:sldMk cId="2460286150" sldId="536"/>
            <ac:picMk id="11" creationId="{A4F9576C-FC97-0540-D973-B4AAE3B20DF2}"/>
          </ac:picMkLst>
        </pc:picChg>
        <pc:picChg chg="del">
          <ac:chgData name="Teng Wang" userId="18a8d83a-d360-47a3-91f7-533eefe1d157" providerId="ADAL" clId="{0D6A0893-A4C3-4472-A40B-1F08EA46D4AE}" dt="2026-05-12T15:38:39.489" v="27346" actId="478"/>
          <ac:picMkLst>
            <pc:docMk/>
            <pc:sldMk cId="2460286150" sldId="536"/>
            <ac:picMk id="2050" creationId="{72B15C21-B6F0-79A6-98D1-68ABEA15BA1E}"/>
          </ac:picMkLst>
        </pc:picChg>
      </pc:sldChg>
      <pc:sldChg chg="add del">
        <pc:chgData name="Teng Wang" userId="18a8d83a-d360-47a3-91f7-533eefe1d157" providerId="ADAL" clId="{0D6A0893-A4C3-4472-A40B-1F08EA46D4AE}" dt="2026-05-12T02:04:58.761" v="27194" actId="47"/>
        <pc:sldMkLst>
          <pc:docMk/>
          <pc:sldMk cId="11478137" sldId="537"/>
        </pc:sldMkLst>
      </pc:sldChg>
      <pc:sldChg chg="addSp delSp modSp add mod ord">
        <pc:chgData name="Teng Wang" userId="18a8d83a-d360-47a3-91f7-533eefe1d157" providerId="ADAL" clId="{0D6A0893-A4C3-4472-A40B-1F08EA46D4AE}" dt="2026-05-12T23:27:47.402" v="31829" actId="21"/>
        <pc:sldMkLst>
          <pc:docMk/>
          <pc:sldMk cId="1953420344" sldId="537"/>
        </pc:sldMkLst>
        <pc:spChg chg="del">
          <ac:chgData name="Teng Wang" userId="18a8d83a-d360-47a3-91f7-533eefe1d157" providerId="ADAL" clId="{0D6A0893-A4C3-4472-A40B-1F08EA46D4AE}" dt="2026-05-12T15:31:57.352" v="27267" actId="478"/>
          <ac:spMkLst>
            <pc:docMk/>
            <pc:sldMk cId="1953420344" sldId="537"/>
            <ac:spMk id="8" creationId="{80477858-75F9-F81E-2E88-F0CD4DA94336}"/>
          </ac:spMkLst>
        </pc:spChg>
        <pc:spChg chg="del">
          <ac:chgData name="Teng Wang" userId="18a8d83a-d360-47a3-91f7-533eefe1d157" providerId="ADAL" clId="{0D6A0893-A4C3-4472-A40B-1F08EA46D4AE}" dt="2026-05-12T15:32:11.909" v="27274" actId="478"/>
          <ac:spMkLst>
            <pc:docMk/>
            <pc:sldMk cId="1953420344" sldId="537"/>
            <ac:spMk id="11" creationId="{CB8B7C3A-D132-B28D-EF42-C52A8CC73520}"/>
          </ac:spMkLst>
        </pc:spChg>
        <pc:spChg chg="del">
          <ac:chgData name="Teng Wang" userId="18a8d83a-d360-47a3-91f7-533eefe1d157" providerId="ADAL" clId="{0D6A0893-A4C3-4472-A40B-1F08EA46D4AE}" dt="2026-05-12T15:31:58.523" v="27268" actId="478"/>
          <ac:spMkLst>
            <pc:docMk/>
            <pc:sldMk cId="1953420344" sldId="537"/>
            <ac:spMk id="18" creationId="{47D7943D-EB57-49D1-F88A-7922D8D14A0F}"/>
          </ac:spMkLst>
        </pc:spChg>
        <pc:graphicFrameChg chg="add del mod">
          <ac:chgData name="Teng Wang" userId="18a8d83a-d360-47a3-91f7-533eefe1d157" providerId="ADAL" clId="{0D6A0893-A4C3-4472-A40B-1F08EA46D4AE}" dt="2026-05-12T23:27:47.402" v="31829" actId="21"/>
          <ac:graphicFrameMkLst>
            <pc:docMk/>
            <pc:sldMk cId="1953420344" sldId="537"/>
            <ac:graphicFrameMk id="10" creationId="{9B1935AD-3241-E165-39D6-1A6D1B56A94E}"/>
          </ac:graphicFrameMkLst>
        </pc:graphicFrameChg>
        <pc:picChg chg="add mod">
          <ac:chgData name="Teng Wang" userId="18a8d83a-d360-47a3-91f7-533eefe1d157" providerId="ADAL" clId="{0D6A0893-A4C3-4472-A40B-1F08EA46D4AE}" dt="2026-05-12T15:32:16.877" v="27276" actId="1076"/>
          <ac:picMkLst>
            <pc:docMk/>
            <pc:sldMk cId="1953420344" sldId="537"/>
            <ac:picMk id="5" creationId="{4BEC6FDC-FDA7-B19D-3642-1C982B9C7B1C}"/>
          </ac:picMkLst>
        </pc:picChg>
        <pc:picChg chg="add mod">
          <ac:chgData name="Teng Wang" userId="18a8d83a-d360-47a3-91f7-533eefe1d157" providerId="ADAL" clId="{0D6A0893-A4C3-4472-A40B-1F08EA46D4AE}" dt="2026-05-12T23:27:19.925" v="31825" actId="1076"/>
          <ac:picMkLst>
            <pc:docMk/>
            <pc:sldMk cId="1953420344" sldId="537"/>
            <ac:picMk id="7" creationId="{5383E13F-3FB0-EE88-F5A7-EDF5EA444E44}"/>
          </ac:picMkLst>
        </pc:picChg>
        <pc:picChg chg="del">
          <ac:chgData name="Teng Wang" userId="18a8d83a-d360-47a3-91f7-533eefe1d157" providerId="ADAL" clId="{0D6A0893-A4C3-4472-A40B-1F08EA46D4AE}" dt="2026-05-12T15:31:56.109" v="27266" actId="478"/>
          <ac:picMkLst>
            <pc:docMk/>
            <pc:sldMk cId="1953420344" sldId="537"/>
            <ac:picMk id="9" creationId="{2BA270FE-5596-2010-90F9-6F6E1BD7C709}"/>
          </ac:picMkLst>
        </pc:picChg>
        <pc:picChg chg="del">
          <ac:chgData name="Teng Wang" userId="18a8d83a-d360-47a3-91f7-533eefe1d157" providerId="ADAL" clId="{0D6A0893-A4C3-4472-A40B-1F08EA46D4AE}" dt="2026-05-12T15:31:55.821" v="27265" actId="478"/>
          <ac:picMkLst>
            <pc:docMk/>
            <pc:sldMk cId="1953420344" sldId="537"/>
            <ac:picMk id="13" creationId="{7F4B753C-514A-1DE0-86ED-75C5A3296593}"/>
          </ac:picMkLst>
        </pc:picChg>
      </pc:sldChg>
      <pc:sldChg chg="add del">
        <pc:chgData name="Teng Wang" userId="18a8d83a-d360-47a3-91f7-533eefe1d157" providerId="ADAL" clId="{0D6A0893-A4C3-4472-A40B-1F08EA46D4AE}" dt="2026-05-12T02:05:39.691" v="27200" actId="47"/>
        <pc:sldMkLst>
          <pc:docMk/>
          <pc:sldMk cId="97326707" sldId="538"/>
        </pc:sldMkLst>
      </pc:sldChg>
      <pc:sldChg chg="add del">
        <pc:chgData name="Teng Wang" userId="18a8d83a-d360-47a3-91f7-533eefe1d157" providerId="ADAL" clId="{0D6A0893-A4C3-4472-A40B-1F08EA46D4AE}" dt="2026-05-12T02:05:33.223" v="27196" actId="2696"/>
        <pc:sldMkLst>
          <pc:docMk/>
          <pc:sldMk cId="533163133" sldId="538"/>
        </pc:sldMkLst>
      </pc:sldChg>
      <pc:sldChg chg="add del">
        <pc:chgData name="Teng Wang" userId="18a8d83a-d360-47a3-91f7-533eefe1d157" providerId="ADAL" clId="{0D6A0893-A4C3-4472-A40B-1F08EA46D4AE}" dt="2026-05-12T02:05:36.091" v="27198"/>
        <pc:sldMkLst>
          <pc:docMk/>
          <pc:sldMk cId="1357224984" sldId="538"/>
        </pc:sldMkLst>
      </pc:sldChg>
      <pc:sldChg chg="add del">
        <pc:chgData name="Teng Wang" userId="18a8d83a-d360-47a3-91f7-533eefe1d157" providerId="ADAL" clId="{0D6A0893-A4C3-4472-A40B-1F08EA46D4AE}" dt="2026-05-12T15:32:00.672" v="27270"/>
        <pc:sldMkLst>
          <pc:docMk/>
          <pc:sldMk cId="1493900490" sldId="538"/>
        </pc:sldMkLst>
      </pc:sldChg>
      <pc:sldChg chg="addSp delSp modSp add mod ord">
        <pc:chgData name="Teng Wang" userId="18a8d83a-d360-47a3-91f7-533eefe1d157" providerId="ADAL" clId="{0D6A0893-A4C3-4472-A40B-1F08EA46D4AE}" dt="2026-05-12T23:28:50.301" v="31875" actId="1035"/>
        <pc:sldMkLst>
          <pc:docMk/>
          <pc:sldMk cId="3720539910" sldId="538"/>
        </pc:sldMkLst>
        <pc:spChg chg="del mod">
          <ac:chgData name="Teng Wang" userId="18a8d83a-d360-47a3-91f7-533eefe1d157" providerId="ADAL" clId="{0D6A0893-A4C3-4472-A40B-1F08EA46D4AE}" dt="2026-05-12T23:27:07.496" v="31821" actId="478"/>
          <ac:spMkLst>
            <pc:docMk/>
            <pc:sldMk cId="3720539910" sldId="538"/>
            <ac:spMk id="11" creationId="{F2BF0410-52B7-8720-019E-7D9B1E98354D}"/>
          </ac:spMkLst>
        </pc:spChg>
        <pc:spChg chg="add mod">
          <ac:chgData name="Teng Wang" userId="18a8d83a-d360-47a3-91f7-533eefe1d157" providerId="ADAL" clId="{0D6A0893-A4C3-4472-A40B-1F08EA46D4AE}" dt="2026-05-12T23:28:48.192" v="31874" actId="1076"/>
          <ac:spMkLst>
            <pc:docMk/>
            <pc:sldMk cId="3720539910" sldId="538"/>
            <ac:spMk id="15" creationId="{05A452D5-3378-8570-FCF0-722C1EFBEE42}"/>
          </ac:spMkLst>
        </pc:spChg>
        <pc:graphicFrameChg chg="add del mod modGraphic">
          <ac:chgData name="Teng Wang" userId="18a8d83a-d360-47a3-91f7-533eefe1d157" providerId="ADAL" clId="{0D6A0893-A4C3-4472-A40B-1F08EA46D4AE}" dt="2026-05-12T23:27:14.200" v="31823" actId="21"/>
          <ac:graphicFrameMkLst>
            <pc:docMk/>
            <pc:sldMk cId="3720539910" sldId="538"/>
            <ac:graphicFrameMk id="13" creationId="{9B1935AD-3241-E165-39D6-1A6D1B56A94E}"/>
          </ac:graphicFrameMkLst>
        </pc:graphicFrameChg>
        <pc:graphicFrameChg chg="add mod modGraphic">
          <ac:chgData name="Teng Wang" userId="18a8d83a-d360-47a3-91f7-533eefe1d157" providerId="ADAL" clId="{0D6A0893-A4C3-4472-A40B-1F08EA46D4AE}" dt="2026-05-12T23:28:50.301" v="31875" actId="1035"/>
          <ac:graphicFrameMkLst>
            <pc:docMk/>
            <pc:sldMk cId="3720539910" sldId="538"/>
            <ac:graphicFrameMk id="14" creationId="{9B1935AD-3241-E165-39D6-1A6D1B56A94E}"/>
          </ac:graphicFrameMkLst>
        </pc:graphicFrameChg>
        <pc:picChg chg="add del mod">
          <ac:chgData name="Teng Wang" userId="18a8d83a-d360-47a3-91f7-533eefe1d157" providerId="ADAL" clId="{0D6A0893-A4C3-4472-A40B-1F08EA46D4AE}" dt="2026-05-12T15:34:26.674" v="27306" actId="478"/>
          <ac:picMkLst>
            <pc:docMk/>
            <pc:sldMk cId="3720539910" sldId="538"/>
            <ac:picMk id="5" creationId="{F64F58D0-CDD0-B73F-E00F-BBCBD8D0B463}"/>
          </ac:picMkLst>
        </pc:picChg>
        <pc:picChg chg="add mod">
          <ac:chgData name="Teng Wang" userId="18a8d83a-d360-47a3-91f7-533eefe1d157" providerId="ADAL" clId="{0D6A0893-A4C3-4472-A40B-1F08EA46D4AE}" dt="2026-05-12T15:36:26.393" v="27323" actId="1076"/>
          <ac:picMkLst>
            <pc:docMk/>
            <pc:sldMk cId="3720539910" sldId="538"/>
            <ac:picMk id="7" creationId="{7CACD833-58A5-772D-9574-EFD3F7A2A54B}"/>
          </ac:picMkLst>
        </pc:picChg>
        <pc:picChg chg="add mod">
          <ac:chgData name="Teng Wang" userId="18a8d83a-d360-47a3-91f7-533eefe1d157" providerId="ADAL" clId="{0D6A0893-A4C3-4472-A40B-1F08EA46D4AE}" dt="2026-05-12T15:36:32.365" v="27325" actId="1076"/>
          <ac:picMkLst>
            <pc:docMk/>
            <pc:sldMk cId="3720539910" sldId="538"/>
            <ac:picMk id="9" creationId="{0EDB46D6-DC00-2B06-D2D9-0ABB446C6893}"/>
          </ac:picMkLst>
        </pc:picChg>
        <pc:picChg chg="add mod">
          <ac:chgData name="Teng Wang" userId="18a8d83a-d360-47a3-91f7-533eefe1d157" providerId="ADAL" clId="{0D6A0893-A4C3-4472-A40B-1F08EA46D4AE}" dt="2026-05-12T15:36:29.319" v="27324" actId="1076"/>
          <ac:picMkLst>
            <pc:docMk/>
            <pc:sldMk cId="3720539910" sldId="538"/>
            <ac:picMk id="12" creationId="{883E2502-6D55-FAAA-471E-E5EF8866BC16}"/>
          </ac:picMkLst>
        </pc:picChg>
      </pc:sldChg>
      <pc:sldChg chg="addSp modSp add mod ord">
        <pc:chgData name="Teng Wang" userId="18a8d83a-d360-47a3-91f7-533eefe1d157" providerId="ADAL" clId="{0D6A0893-A4C3-4472-A40B-1F08EA46D4AE}" dt="2026-05-12T23:32:24.231" v="32066" actId="20577"/>
        <pc:sldMkLst>
          <pc:docMk/>
          <pc:sldMk cId="3047883458" sldId="539"/>
        </pc:sldMkLst>
        <pc:spChg chg="add mod">
          <ac:chgData name="Teng Wang" userId="18a8d83a-d360-47a3-91f7-533eefe1d157" providerId="ADAL" clId="{0D6A0893-A4C3-4472-A40B-1F08EA46D4AE}" dt="2026-05-12T23:31:58.484" v="31967" actId="1076"/>
          <ac:spMkLst>
            <pc:docMk/>
            <pc:sldMk cId="3047883458" sldId="539"/>
            <ac:spMk id="7" creationId="{080C2C28-64D2-A04A-2E88-46B58043A688}"/>
          </ac:spMkLst>
        </pc:spChg>
        <pc:spChg chg="mod">
          <ac:chgData name="Teng Wang" userId="18a8d83a-d360-47a3-91f7-533eefe1d157" providerId="ADAL" clId="{0D6A0893-A4C3-4472-A40B-1F08EA46D4AE}" dt="2026-05-12T23:32:24.231" v="32066" actId="20577"/>
          <ac:spMkLst>
            <pc:docMk/>
            <pc:sldMk cId="3047883458" sldId="539"/>
            <ac:spMk id="11" creationId="{6B6F656C-B43B-760B-3438-7939745DDCA3}"/>
          </ac:spMkLst>
        </pc:spChg>
        <pc:graphicFrameChg chg="add mod modGraphic">
          <ac:chgData name="Teng Wang" userId="18a8d83a-d360-47a3-91f7-533eefe1d157" providerId="ADAL" clId="{0D6A0893-A4C3-4472-A40B-1F08EA46D4AE}" dt="2026-05-12T23:31:55.034" v="31966" actId="1076"/>
          <ac:graphicFrameMkLst>
            <pc:docMk/>
            <pc:sldMk cId="3047883458" sldId="539"/>
            <ac:graphicFrameMk id="6" creationId="{D43527A7-87BD-79BE-723E-E871CF5DB246}"/>
          </ac:graphicFrameMkLst>
        </pc:graphicFrameChg>
        <pc:picChg chg="add mod">
          <ac:chgData name="Teng Wang" userId="18a8d83a-d360-47a3-91f7-533eefe1d157" providerId="ADAL" clId="{0D6A0893-A4C3-4472-A40B-1F08EA46D4AE}" dt="2026-05-12T18:15:19.878" v="28502" actId="1076"/>
          <ac:picMkLst>
            <pc:docMk/>
            <pc:sldMk cId="3047883458" sldId="539"/>
            <ac:picMk id="5" creationId="{BE323B41-19FF-ACDA-3507-B8DCF2C81C60}"/>
          </ac:picMkLst>
        </pc:picChg>
      </pc:sldChg>
      <pc:sldChg chg="add del">
        <pc:chgData name="Teng Wang" userId="18a8d83a-d360-47a3-91f7-533eefe1d157" providerId="ADAL" clId="{0D6A0893-A4C3-4472-A40B-1F08EA46D4AE}" dt="2026-05-12T02:05:36.091" v="27198"/>
        <pc:sldMkLst>
          <pc:docMk/>
          <pc:sldMk cId="3170219559" sldId="539"/>
        </pc:sldMkLst>
      </pc:sldChg>
      <pc:sldChg chg="add del">
        <pc:chgData name="Teng Wang" userId="18a8d83a-d360-47a3-91f7-533eefe1d157" providerId="ADAL" clId="{0D6A0893-A4C3-4472-A40B-1F08EA46D4AE}" dt="2026-05-12T02:05:40.226" v="27201" actId="47"/>
        <pc:sldMkLst>
          <pc:docMk/>
          <pc:sldMk cId="3523191833" sldId="539"/>
        </pc:sldMkLst>
      </pc:sldChg>
      <pc:sldChg chg="add del">
        <pc:chgData name="Teng Wang" userId="18a8d83a-d360-47a3-91f7-533eefe1d157" providerId="ADAL" clId="{0D6A0893-A4C3-4472-A40B-1F08EA46D4AE}" dt="2026-05-12T02:05:33.223" v="27196" actId="2696"/>
        <pc:sldMkLst>
          <pc:docMk/>
          <pc:sldMk cId="3994689044" sldId="539"/>
        </pc:sldMkLst>
      </pc:sldChg>
      <pc:sldChg chg="add del">
        <pc:chgData name="Teng Wang" userId="18a8d83a-d360-47a3-91f7-533eefe1d157" providerId="ADAL" clId="{0D6A0893-A4C3-4472-A40B-1F08EA46D4AE}" dt="2026-05-12T02:04:58.761" v="27194" actId="47"/>
        <pc:sldMkLst>
          <pc:docMk/>
          <pc:sldMk cId="216084909" sldId="540"/>
        </pc:sldMkLst>
      </pc:sldChg>
      <pc:sldChg chg="addSp delSp modSp add mod">
        <pc:chgData name="Teng Wang" userId="18a8d83a-d360-47a3-91f7-533eefe1d157" providerId="ADAL" clId="{0D6A0893-A4C3-4472-A40B-1F08EA46D4AE}" dt="2026-05-12T16:32:39.883" v="27962" actId="20577"/>
        <pc:sldMkLst>
          <pc:docMk/>
          <pc:sldMk cId="2708252636" sldId="540"/>
        </pc:sldMkLst>
        <pc:spChg chg="add del">
          <ac:chgData name="Teng Wang" userId="18a8d83a-d360-47a3-91f7-533eefe1d157" providerId="ADAL" clId="{0D6A0893-A4C3-4472-A40B-1F08EA46D4AE}" dt="2026-05-12T15:53:10.028" v="27622" actId="11529"/>
          <ac:spMkLst>
            <pc:docMk/>
            <pc:sldMk cId="2708252636" sldId="540"/>
            <ac:spMk id="3" creationId="{02BD9DC9-3421-F29C-9781-68C6298212F8}"/>
          </ac:spMkLst>
        </pc:spChg>
        <pc:spChg chg="add mod">
          <ac:chgData name="Teng Wang" userId="18a8d83a-d360-47a3-91f7-533eefe1d157" providerId="ADAL" clId="{0D6A0893-A4C3-4472-A40B-1F08EA46D4AE}" dt="2026-05-12T15:53:26.881" v="27628" actId="208"/>
          <ac:spMkLst>
            <pc:docMk/>
            <pc:sldMk cId="2708252636" sldId="540"/>
            <ac:spMk id="5" creationId="{7AC01CC6-241A-6DDC-1553-1D9B42ECDFF9}"/>
          </ac:spMkLst>
        </pc:spChg>
        <pc:spChg chg="add mod">
          <ac:chgData name="Teng Wang" userId="18a8d83a-d360-47a3-91f7-533eefe1d157" providerId="ADAL" clId="{0D6A0893-A4C3-4472-A40B-1F08EA46D4AE}" dt="2026-05-12T16:01:27.746" v="27747" actId="1076"/>
          <ac:spMkLst>
            <pc:docMk/>
            <pc:sldMk cId="2708252636" sldId="540"/>
            <ac:spMk id="10" creationId="{A5BAA5BB-6A27-0A1B-E206-674616A1BFCB}"/>
          </ac:spMkLst>
        </pc:spChg>
        <pc:spChg chg="del">
          <ac:chgData name="Teng Wang" userId="18a8d83a-d360-47a3-91f7-533eefe1d157" providerId="ADAL" clId="{0D6A0893-A4C3-4472-A40B-1F08EA46D4AE}" dt="2026-05-12T15:52:33.367" v="27613" actId="478"/>
          <ac:spMkLst>
            <pc:docMk/>
            <pc:sldMk cId="2708252636" sldId="540"/>
            <ac:spMk id="12" creationId="{9D27B922-125E-46AD-772B-745B87DE7BB4}"/>
          </ac:spMkLst>
        </pc:spChg>
        <pc:spChg chg="del">
          <ac:chgData name="Teng Wang" userId="18a8d83a-d360-47a3-91f7-533eefe1d157" providerId="ADAL" clId="{0D6A0893-A4C3-4472-A40B-1F08EA46D4AE}" dt="2026-05-12T15:52:34.683" v="27614" actId="478"/>
          <ac:spMkLst>
            <pc:docMk/>
            <pc:sldMk cId="2708252636" sldId="540"/>
            <ac:spMk id="14" creationId="{8F28E05A-C211-69A2-C31B-39901382DFAD}"/>
          </ac:spMkLst>
        </pc:spChg>
        <pc:spChg chg="add del">
          <ac:chgData name="Teng Wang" userId="18a8d83a-d360-47a3-91f7-533eefe1d157" providerId="ADAL" clId="{0D6A0893-A4C3-4472-A40B-1F08EA46D4AE}" dt="2026-05-12T16:00:57.917" v="27734" actId="22"/>
          <ac:spMkLst>
            <pc:docMk/>
            <pc:sldMk cId="2708252636" sldId="540"/>
            <ac:spMk id="15" creationId="{B848BD81-5B16-4FE7-C648-9037681FD9A7}"/>
          </ac:spMkLst>
        </pc:spChg>
        <pc:spChg chg="add mod">
          <ac:chgData name="Teng Wang" userId="18a8d83a-d360-47a3-91f7-533eefe1d157" providerId="ADAL" clId="{0D6A0893-A4C3-4472-A40B-1F08EA46D4AE}" dt="2026-05-12T16:32:39.883" v="27962" actId="20577"/>
          <ac:spMkLst>
            <pc:docMk/>
            <pc:sldMk cId="2708252636" sldId="540"/>
            <ac:spMk id="16" creationId="{577897CF-8A19-1BE3-55B4-C06B836F493B}"/>
          </ac:spMkLst>
        </pc:spChg>
        <pc:spChg chg="add mod">
          <ac:chgData name="Teng Wang" userId="18a8d83a-d360-47a3-91f7-533eefe1d157" providerId="ADAL" clId="{0D6A0893-A4C3-4472-A40B-1F08EA46D4AE}" dt="2026-05-12T16:32:13.697" v="27954" actId="20577"/>
          <ac:spMkLst>
            <pc:docMk/>
            <pc:sldMk cId="2708252636" sldId="540"/>
            <ac:spMk id="17" creationId="{D309478E-BAA5-2279-1159-BE4F7E1B24AE}"/>
          </ac:spMkLst>
        </pc:spChg>
        <pc:graphicFrameChg chg="add mod modGraphic">
          <ac:chgData name="Teng Wang" userId="18a8d83a-d360-47a3-91f7-533eefe1d157" providerId="ADAL" clId="{0D6A0893-A4C3-4472-A40B-1F08EA46D4AE}" dt="2026-05-12T16:01:25.473" v="27746" actId="1076"/>
          <ac:graphicFrameMkLst>
            <pc:docMk/>
            <pc:sldMk cId="2708252636" sldId="540"/>
            <ac:graphicFrameMk id="8" creationId="{825B03B9-1673-2212-59B6-61F02BD62A08}"/>
          </ac:graphicFrameMkLst>
        </pc:graphicFrameChg>
        <pc:picChg chg="mod">
          <ac:chgData name="Teng Wang" userId="18a8d83a-d360-47a3-91f7-533eefe1d157" providerId="ADAL" clId="{0D6A0893-A4C3-4472-A40B-1F08EA46D4AE}" dt="2026-05-12T15:52:39.805" v="27618" actId="1076"/>
          <ac:picMkLst>
            <pc:docMk/>
            <pc:sldMk cId="2708252636" sldId="540"/>
            <ac:picMk id="9" creationId="{81EF6760-07F4-78DE-CC51-8100AE478786}"/>
          </ac:picMkLst>
        </pc:picChg>
        <pc:picChg chg="mod">
          <ac:chgData name="Teng Wang" userId="18a8d83a-d360-47a3-91f7-533eefe1d157" providerId="ADAL" clId="{0D6A0893-A4C3-4472-A40B-1F08EA46D4AE}" dt="2026-05-12T15:52:43.129" v="27620" actId="1076"/>
          <ac:picMkLst>
            <pc:docMk/>
            <pc:sldMk cId="2708252636" sldId="540"/>
            <ac:picMk id="11" creationId="{B1AFD8BA-F437-65D7-DC90-8307C7BD6DBC}"/>
          </ac:picMkLst>
        </pc:picChg>
        <pc:cxnChg chg="add mod">
          <ac:chgData name="Teng Wang" userId="18a8d83a-d360-47a3-91f7-533eefe1d157" providerId="ADAL" clId="{0D6A0893-A4C3-4472-A40B-1F08EA46D4AE}" dt="2026-05-12T15:53:51.353" v="27634" actId="208"/>
          <ac:cxnSpMkLst>
            <pc:docMk/>
            <pc:sldMk cId="2708252636" sldId="540"/>
            <ac:cxnSpMk id="7" creationId="{A4887186-9748-A52F-B11D-DD905EE54E2B}"/>
          </ac:cxnSpMkLst>
        </pc:cxnChg>
      </pc:sldChg>
      <pc:sldChg chg="delSp modSp add mod">
        <pc:chgData name="Teng Wang" userId="18a8d83a-d360-47a3-91f7-533eefe1d157" providerId="ADAL" clId="{0D6A0893-A4C3-4472-A40B-1F08EA46D4AE}" dt="2026-05-12T21:08:59.531" v="30193" actId="478"/>
        <pc:sldMkLst>
          <pc:docMk/>
          <pc:sldMk cId="1074487063" sldId="541"/>
        </pc:sldMkLst>
        <pc:spChg chg="mod">
          <ac:chgData name="Teng Wang" userId="18a8d83a-d360-47a3-91f7-533eefe1d157" providerId="ADAL" clId="{0D6A0893-A4C3-4472-A40B-1F08EA46D4AE}" dt="2026-05-12T18:25:20.564" v="28674" actId="20577"/>
          <ac:spMkLst>
            <pc:docMk/>
            <pc:sldMk cId="1074487063" sldId="541"/>
            <ac:spMk id="2" creationId="{38CDF8C7-50E3-E540-8692-52CB0774B088}"/>
          </ac:spMkLst>
        </pc:spChg>
        <pc:spChg chg="del">
          <ac:chgData name="Teng Wang" userId="18a8d83a-d360-47a3-91f7-533eefe1d157" providerId="ADAL" clId="{0D6A0893-A4C3-4472-A40B-1F08EA46D4AE}" dt="2026-05-12T21:08:59.531" v="30193" actId="478"/>
          <ac:spMkLst>
            <pc:docMk/>
            <pc:sldMk cId="1074487063" sldId="541"/>
            <ac:spMk id="13" creationId="{4A808139-D7F5-C169-B194-B4C2068EEAAB}"/>
          </ac:spMkLst>
        </pc:spChg>
        <pc:spChg chg="del">
          <ac:chgData name="Teng Wang" userId="18a8d83a-d360-47a3-91f7-533eefe1d157" providerId="ADAL" clId="{0D6A0893-A4C3-4472-A40B-1F08EA46D4AE}" dt="2026-05-12T21:08:57.255" v="30192" actId="478"/>
          <ac:spMkLst>
            <pc:docMk/>
            <pc:sldMk cId="1074487063" sldId="541"/>
            <ac:spMk id="17" creationId="{4C53F2B1-0093-94D8-D225-5402433D4C33}"/>
          </ac:spMkLst>
        </pc:spChg>
      </pc:sldChg>
      <pc:sldChg chg="add del">
        <pc:chgData name="Teng Wang" userId="18a8d83a-d360-47a3-91f7-533eefe1d157" providerId="ADAL" clId="{0D6A0893-A4C3-4472-A40B-1F08EA46D4AE}" dt="2026-05-12T02:04:58.761" v="27194" actId="47"/>
        <pc:sldMkLst>
          <pc:docMk/>
          <pc:sldMk cId="2255915586" sldId="541"/>
        </pc:sldMkLst>
      </pc:sldChg>
      <pc:sldChg chg="add del">
        <pc:chgData name="Teng Wang" userId="18a8d83a-d360-47a3-91f7-533eefe1d157" providerId="ADAL" clId="{0D6A0893-A4C3-4472-A40B-1F08EA46D4AE}" dt="2026-05-12T02:04:58.761" v="27194" actId="47"/>
        <pc:sldMkLst>
          <pc:docMk/>
          <pc:sldMk cId="3142502940" sldId="542"/>
        </pc:sldMkLst>
      </pc:sldChg>
      <pc:sldChg chg="add del">
        <pc:chgData name="Teng Wang" userId="18a8d83a-d360-47a3-91f7-533eefe1d157" providerId="ADAL" clId="{0D6A0893-A4C3-4472-A40B-1F08EA46D4AE}" dt="2026-05-12T02:04:58.761" v="27194" actId="47"/>
        <pc:sldMkLst>
          <pc:docMk/>
          <pc:sldMk cId="540722964" sldId="543"/>
        </pc:sldMkLst>
      </pc:sldChg>
      <pc:sldChg chg="add del">
        <pc:chgData name="Teng Wang" userId="18a8d83a-d360-47a3-91f7-533eefe1d157" providerId="ADAL" clId="{0D6A0893-A4C3-4472-A40B-1F08EA46D4AE}" dt="2026-05-12T02:04:58.761" v="27194" actId="47"/>
        <pc:sldMkLst>
          <pc:docMk/>
          <pc:sldMk cId="1168422321" sldId="544"/>
        </pc:sldMkLst>
      </pc:sldChg>
      <pc:sldChg chg="add del">
        <pc:chgData name="Teng Wang" userId="18a8d83a-d360-47a3-91f7-533eefe1d157" providerId="ADAL" clId="{0D6A0893-A4C3-4472-A40B-1F08EA46D4AE}" dt="2026-05-12T02:04:58.761" v="27194" actId="47"/>
        <pc:sldMkLst>
          <pc:docMk/>
          <pc:sldMk cId="3681170822" sldId="545"/>
        </pc:sldMkLst>
      </pc:sldChg>
      <pc:sldChg chg="modSp add del mod">
        <pc:chgData name="Teng Wang" userId="18a8d83a-d360-47a3-91f7-533eefe1d157" providerId="ADAL" clId="{0D6A0893-A4C3-4472-A40B-1F08EA46D4AE}" dt="2026-05-12T22:53:56.175" v="31561" actId="20577"/>
        <pc:sldMkLst>
          <pc:docMk/>
          <pc:sldMk cId="565386275" sldId="1021"/>
        </pc:sldMkLst>
        <pc:spChg chg="mod">
          <ac:chgData name="Teng Wang" userId="18a8d83a-d360-47a3-91f7-533eefe1d157" providerId="ADAL" clId="{0D6A0893-A4C3-4472-A40B-1F08EA46D4AE}" dt="2026-05-12T22:53:31.751" v="31509" actId="20577"/>
          <ac:spMkLst>
            <pc:docMk/>
            <pc:sldMk cId="565386275" sldId="1021"/>
            <ac:spMk id="2" creationId="{263B5A61-BD57-B06A-CCD3-D266A288F26B}"/>
          </ac:spMkLst>
        </pc:spChg>
        <pc:spChg chg="mod">
          <ac:chgData name="Teng Wang" userId="18a8d83a-d360-47a3-91f7-533eefe1d157" providerId="ADAL" clId="{0D6A0893-A4C3-4472-A40B-1F08EA46D4AE}" dt="2026-05-12T22:53:56.175" v="31561" actId="20577"/>
          <ac:spMkLst>
            <pc:docMk/>
            <pc:sldMk cId="565386275" sldId="1021"/>
            <ac:spMk id="3" creationId="{05D33DC0-DDEA-11EC-6123-6D1D9C74C2A3}"/>
          </ac:spMkLst>
        </pc:spChg>
      </pc:sldChg>
      <pc:sldMasterChg chg="del delSldLayout">
        <pc:chgData name="Teng Wang" userId="18a8d83a-d360-47a3-91f7-533eefe1d157" providerId="ADAL" clId="{0D6A0893-A4C3-4472-A40B-1F08EA46D4AE}" dt="2026-05-12T02:05:33.223" v="27196" actId="2696"/>
        <pc:sldMasterMkLst>
          <pc:docMk/>
          <pc:sldMasterMk cId="3842083580" sldId="2147483656"/>
        </pc:sldMasterMkLst>
        <pc:sldLayoutChg chg="del">
          <pc:chgData name="Teng Wang" userId="18a8d83a-d360-47a3-91f7-533eefe1d157" providerId="ADAL" clId="{0D6A0893-A4C3-4472-A40B-1F08EA46D4AE}" dt="2026-05-12T02:05:33.223" v="27196" actId="2696"/>
          <pc:sldLayoutMkLst>
            <pc:docMk/>
            <pc:sldMasterMk cId="3842083580" sldId="2147483656"/>
            <pc:sldLayoutMk cId="1995479108" sldId="2147483657"/>
          </pc:sldLayoutMkLst>
        </pc:sldLayoutChg>
        <pc:sldLayoutChg chg="del">
          <pc:chgData name="Teng Wang" userId="18a8d83a-d360-47a3-91f7-533eefe1d157" providerId="ADAL" clId="{0D6A0893-A4C3-4472-A40B-1F08EA46D4AE}" dt="2026-05-12T02:05:33.223" v="27196" actId="2696"/>
          <pc:sldLayoutMkLst>
            <pc:docMk/>
            <pc:sldMasterMk cId="3842083580" sldId="2147483656"/>
            <pc:sldLayoutMk cId="1434895976" sldId="2147483658"/>
          </pc:sldLayoutMkLst>
        </pc:sldLayoutChg>
      </pc:sldMasterChg>
      <pc:sldMasterChg chg="delSldLayout">
        <pc:chgData name="Teng Wang" userId="18a8d83a-d360-47a3-91f7-533eefe1d157" providerId="ADAL" clId="{0D6A0893-A4C3-4472-A40B-1F08EA46D4AE}" dt="2026-04-24T21:01:10.890" v="22245" actId="47"/>
        <pc:sldMasterMkLst>
          <pc:docMk/>
          <pc:sldMasterMk cId="1793164074" sldId="2147483662"/>
        </pc:sldMasterMkLst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08223A78-625A-434B-8348-E42139EC5955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391D3BA1-BEDB-4FA8-B6EC-CD582FA95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715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20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6029" algn="l" defTabSz="9120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2051" algn="l" defTabSz="9120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68077" algn="l" defTabSz="9120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4101" algn="l" defTabSz="9120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0126" algn="l" defTabSz="9120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36151" algn="l" defTabSz="9120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2178" algn="l" defTabSz="9120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48201" algn="l" defTabSz="9120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D16AC8-FE39-F88F-F799-CA4F7D69E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D466B0-0CC0-48E8-CA55-15207B11AB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580A18-F319-190D-3DD9-6A7C8C8BBF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D01C82-CDC2-A118-B607-88AB5CA196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1D3BA1-BEDB-4FA8-B6EC-CD582FA95C7C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20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32109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B9A815-BD55-CE13-393F-3F377CB79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30DDC6-8129-473D-66A9-BCEE5E8FA0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42AD43-D839-B047-4535-5EF8B349A3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42DDD4-DB7B-B306-4255-0738C73900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1D3BA1-BEDB-4FA8-B6EC-CD582FA95C7C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20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336451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82703-C228-0B06-8667-1E92EE9FA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3B468E-3402-0313-AE4C-0DAEA7952E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4807CA-72BC-013F-0B7A-C24F1F8551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734F83-7ACB-969F-5483-F0B385FF31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1D3BA1-BEDB-4FA8-B6EC-CD582FA95C7C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20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36683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E5FF2-C1EA-FFC1-8EC2-6A05B8D2F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F81048-E2DC-ADB0-28BC-CEFDE48370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563272-96AD-8B1F-6EEC-9FD95DCFDB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0C364C-95D7-6F19-31DE-B3A90DC3E6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1D3BA1-BEDB-4FA8-B6EC-CD582FA95C7C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20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97833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937E2-076B-4501-FE2F-B6557B336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724013-85B8-2314-0AE9-FEAC0BD19A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9D616F-69BA-2C2C-4140-06D98C27CF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5A3DD3-858A-02EB-A726-EFD0B58378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1D3BA1-BEDB-4FA8-B6EC-CD582FA95C7C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20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91766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8924E-935F-539E-7124-A2BE3E5F8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4469D8-F4E5-E164-F209-AE943F72E7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DCEB01-F882-122C-5DDE-9496427051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850DD2-718A-BCAF-4DAE-804B23DFE9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1D3BA1-BEDB-4FA8-B6EC-CD582FA95C7C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20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05845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883B5-A3C9-EE4E-BAFD-ADBC4DF79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353B82-7F73-9B87-CC39-D6EC67E981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695260-0534-513F-BA63-7937C46C50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EE2B2A-0DC0-AB2F-60D9-85707B179B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1D3BA1-BEDB-4FA8-B6EC-CD582FA95C7C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20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99298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6B907-3091-E269-E82F-FF10C18FB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96535B-56EB-086A-4484-669D00AC7A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68A069-ED84-8D3A-F2BA-6F8CF602DF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37E4B4-529D-A291-B8E4-28E869BBBC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1D3BA1-BEDB-4FA8-B6EC-CD582FA95C7C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20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06653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67284-577C-91D9-C3DB-21511DF9F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F3AD3B-D949-3F4E-AD24-B869127185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2867D3-FD10-0266-9730-CB11E73745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EB1E66-C76E-00C2-3C4B-85F49224D4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1D3BA1-BEDB-4FA8-B6EC-CD582FA95C7C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20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06151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FCF71-AF7B-F226-1C4C-11013A2C2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259D10-0D28-693A-017E-6A51F67E06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68EBA3-1EA3-5386-BC8F-4665F2E536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0C0D8A-20AD-DE7B-459C-E733CE1303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1D3BA1-BEDB-4FA8-B6EC-CD582FA95C7C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20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38121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92A67-527D-67A2-FD9A-23E635275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082D81-0244-1661-BC74-1C20D4606E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23FA93-6F9A-2AE4-032C-B112956C6E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BAA69E-A692-FCBA-09EA-1E19C60677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1D3BA1-BEDB-4FA8-B6EC-CD582FA95C7C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20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79788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E4175-9831-AF34-3070-32560AF30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F9AE93-1E3E-A1CC-04D3-5A850BDB7B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ECBA38-1E02-9C84-5749-FED5EE349B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475AFB-0977-BE03-D491-C1DD9759B6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1D3BA1-BEDB-4FA8-B6EC-CD582FA95C7C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20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55335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EA040-88E0-9B9B-0B82-6082DABC3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E5614D-4C05-37DD-0E8D-99F896133E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BD65F3-4B46-DE9F-DDC9-D76E9E50CA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0EA8D3-B12C-5DEC-3B21-8FFC18EC45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1D3BA1-BEDB-4FA8-B6EC-CD582FA95C7C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20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649347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67B56-12AD-C58C-EE17-B131AAA27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D50B85-669D-4AE2-DF80-A51CE31D5C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86C8D0-E981-5E28-6CEB-1705DD6B7C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86DDA3-CE22-816D-BE3B-EE0BAA99F3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1D3BA1-BEDB-4FA8-B6EC-CD582FA95C7C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20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821368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D4080-664D-ED0E-2D86-90E2217DC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0EF6C2-693C-3217-B3B4-2984685903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5C31D3-2D0C-8784-726D-A5E11CF85D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F3C2B4-2683-B1FF-2572-61FBD26782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1D3BA1-BEDB-4FA8-B6EC-CD582FA95C7C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20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563196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7A71F-B327-B2C5-2E87-82FFB155D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941F65-786F-2C95-A01A-DB458A4E02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06D792-440D-90EB-1B74-0DF51532D6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DF1FE5-E0A2-3F3E-6B69-92867C5C5F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1D3BA1-BEDB-4FA8-B6EC-CD582FA95C7C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20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682317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EC251-CB9E-AC78-E2FA-45B253916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ED6CA8-9CE3-847D-DB4B-3ACC0332FA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EF8A1D-AA5E-7763-63DE-48853F1A69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36BBAE-1DFA-A589-E7D3-ACE61B4486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1D3BA1-BEDB-4FA8-B6EC-CD582FA95C7C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20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4148036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9D31C-1C9D-5660-5E3A-1965B6380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CA4843-8754-1456-388C-71F8E5FC0F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A50C17-8663-BF29-CA7C-7AFD36D16A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4647FC-6937-8F28-0CFA-D39E5B6E3D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1D3BA1-BEDB-4FA8-B6EC-CD582FA95C7C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20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367839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2A46D-CFA3-9C95-FFAE-4DBE656CE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C893B7-1D10-B273-A2B0-0E17F72D6F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6113A8-1896-5A2E-1608-6B7C5B5D19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5A6808-83F4-8A5D-50B1-7CCD2FFA10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1D3BA1-BEDB-4FA8-B6EC-CD582FA95C7C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20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6445424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E0311-3D0A-4858-1EF2-D3AFE62AC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DAB1DA-6C89-07B2-3279-089D2B2027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CFB3BC-6A97-0B29-3247-AD735CEEE8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7060F3-7866-D54D-38F7-8E1F77E4CA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1D3BA1-BEDB-4FA8-B6EC-CD582FA95C7C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20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73465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422400" y="2819400"/>
            <a:ext cx="9347200" cy="1272204"/>
          </a:xfrm>
          <a:prstGeom prst="rect">
            <a:avLst/>
          </a:prstGeom>
        </p:spPr>
        <p:txBody>
          <a:bodyPr/>
          <a:lstStyle>
            <a:lvl1pPr algn="ctr">
              <a:defRPr b="0"/>
            </a:lvl1pPr>
          </a:lstStyle>
          <a:p>
            <a:r>
              <a:rPr lang="en-US" dirty="0"/>
              <a:t>Click to edit presentation title</a:t>
            </a:r>
          </a:p>
        </p:txBody>
      </p:sp>
      <p:sp>
        <p:nvSpPr>
          <p:cNvPr id="4" name="Title 1"/>
          <p:cNvSpPr txBox="1">
            <a:spLocks/>
          </p:cNvSpPr>
          <p:nvPr userDrawn="1"/>
        </p:nvSpPr>
        <p:spPr>
          <a:xfrm>
            <a:off x="1117600" y="4313278"/>
            <a:ext cx="9347200" cy="1385455"/>
          </a:xfrm>
          <a:prstGeom prst="rect">
            <a:avLst/>
          </a:prstGeom>
        </p:spPr>
        <p:txBody>
          <a:bodyPr/>
          <a:lstStyle>
            <a:lvl1pPr algn="l" defTabSz="912051" rtl="0" eaLnBrk="1" latinLnBrk="0" hangingPunct="1"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en-US" sz="2000" b="0" dirty="0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0" y="4244004"/>
            <a:ext cx="121920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8507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4160" y="-1"/>
            <a:ext cx="6583680" cy="914400"/>
          </a:xfrm>
        </p:spPr>
        <p:txBody>
          <a:bodyPr>
            <a:norm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600" y="1066800"/>
            <a:ext cx="5283200" cy="5257800"/>
          </a:xfrm>
        </p:spPr>
        <p:txBody>
          <a:bodyPr/>
          <a:lstStyle>
            <a:lvl1pPr>
              <a:defRPr sz="2800"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582400" y="6477000"/>
            <a:ext cx="508000" cy="304800"/>
          </a:xfrm>
          <a:prstGeom prst="rect">
            <a:avLst/>
          </a:prstGeom>
        </p:spPr>
        <p:txBody>
          <a:bodyPr lIns="91205" tIns="45604" rIns="91205" bIns="45604"/>
          <a:lstStyle>
            <a:lvl1pPr algn="r">
              <a:defRPr sz="1200"/>
            </a:lvl1pPr>
          </a:lstStyle>
          <a:p>
            <a:fld id="{9C1C2826-D48C-44C5-84F4-35AA91AE3AFB}" type="slidenum">
              <a:rPr lang="en-US" smtClean="0">
                <a:solidFill>
                  <a:srgbClr val="262626"/>
                </a:solidFill>
              </a:rPr>
              <a:pPr/>
              <a:t>‹#›</a:t>
            </a:fld>
            <a:endParaRPr lang="en-US" dirty="0">
              <a:solidFill>
                <a:srgbClr val="262626"/>
              </a:solidFill>
            </a:endParaRPr>
          </a:p>
        </p:txBody>
      </p:sp>
      <p:sp>
        <p:nvSpPr>
          <p:cNvPr id="7" name="Content Placeholder 2"/>
          <p:cNvSpPr>
            <a:spLocks noGrp="1"/>
          </p:cNvSpPr>
          <p:nvPr>
            <p:ph idx="13" hasCustomPrompt="1"/>
          </p:nvPr>
        </p:nvSpPr>
        <p:spPr>
          <a:xfrm>
            <a:off x="6096000" y="1066800"/>
            <a:ext cx="5384800" cy="5257800"/>
          </a:xfrm>
        </p:spPr>
        <p:txBody>
          <a:bodyPr/>
          <a:lstStyle>
            <a:lvl1pPr>
              <a:defRPr sz="2800"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212767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4160" y="-1"/>
            <a:ext cx="6583680" cy="914400"/>
          </a:xfrm>
        </p:spPr>
        <p:txBody>
          <a:bodyPr>
            <a:normAutofit/>
          </a:bodyPr>
          <a:lstStyle>
            <a:lvl1pPr algn="ctr">
              <a:defRPr sz="320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600" y="1066800"/>
            <a:ext cx="10871200" cy="525780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582400" y="6477000"/>
            <a:ext cx="508000" cy="304800"/>
          </a:xfrm>
          <a:prstGeom prst="rect">
            <a:avLst/>
          </a:prstGeom>
        </p:spPr>
        <p:txBody>
          <a:bodyPr lIns="91205" tIns="45604" rIns="91205" bIns="45604"/>
          <a:lstStyle>
            <a:lvl1pPr algn="r">
              <a:defRPr sz="1200"/>
            </a:lvl1pPr>
          </a:lstStyle>
          <a:p>
            <a:fld id="{9C1C2826-D48C-44C5-84F4-35AA91AE3AFB}" type="slidenum">
              <a:rPr lang="en-US" smtClean="0">
                <a:solidFill>
                  <a:srgbClr val="262626"/>
                </a:solidFill>
              </a:rPr>
              <a:pPr/>
              <a:t>‹#›</a:t>
            </a:fld>
            <a:endParaRPr lang="en-US" dirty="0">
              <a:solidFill>
                <a:srgbClr val="2626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89898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8CDC451-2C48-6743-B5DC-CE685902A16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2871" y="685800"/>
            <a:ext cx="5046259" cy="1716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1640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hf hdr="0" ftr="0"/>
  <p:txStyles>
    <p:titleStyle>
      <a:lvl1pPr algn="l" defTabSz="912051" rtl="0" eaLnBrk="1" latinLnBrk="0" hangingPunct="1">
        <a:spcBef>
          <a:spcPct val="0"/>
        </a:spcBef>
        <a:buNone/>
        <a:defRPr sz="2800" b="1" kern="1200">
          <a:solidFill>
            <a:schemeClr val="bg1"/>
          </a:solidFill>
          <a:latin typeface="+mn-lt"/>
          <a:ea typeface="+mj-ea"/>
          <a:cs typeface="+mj-cs"/>
        </a:defRPr>
      </a:lvl1pPr>
    </p:titleStyle>
    <p:bodyStyle>
      <a:lvl1pPr marL="342019" indent="-342019" algn="l" defTabSz="912051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1pPr>
      <a:lvl2pPr marL="741038" indent="-285013" algn="l" defTabSz="912051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2pPr>
      <a:lvl3pPr marL="1140063" indent="-228019" algn="l" defTabSz="912051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3pPr>
      <a:lvl4pPr marL="1596090" indent="-228019" algn="l" defTabSz="912051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4pPr>
      <a:lvl5pPr marL="2052113" indent="-228019" algn="l" defTabSz="912051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5pPr>
      <a:lvl6pPr marL="2508141" indent="-228019" algn="l" defTabSz="91205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64166" indent="-228019" algn="l" defTabSz="91205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0191" indent="-228019" algn="l" defTabSz="91205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76213" indent="-228019" algn="l" defTabSz="91205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20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029" algn="l" defTabSz="9120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2051" algn="l" defTabSz="9120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8077" algn="l" defTabSz="9120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4101" algn="l" defTabSz="9120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0126" algn="l" defTabSz="9120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6151" algn="l" defTabSz="9120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2178" algn="l" defTabSz="9120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48201" algn="l" defTabSz="9120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23"/>
            <a:ext cx="10972800" cy="4525963"/>
          </a:xfrm>
          <a:prstGeom prst="rect">
            <a:avLst/>
          </a:prstGeom>
        </p:spPr>
        <p:txBody>
          <a:bodyPr vert="horz" lIns="91205" tIns="45604" rIns="91205" bIns="45604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41192" y="1"/>
            <a:ext cx="7430009" cy="835677"/>
          </a:xfrm>
          <a:prstGeom prst="rect">
            <a:avLst/>
          </a:prstGeom>
        </p:spPr>
        <p:txBody>
          <a:bodyPr vert="horz" lIns="91205" tIns="45604" rIns="91205" bIns="45604" rtlCol="0" anchor="ctr">
            <a:normAutofit/>
          </a:bodyPr>
          <a:lstStyle/>
          <a:p>
            <a:endParaRPr 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0" y="-1"/>
            <a:ext cx="12192000" cy="877887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54" tIns="45678" rIns="91354" bIns="45678" rtlCol="0" anchor="ctr"/>
          <a:lstStyle/>
          <a:p>
            <a:pPr algn="ctr"/>
            <a:endParaRPr lang="en-US" sz="1800">
              <a:solidFill>
                <a:srgbClr val="FFFFFF"/>
              </a:solidFill>
            </a:endParaRP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82400" y="6477000"/>
            <a:ext cx="508000" cy="304800"/>
          </a:xfrm>
          <a:prstGeom prst="rect">
            <a:avLst/>
          </a:prstGeom>
        </p:spPr>
        <p:txBody>
          <a:bodyPr lIns="91205" tIns="45604" rIns="91205" bIns="45604"/>
          <a:lstStyle>
            <a:lvl1pPr algn="r">
              <a:defRPr sz="1200"/>
            </a:lvl1pPr>
          </a:lstStyle>
          <a:p>
            <a:fld id="{9C1C2826-D48C-44C5-84F4-35AA91AE3AFB}" type="slidenum">
              <a:rPr lang="en-US" smtClean="0">
                <a:solidFill>
                  <a:srgbClr val="262626"/>
                </a:solidFill>
              </a:rPr>
              <a:pPr/>
              <a:t>‹#›</a:t>
            </a:fld>
            <a:endParaRPr lang="en-US" dirty="0">
              <a:solidFill>
                <a:srgbClr val="262626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3F69954-84C5-A043-8DEA-7574D706358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0"/>
            <a:ext cx="1828800" cy="88053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2B7FCAC-BE1D-0243-B01B-A42B701F439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96854"/>
            <a:ext cx="2011680" cy="684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6621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</p:sldLayoutIdLst>
  <p:hf hdr="0" ftr="0"/>
  <p:txStyles>
    <p:titleStyle>
      <a:lvl1pPr algn="l" defTabSz="912051" rtl="0" eaLnBrk="1" latinLnBrk="0" hangingPunct="1">
        <a:spcBef>
          <a:spcPct val="0"/>
        </a:spcBef>
        <a:buNone/>
        <a:defRPr sz="2800" b="1" kern="1200">
          <a:solidFill>
            <a:schemeClr val="bg1"/>
          </a:solidFill>
          <a:latin typeface="+mn-lt"/>
          <a:ea typeface="+mj-ea"/>
          <a:cs typeface="+mj-cs"/>
        </a:defRPr>
      </a:lvl1pPr>
    </p:titleStyle>
    <p:bodyStyle>
      <a:lvl1pPr marL="342019" indent="-342019" algn="l" defTabSz="912051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1038" indent="-285013" algn="l" defTabSz="912051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0063" indent="-228019" algn="l" defTabSz="912051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6090" indent="-228019" algn="l" defTabSz="912051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2113" indent="-228019" algn="l" defTabSz="912051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08141" indent="-228019" algn="l" defTabSz="91205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64166" indent="-228019" algn="l" defTabSz="91205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0191" indent="-228019" algn="l" defTabSz="91205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76213" indent="-228019" algn="l" defTabSz="91205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20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029" algn="l" defTabSz="9120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2051" algn="l" defTabSz="9120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8077" algn="l" defTabSz="9120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4101" algn="l" defTabSz="9120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0126" algn="l" defTabSz="9120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6151" algn="l" defTabSz="9120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2178" algn="l" defTabSz="9120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48201" algn="l" defTabSz="9120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jpe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11" Type="http://schemas.openxmlformats.org/officeDocument/2006/relationships/image" Target="../media/image11.jpe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8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png"/><Relationship Id="rId5" Type="http://schemas.openxmlformats.org/officeDocument/2006/relationships/image" Target="../media/image180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e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5.png"/><Relationship Id="rId11" Type="http://schemas.openxmlformats.org/officeDocument/2006/relationships/image" Target="../media/image28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jpeg"/><Relationship Id="rId3" Type="http://schemas.openxmlformats.org/officeDocument/2006/relationships/image" Target="../media/image30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4.png"/><Relationship Id="rId5" Type="http://schemas.openxmlformats.org/officeDocument/2006/relationships/image" Target="../media/image31.emf"/><Relationship Id="rId4" Type="http://schemas.openxmlformats.org/officeDocument/2006/relationships/oleObject" Target="../embeddings/oleObject1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5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9.png"/><Relationship Id="rId4" Type="http://schemas.openxmlformats.org/officeDocument/2006/relationships/image" Target="../media/image37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encedirect.com/science/article/pii/S0378779620305496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E9C00-CF9E-8304-75DC-4E07DDCE9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DA97D39-A53F-02E2-D0CF-B06CE778F1E9}"/>
              </a:ext>
            </a:extLst>
          </p:cNvPr>
          <p:cNvSpPr/>
          <p:nvPr/>
        </p:nvSpPr>
        <p:spPr>
          <a:xfrm>
            <a:off x="9323596" y="5512888"/>
            <a:ext cx="1241008" cy="130701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1B1CE47-B8BF-8A1C-7305-A639D9106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5500" y="3200400"/>
            <a:ext cx="8001000" cy="838200"/>
          </a:xfrm>
        </p:spPr>
        <p:txBody>
          <a:bodyPr/>
          <a:lstStyle/>
          <a:p>
            <a:r>
              <a:rPr lang="en-US" altLang="zh-CN" sz="2400" dirty="0"/>
              <a:t>Dynamic FIDVR Response in Transmission-Distribution Co-Simulation</a:t>
            </a:r>
            <a:br>
              <a:rPr lang="en-US" altLang="zh-CN" sz="2400" dirty="0"/>
            </a:br>
            <a:r>
              <a:rPr lang="en-US" altLang="zh-CN" sz="2400" dirty="0"/>
              <a:t> </a:t>
            </a:r>
            <a:endParaRPr lang="zh-CN" altLang="en-US" sz="24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3A10D2E-8287-6654-D6D8-73F90ACE5F8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287000" y="6477000"/>
            <a:ext cx="381000" cy="3048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1C2826-D48C-44C5-84F4-35AA91AE3AFB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20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80A8A458-5EE8-6E09-A34B-FC4313E338BB}"/>
              </a:ext>
            </a:extLst>
          </p:cNvPr>
          <p:cNvSpPr txBox="1">
            <a:spLocks/>
          </p:cNvSpPr>
          <p:nvPr/>
        </p:nvSpPr>
        <p:spPr>
          <a:xfrm>
            <a:off x="2590800" y="4572000"/>
            <a:ext cx="7010400" cy="2286000"/>
          </a:xfrm>
          <a:prstGeom prst="rect">
            <a:avLst/>
          </a:prstGeom>
        </p:spPr>
        <p:txBody>
          <a:bodyPr/>
          <a:lstStyle>
            <a:lvl1pPr algn="l" defTabSz="912051" rtl="0" eaLnBrk="1" latinLnBrk="0" hangingPunct="1">
              <a:spcBef>
                <a:spcPct val="0"/>
              </a:spcBef>
              <a:buNone/>
              <a:defRPr sz="2800" b="0" kern="120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marR="0" lvl="0" indent="0" algn="ctr" defTabSz="912051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j-ea"/>
              <a:cs typeface="+mj-cs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50F50588-2209-F7ED-03BB-3DE11501D4B4}"/>
              </a:ext>
            </a:extLst>
          </p:cNvPr>
          <p:cNvSpPr txBox="1">
            <a:spLocks/>
          </p:cNvSpPr>
          <p:nvPr/>
        </p:nvSpPr>
        <p:spPr bwMode="auto">
          <a:xfrm>
            <a:off x="2313709" y="4876800"/>
            <a:ext cx="7564582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Teng WANG</a:t>
            </a:r>
          </a:p>
        </p:txBody>
      </p:sp>
    </p:spTree>
    <p:extLst>
      <p:ext uri="{BB962C8B-B14F-4D97-AF65-F5344CB8AC3E}">
        <p14:creationId xmlns:p14="http://schemas.microsoft.com/office/powerpoint/2010/main" val="894406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3B5A61-BD57-B06A-CCD3-D266A288F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Overall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D33DC0-DDEA-11EC-6123-6D1D9C74C2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0"/>
            <a:ext cx="10871200" cy="2362200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altLang="ko-KR" sz="2400" dirty="0"/>
              <a:t>Introduction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2400" dirty="0"/>
              <a:t>Literature review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2400" dirty="0"/>
              <a:t>Methodology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2400" dirty="0"/>
              <a:t>Case studies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2400" dirty="0"/>
              <a:t>Conclusion</a:t>
            </a:r>
          </a:p>
          <a:p>
            <a:endParaRPr lang="en-US" altLang="ko-KR" sz="24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959D732-C139-3AC4-AD97-E548F138C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1C2826-D48C-44C5-84F4-35AA91AE3A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20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53862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E6CB8-4DF5-B789-8022-CA2E8E7D1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726BE-8F67-879D-8E61-DCDBCB07A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Introduction: motivation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5A5EBA-ABAA-28FB-E509-ABC00EA33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1C2826-D48C-44C5-84F4-35AA91AE3A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20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861B743D-1410-CDD4-F1B5-98C792566C8A}"/>
              </a:ext>
            </a:extLst>
          </p:cNvPr>
          <p:cNvGrpSpPr/>
          <p:nvPr/>
        </p:nvGrpSpPr>
        <p:grpSpPr>
          <a:xfrm>
            <a:off x="76200" y="1066800"/>
            <a:ext cx="7315200" cy="5257801"/>
            <a:chOff x="457200" y="914399"/>
            <a:chExt cx="7315200" cy="5257801"/>
          </a:xfrm>
        </p:grpSpPr>
        <p:sp>
          <p:nvSpPr>
            <p:cNvPr id="15" name="Content Placeholder 2">
              <a:extLst>
                <a:ext uri="{FF2B5EF4-FFF2-40B4-BE49-F238E27FC236}">
                  <a16:creationId xmlns:a16="http://schemas.microsoft.com/office/drawing/2014/main" id="{A2E022F3-20C8-CC97-00A5-6011B5A5F87D}"/>
                </a:ext>
              </a:extLst>
            </p:cNvPr>
            <p:cNvSpPr txBox="1">
              <a:spLocks/>
            </p:cNvSpPr>
            <p:nvPr/>
          </p:nvSpPr>
          <p:spPr>
            <a:xfrm>
              <a:off x="533400" y="3124200"/>
              <a:ext cx="2362200" cy="391953"/>
            </a:xfrm>
            <a:prstGeom prst="rect">
              <a:avLst/>
            </a:prstGeom>
          </p:spPr>
          <p:txBody>
            <a:bodyPr vert="horz" lIns="91205" tIns="45604" rIns="91205" bIns="45604" rtlCol="0">
              <a:noAutofit/>
            </a:bodyPr>
            <a:lstStyle>
              <a:lvl1pPr marL="342019" indent="-342019" algn="l" defTabSz="912051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1038" indent="-285013" algn="l" defTabSz="912051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0063" indent="-228019" algn="l" defTabSz="912051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96090" indent="-228019" algn="l" defTabSz="912051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2113" indent="-228019" algn="l" defTabSz="912051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08141" indent="-228019" algn="l" defTabSz="912051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64166" indent="-228019" algn="l" defTabSz="912051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0191" indent="-228019" algn="l" defTabSz="912051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76213" indent="-228019" algn="l" defTabSz="912051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>
                <a:buClr>
                  <a:srgbClr val="262626"/>
                </a:buClr>
                <a:buSzPct val="100000"/>
                <a:buNone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3B8DAACB-D240-673F-2F32-9EB8ED6835DA}"/>
                </a:ext>
              </a:extLst>
            </p:cNvPr>
            <p:cNvSpPr/>
            <p:nvPr/>
          </p:nvSpPr>
          <p:spPr>
            <a:xfrm>
              <a:off x="457200" y="914399"/>
              <a:ext cx="7315200" cy="5257801"/>
            </a:xfrm>
            <a:prstGeom prst="roundRect">
              <a:avLst/>
            </a:prstGeom>
            <a:noFill/>
            <a:ln w="28575">
              <a:solidFill>
                <a:srgbClr val="00B0F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Content Placeholder 2">
              <a:extLst>
                <a:ext uri="{FF2B5EF4-FFF2-40B4-BE49-F238E27FC236}">
                  <a16:creationId xmlns:a16="http://schemas.microsoft.com/office/drawing/2014/main" id="{99C98C89-F634-7CC3-54AF-B52057AE107F}"/>
                </a:ext>
              </a:extLst>
            </p:cNvPr>
            <p:cNvSpPr txBox="1">
              <a:spLocks/>
            </p:cNvSpPr>
            <p:nvPr/>
          </p:nvSpPr>
          <p:spPr>
            <a:xfrm>
              <a:off x="2044784" y="1017041"/>
              <a:ext cx="3911431" cy="418930"/>
            </a:xfrm>
            <a:prstGeom prst="rect">
              <a:avLst/>
            </a:prstGeom>
          </p:spPr>
          <p:txBody>
            <a:bodyPr vert="horz" lIns="91205" tIns="45604" rIns="91205" bIns="45604" rtlCol="0">
              <a:noAutofit/>
            </a:bodyPr>
            <a:lstStyle>
              <a:lvl1pPr marL="342019" indent="-342019" algn="l" defTabSz="912051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1038" indent="-285013" algn="l" defTabSz="912051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0063" indent="-228019" algn="l" defTabSz="912051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96090" indent="-228019" algn="l" defTabSz="912051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2113" indent="-228019" algn="l" defTabSz="912051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08141" indent="-228019" algn="l" defTabSz="912051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64166" indent="-228019" algn="l" defTabSz="912051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0191" indent="-228019" algn="l" defTabSz="912051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76213" indent="-228019" algn="l" defTabSz="912051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Clr>
                  <a:srgbClr val="262626"/>
                </a:buClr>
                <a:buSzPct val="100000"/>
                <a:buNone/>
              </a:pPr>
              <a:r>
                <a:rPr lang="en-US" sz="1800" dirty="0">
                  <a:solidFill>
                    <a:srgbClr val="262626"/>
                  </a:solidFill>
                </a:rPr>
                <a:t>Traditional power system simulation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0BE5D2E4-FE59-A337-80DC-3E1B17CE56A8}"/>
                </a:ext>
              </a:extLst>
            </p:cNvPr>
            <p:cNvGrpSpPr/>
            <p:nvPr/>
          </p:nvGrpSpPr>
          <p:grpSpPr>
            <a:xfrm>
              <a:off x="675481" y="4000672"/>
              <a:ext cx="6705600" cy="1790529"/>
              <a:chOff x="762000" y="3638977"/>
              <a:chExt cx="6705600" cy="1790529"/>
            </a:xfrm>
          </p:grpSpPr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8E433359-F897-C86E-183D-55A9FBB004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04730" y="4000671"/>
                <a:ext cx="1067140" cy="1067140"/>
              </a:xfrm>
              <a:prstGeom prst="rect">
                <a:avLst/>
              </a:prstGeom>
            </p:spPr>
          </p:pic>
          <p:sp>
            <p:nvSpPr>
              <p:cNvPr id="27" name="Content Placeholder 2">
                <a:extLst>
                  <a:ext uri="{FF2B5EF4-FFF2-40B4-BE49-F238E27FC236}">
                    <a16:creationId xmlns:a16="http://schemas.microsoft.com/office/drawing/2014/main" id="{58D2B295-798B-6CC1-B95B-82461DA3069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448718" y="4068858"/>
                <a:ext cx="2743201" cy="1143341"/>
              </a:xfrm>
              <a:prstGeom prst="rect">
                <a:avLst/>
              </a:prstGeom>
            </p:spPr>
            <p:txBody>
              <a:bodyPr vert="horz" lIns="91205" tIns="45604" rIns="91205" bIns="45604" rtlCol="0">
                <a:noAutofit/>
              </a:bodyPr>
              <a:lstStyle>
                <a:lvl1pPr marL="342019" indent="-342019" algn="l" defTabSz="912051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1038" indent="-285013" algn="l" defTabSz="912051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0063" indent="-228019" algn="l" defTabSz="912051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96090" indent="-228019" algn="l" defTabSz="912051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2113" indent="-228019" algn="l" defTabSz="912051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08141" indent="-228019" algn="l" defTabSz="912051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64166" indent="-228019" algn="l" defTabSz="912051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0191" indent="-228019" algn="l" defTabSz="912051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76213" indent="-228019" algn="l" defTabSz="912051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Clr>
                    <a:srgbClr val="262626"/>
                  </a:buClr>
                  <a:buSzPct val="100000"/>
                  <a:buNone/>
                </a:pPr>
                <a:r>
                  <a:rPr lang="en-US" sz="1800" dirty="0">
                    <a:solidFill>
                      <a:srgbClr val="262626"/>
                    </a:solidFill>
                  </a:rPr>
                  <a:t>Distribution system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  <a:p>
                <a:pPr>
                  <a:buClr>
                    <a:srgbClr val="262626"/>
                  </a:buClr>
                  <a:buSzPct val="100000"/>
                </a:pPr>
                <a:r>
                  <a:rPr lang="en-US" sz="1800" dirty="0" err="1">
                    <a:solidFill>
                      <a:srgbClr val="262626"/>
                    </a:solidFill>
                    <a:latin typeface="Arial"/>
                  </a:rPr>
                  <a:t>Unb</a:t>
                </a:r>
                <a:r>
                  <a:rPr kumimoji="0" lang="en-US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262626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alanced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  <a:p>
                <a:pPr>
                  <a:buClr>
                    <a:srgbClr val="262626"/>
                  </a:buClr>
                  <a:buSzPct val="100000"/>
                </a:pPr>
                <a:r>
                  <a:rPr lang="en-US" sz="1800" dirty="0">
                    <a:solidFill>
                      <a:srgbClr val="262626"/>
                    </a:solidFill>
                    <a:latin typeface="Arial"/>
                  </a:rPr>
                  <a:t>Near unity X/R ratios</a:t>
                </a:r>
              </a:p>
            </p:txBody>
          </p:sp>
          <p:sp>
            <p:nvSpPr>
              <p:cNvPr id="31" name="Rectangle: Rounded Corners 30">
                <a:extLst>
                  <a:ext uri="{FF2B5EF4-FFF2-40B4-BE49-F238E27FC236}">
                    <a16:creationId xmlns:a16="http://schemas.microsoft.com/office/drawing/2014/main" id="{9BD35282-5E2C-FC32-266E-BE07F2A8C598}"/>
                  </a:ext>
                </a:extLst>
              </p:cNvPr>
              <p:cNvSpPr/>
              <p:nvPr/>
            </p:nvSpPr>
            <p:spPr>
              <a:xfrm>
                <a:off x="762000" y="3638977"/>
                <a:ext cx="6705600" cy="1790529"/>
              </a:xfrm>
              <a:prstGeom prst="roundRect">
                <a:avLst/>
              </a:prstGeom>
              <a:noFill/>
              <a:ln w="28575">
                <a:solidFill>
                  <a:srgbClr val="FFC00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844434DE-81B2-893B-2351-BA5820762399}"/>
                </a:ext>
              </a:extLst>
            </p:cNvPr>
            <p:cNvGrpSpPr/>
            <p:nvPr/>
          </p:nvGrpSpPr>
          <p:grpSpPr>
            <a:xfrm>
              <a:off x="762000" y="1561931"/>
              <a:ext cx="6705600" cy="1790870"/>
              <a:chOff x="762000" y="1218859"/>
              <a:chExt cx="6705600" cy="1790870"/>
            </a:xfrm>
          </p:grpSpPr>
          <p:pic>
            <p:nvPicPr>
              <p:cNvPr id="32" name="Picture 31" descr="Online Power System Simulator Engineering (PSS/E) Training Course">
                <a:extLst>
                  <a:ext uri="{FF2B5EF4-FFF2-40B4-BE49-F238E27FC236}">
                    <a16:creationId xmlns:a16="http://schemas.microsoft.com/office/drawing/2014/main" id="{E59AEB7E-D624-3636-A661-4C260A1A81A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63727" y="1218859"/>
                <a:ext cx="1195387" cy="751869"/>
              </a:xfrm>
              <a:prstGeom prst="rect">
                <a:avLst/>
              </a:prstGeom>
            </p:spPr>
          </p:pic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284F7DE4-ADAE-D687-BF70-7032F181F23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42830" y="1551117"/>
                <a:ext cx="1143340" cy="1143340"/>
              </a:xfrm>
              <a:prstGeom prst="rect">
                <a:avLst/>
              </a:prstGeom>
            </p:spPr>
          </p:pic>
          <p:sp>
            <p:nvSpPr>
              <p:cNvPr id="16" name="Content Placeholder 2">
                <a:extLst>
                  <a:ext uri="{FF2B5EF4-FFF2-40B4-BE49-F238E27FC236}">
                    <a16:creationId xmlns:a16="http://schemas.microsoft.com/office/drawing/2014/main" id="{C53245CD-418C-11D3-2841-6091A256F73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438400" y="1629991"/>
                <a:ext cx="2971800" cy="1143341"/>
              </a:xfrm>
              <a:prstGeom prst="rect">
                <a:avLst/>
              </a:prstGeom>
            </p:spPr>
            <p:txBody>
              <a:bodyPr vert="horz" lIns="91205" tIns="45604" rIns="91205" bIns="45604" rtlCol="0">
                <a:noAutofit/>
              </a:bodyPr>
              <a:lstStyle>
                <a:lvl1pPr marL="342019" indent="-342019" algn="l" defTabSz="912051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1038" indent="-285013" algn="l" defTabSz="912051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0063" indent="-228019" algn="l" defTabSz="912051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96090" indent="-228019" algn="l" defTabSz="912051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2113" indent="-228019" algn="l" defTabSz="912051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08141" indent="-228019" algn="l" defTabSz="912051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64166" indent="-228019" algn="l" defTabSz="912051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0191" indent="-228019" algn="l" defTabSz="912051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76213" indent="-228019" algn="l" defTabSz="912051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Clr>
                    <a:srgbClr val="262626"/>
                  </a:buClr>
                  <a:buSzPct val="100000"/>
                  <a:buNone/>
                </a:pPr>
                <a:r>
                  <a:rPr lang="en-US" sz="1800" dirty="0">
                    <a:solidFill>
                      <a:srgbClr val="262626"/>
                    </a:solidFill>
                  </a:rPr>
                  <a:t>Transmission system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  <a:p>
                <a:pPr>
                  <a:buClr>
                    <a:srgbClr val="262626"/>
                  </a:buClr>
                  <a:buSzPct val="100000"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62626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Balanced</a:t>
                </a:r>
              </a:p>
              <a:p>
                <a:pPr>
                  <a:buClr>
                    <a:srgbClr val="262626"/>
                  </a:buClr>
                  <a:buSzPct val="100000"/>
                </a:pPr>
                <a:r>
                  <a:rPr lang="en-US" sz="1800" dirty="0">
                    <a:solidFill>
                      <a:srgbClr val="262626"/>
                    </a:solidFill>
                    <a:latin typeface="Arial"/>
                  </a:rPr>
                  <a:t>Positive sequence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B57BA208-1761-D6B5-7734-6D2E54FEE6F7}"/>
                  </a:ext>
                </a:extLst>
              </p:cNvPr>
              <p:cNvSpPr/>
              <p:nvPr/>
            </p:nvSpPr>
            <p:spPr>
              <a:xfrm>
                <a:off x="762000" y="1219200"/>
                <a:ext cx="6705600" cy="1790529"/>
              </a:xfrm>
              <a:prstGeom prst="roundRect">
                <a:avLst/>
              </a:prstGeom>
              <a:noFill/>
              <a:ln w="28575">
                <a:solidFill>
                  <a:srgbClr val="FFC00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1E7D80E0-29D7-C5AD-5FEF-2D1748BF5084}"/>
                  </a:ext>
                </a:extLst>
              </p:cNvPr>
              <p:cNvSpPr/>
              <p:nvPr/>
            </p:nvSpPr>
            <p:spPr>
              <a:xfrm>
                <a:off x="822960" y="1313681"/>
                <a:ext cx="4282440" cy="1601226"/>
              </a:xfrm>
              <a:prstGeom prst="roundRect">
                <a:avLst/>
              </a:prstGeom>
              <a:noFill/>
              <a:ln w="28575">
                <a:solidFill>
                  <a:schemeClr val="accent2">
                    <a:lumMod val="60000"/>
                    <a:lumOff val="4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41" name="Picture 40">
                <a:extLst>
                  <a:ext uri="{FF2B5EF4-FFF2-40B4-BE49-F238E27FC236}">
                    <a16:creationId xmlns:a16="http://schemas.microsoft.com/office/drawing/2014/main" id="{434616F4-EEF6-3DF4-EA23-D673FAA1C7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333999" y="1411972"/>
                <a:ext cx="829728" cy="315190"/>
              </a:xfrm>
              <a:prstGeom prst="rect">
                <a:avLst/>
              </a:prstGeom>
            </p:spPr>
          </p:pic>
          <p:pic>
            <p:nvPicPr>
              <p:cNvPr id="42" name="Picture 41" descr="PowerWorld Corporation | Research Park">
                <a:extLst>
                  <a:ext uri="{FF2B5EF4-FFF2-40B4-BE49-F238E27FC236}">
                    <a16:creationId xmlns:a16="http://schemas.microsoft.com/office/drawing/2014/main" id="{C258CD0D-DD79-C346-6773-A87A21F2F0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333999" y="1769701"/>
                <a:ext cx="1104900" cy="736600"/>
              </a:xfrm>
              <a:prstGeom prst="rect">
                <a:avLst/>
              </a:prstGeom>
            </p:spPr>
          </p:pic>
          <p:pic>
            <p:nvPicPr>
              <p:cNvPr id="43" name="Picture 42" descr="Planning &amp; Analysis | ETAP Grid ...">
                <a:extLst>
                  <a:ext uri="{FF2B5EF4-FFF2-40B4-BE49-F238E27FC236}">
                    <a16:creationId xmlns:a16="http://schemas.microsoft.com/office/drawing/2014/main" id="{8B6567CF-C750-5A30-21D5-0EDBBD4C99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333999" y="2575914"/>
                <a:ext cx="1957387" cy="382212"/>
              </a:xfrm>
              <a:prstGeom prst="rect">
                <a:avLst/>
              </a:prstGeom>
            </p:spPr>
          </p:pic>
          <p:pic>
            <p:nvPicPr>
              <p:cNvPr id="44" name="Picture 43" descr="DIgSILENT GmbH – Power System Solutions ...">
                <a:extLst>
                  <a:ext uri="{FF2B5EF4-FFF2-40B4-BE49-F238E27FC236}">
                    <a16:creationId xmlns:a16="http://schemas.microsoft.com/office/drawing/2014/main" id="{60086A20-E152-D900-74AE-2BD2275D758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512719" y="1701306"/>
                <a:ext cx="842962" cy="842962"/>
              </a:xfrm>
              <a:prstGeom prst="rect">
                <a:avLst/>
              </a:prstGeom>
            </p:spPr>
          </p:pic>
        </p:grpSp>
        <p:sp>
          <p:nvSpPr>
            <p:cNvPr id="17" name="Arrow: Down 16">
              <a:extLst>
                <a:ext uri="{FF2B5EF4-FFF2-40B4-BE49-F238E27FC236}">
                  <a16:creationId xmlns:a16="http://schemas.microsoft.com/office/drawing/2014/main" id="{AE0190DB-3E53-06DB-465F-37AD3BA4DF82}"/>
                </a:ext>
              </a:extLst>
            </p:cNvPr>
            <p:cNvSpPr/>
            <p:nvPr/>
          </p:nvSpPr>
          <p:spPr>
            <a:xfrm rot="10800000">
              <a:off x="3685381" y="3362112"/>
              <a:ext cx="228600" cy="629248"/>
            </a:xfrm>
            <a:prstGeom prst="downArrow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dirty="0"/>
            </a:p>
          </p:txBody>
        </p:sp>
        <p:sp>
          <p:nvSpPr>
            <p:cNvPr id="48" name="Content Placeholder 2">
              <a:extLst>
                <a:ext uri="{FF2B5EF4-FFF2-40B4-BE49-F238E27FC236}">
                  <a16:creationId xmlns:a16="http://schemas.microsoft.com/office/drawing/2014/main" id="{0CA51B3B-4F1D-8292-B456-322B5F909033}"/>
                </a:ext>
              </a:extLst>
            </p:cNvPr>
            <p:cNvSpPr txBox="1">
              <a:spLocks/>
            </p:cNvSpPr>
            <p:nvPr/>
          </p:nvSpPr>
          <p:spPr>
            <a:xfrm>
              <a:off x="3990181" y="3501397"/>
              <a:ext cx="3200400" cy="390310"/>
            </a:xfrm>
            <a:prstGeom prst="rect">
              <a:avLst/>
            </a:prstGeom>
          </p:spPr>
          <p:txBody>
            <a:bodyPr vert="horz" lIns="91205" tIns="45604" rIns="91205" bIns="45604" rtlCol="0">
              <a:noAutofit/>
            </a:bodyPr>
            <a:lstStyle>
              <a:lvl1pPr marL="342019" indent="-342019" algn="l" defTabSz="912051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1038" indent="-285013" algn="l" defTabSz="912051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0063" indent="-228019" algn="l" defTabSz="912051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96090" indent="-228019" algn="l" defTabSz="912051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2113" indent="-228019" algn="l" defTabSz="912051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08141" indent="-228019" algn="l" defTabSz="912051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64166" indent="-228019" algn="l" defTabSz="912051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0191" indent="-228019" algn="l" defTabSz="912051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76213" indent="-228019" algn="l" defTabSz="912051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Clr>
                  <a:srgbClr val="262626"/>
                </a:buClr>
                <a:buSzPct val="100000"/>
                <a:buNone/>
              </a:pPr>
              <a:r>
                <a:rPr lang="en-US" sz="1800" dirty="0">
                  <a:solidFill>
                    <a:srgbClr val="262626"/>
                  </a:solidFill>
                  <a:latin typeface="Arial"/>
                </a:rPr>
                <a:t>Represent as equivalent load</a:t>
              </a:r>
            </a:p>
          </p:txBody>
        </p:sp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7CE44B53-154E-4366-AE60-70A9A9AC86DA}"/>
                </a:ext>
              </a:extLst>
            </p:cNvPr>
            <p:cNvSpPr/>
            <p:nvPr/>
          </p:nvSpPr>
          <p:spPr>
            <a:xfrm>
              <a:off x="762000" y="4114800"/>
              <a:ext cx="4343400" cy="1601226"/>
            </a:xfrm>
            <a:prstGeom prst="roundRect">
              <a:avLst/>
            </a:prstGeom>
            <a:noFill/>
            <a:ln w="28575">
              <a:solidFill>
                <a:schemeClr val="accent2">
                  <a:lumMod val="60000"/>
                  <a:lumOff val="40000"/>
                </a:schemeClr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52" name="Picture 51" descr="Introduction to OpenDSS">
              <a:extLst>
                <a:ext uri="{FF2B5EF4-FFF2-40B4-BE49-F238E27FC236}">
                  <a16:creationId xmlns:a16="http://schemas.microsoft.com/office/drawing/2014/main" id="{68C60CB0-BF3D-EC6C-0338-9181FCF3C14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268890" y="4058510"/>
              <a:ext cx="792979" cy="792979"/>
            </a:xfrm>
            <a:prstGeom prst="rect">
              <a:avLst/>
            </a:prstGeom>
          </p:spPr>
        </p:pic>
        <p:pic>
          <p:nvPicPr>
            <p:cNvPr id="53" name="Picture 52" descr="GridLAB-D Documentation">
              <a:extLst>
                <a:ext uri="{FF2B5EF4-FFF2-40B4-BE49-F238E27FC236}">
                  <a16:creationId xmlns:a16="http://schemas.microsoft.com/office/drawing/2014/main" id="{FCAD2C6B-DD89-9C71-B0A9-D78092364D7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361611" y="5034912"/>
              <a:ext cx="1757362" cy="547465"/>
            </a:xfrm>
            <a:prstGeom prst="rect">
              <a:avLst/>
            </a:prstGeom>
          </p:spPr>
        </p:pic>
        <p:pic>
          <p:nvPicPr>
            <p:cNvPr id="54" name="Picture 53" descr="Opal-RT">
              <a:extLst>
                <a:ext uri="{FF2B5EF4-FFF2-40B4-BE49-F238E27FC236}">
                  <a16:creationId xmlns:a16="http://schemas.microsoft.com/office/drawing/2014/main" id="{E4F01D47-E8A6-F7A3-54E2-3F20378B669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114645" y="4203405"/>
              <a:ext cx="1128229" cy="602702"/>
            </a:xfrm>
            <a:prstGeom prst="rect">
              <a:avLst/>
            </a:prstGeom>
          </p:spPr>
        </p:pic>
      </p:grpSp>
      <p:sp>
        <p:nvSpPr>
          <p:cNvPr id="57" name="Content Placeholder 2">
            <a:extLst>
              <a:ext uri="{FF2B5EF4-FFF2-40B4-BE49-F238E27FC236}">
                <a16:creationId xmlns:a16="http://schemas.microsoft.com/office/drawing/2014/main" id="{963F39B5-DA1F-B972-3592-08A8EFA6929F}"/>
              </a:ext>
            </a:extLst>
          </p:cNvPr>
          <p:cNvSpPr txBox="1">
            <a:spLocks/>
          </p:cNvSpPr>
          <p:nvPr/>
        </p:nvSpPr>
        <p:spPr>
          <a:xfrm>
            <a:off x="7543288" y="3276601"/>
            <a:ext cx="2346316" cy="391953"/>
          </a:xfrm>
          <a:prstGeom prst="rect">
            <a:avLst/>
          </a:prstGeom>
        </p:spPr>
        <p:txBody>
          <a:bodyPr vert="horz" lIns="91205" tIns="45604" rIns="91205" bIns="45604" rtlCol="0">
            <a:noAutofit/>
          </a:bodyPr>
          <a:lstStyle>
            <a:lvl1pPr marL="342019" indent="-342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1038" indent="-285013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006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6090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21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0814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64166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019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762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Clr>
                <a:srgbClr val="262626"/>
              </a:buClr>
              <a:buSzPct val="100000"/>
              <a:buNone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E0E989CD-F354-1ADF-9AAB-FB4F153899D0}"/>
              </a:ext>
            </a:extLst>
          </p:cNvPr>
          <p:cNvSpPr/>
          <p:nvPr/>
        </p:nvSpPr>
        <p:spPr>
          <a:xfrm>
            <a:off x="7467600" y="1066800"/>
            <a:ext cx="4648200" cy="5257801"/>
          </a:xfrm>
          <a:prstGeom prst="roundRect">
            <a:avLst/>
          </a:prstGeom>
          <a:noFill/>
          <a:ln w="28575">
            <a:solidFill>
              <a:srgbClr val="00B0F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Content Placeholder 2">
            <a:extLst>
              <a:ext uri="{FF2B5EF4-FFF2-40B4-BE49-F238E27FC236}">
                <a16:creationId xmlns:a16="http://schemas.microsoft.com/office/drawing/2014/main" id="{E1900B5F-15F2-77F8-EB80-8C69B0053E0A}"/>
              </a:ext>
            </a:extLst>
          </p:cNvPr>
          <p:cNvSpPr txBox="1">
            <a:spLocks/>
          </p:cNvSpPr>
          <p:nvPr/>
        </p:nvSpPr>
        <p:spPr>
          <a:xfrm>
            <a:off x="7846378" y="1227467"/>
            <a:ext cx="3885129" cy="418930"/>
          </a:xfrm>
          <a:prstGeom prst="rect">
            <a:avLst/>
          </a:prstGeom>
        </p:spPr>
        <p:txBody>
          <a:bodyPr vert="horz" lIns="91205" tIns="45604" rIns="91205" bIns="45604" rtlCol="0">
            <a:noAutofit/>
          </a:bodyPr>
          <a:lstStyle>
            <a:lvl1pPr marL="342019" indent="-342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1038" indent="-285013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006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6090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21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0814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64166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019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762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62626"/>
              </a:buClr>
              <a:buSzPct val="100000"/>
              <a:buNone/>
            </a:pPr>
            <a:r>
              <a:rPr lang="en-US" sz="1800" dirty="0">
                <a:solidFill>
                  <a:srgbClr val="262626"/>
                </a:solidFill>
              </a:rPr>
              <a:t>Modern power system simulation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8DA7128E-9650-8421-5AE8-2BB9EDFCD148}"/>
              </a:ext>
            </a:extLst>
          </p:cNvPr>
          <p:cNvGrpSpPr/>
          <p:nvPr/>
        </p:nvGrpSpPr>
        <p:grpSpPr>
          <a:xfrm>
            <a:off x="7684413" y="4153073"/>
            <a:ext cx="4123122" cy="1790529"/>
            <a:chOff x="762000" y="3638977"/>
            <a:chExt cx="4151035" cy="1790529"/>
          </a:xfrm>
        </p:grpSpPr>
        <p:pic>
          <p:nvPicPr>
            <p:cNvPr id="2062" name="Picture 2061">
              <a:extLst>
                <a:ext uri="{FF2B5EF4-FFF2-40B4-BE49-F238E27FC236}">
                  <a16:creationId xmlns:a16="http://schemas.microsoft.com/office/drawing/2014/main" id="{4CAA9D0B-A384-F5E7-8D38-DD1FDE543107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4730" y="4000671"/>
              <a:ext cx="1067140" cy="1067140"/>
            </a:xfrm>
            <a:prstGeom prst="rect">
              <a:avLst/>
            </a:prstGeom>
          </p:spPr>
        </p:pic>
        <p:sp>
          <p:nvSpPr>
            <p:cNvPr id="2064" name="Rectangle: Rounded Corners 2063">
              <a:extLst>
                <a:ext uri="{FF2B5EF4-FFF2-40B4-BE49-F238E27FC236}">
                  <a16:creationId xmlns:a16="http://schemas.microsoft.com/office/drawing/2014/main" id="{9382613F-E1A3-62B2-34E8-778D9D56B705}"/>
                </a:ext>
              </a:extLst>
            </p:cNvPr>
            <p:cNvSpPr/>
            <p:nvPr/>
          </p:nvSpPr>
          <p:spPr>
            <a:xfrm>
              <a:off x="762000" y="3638977"/>
              <a:ext cx="4151035" cy="1790529"/>
            </a:xfrm>
            <a:prstGeom prst="roundRect">
              <a:avLst/>
            </a:prstGeom>
            <a:noFill/>
            <a:ln w="28575">
              <a:solidFill>
                <a:srgbClr val="FFC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33A145FB-6EEF-FC60-05C1-462A287B9646}"/>
              </a:ext>
            </a:extLst>
          </p:cNvPr>
          <p:cNvGrpSpPr/>
          <p:nvPr/>
        </p:nvGrpSpPr>
        <p:grpSpPr>
          <a:xfrm>
            <a:off x="7770350" y="1714332"/>
            <a:ext cx="4037185" cy="1790870"/>
            <a:chOff x="762000" y="1218859"/>
            <a:chExt cx="4064516" cy="1790870"/>
          </a:xfrm>
        </p:grpSpPr>
        <p:pic>
          <p:nvPicPr>
            <p:cNvPr id="2053" name="Picture 2052" descr="Online Power System Simulator Engineering (PSS/E) Training Course">
              <a:extLst>
                <a:ext uri="{FF2B5EF4-FFF2-40B4-BE49-F238E27FC236}">
                  <a16:creationId xmlns:a16="http://schemas.microsoft.com/office/drawing/2014/main" id="{F5411361-FD59-677A-D304-0EC8B460920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539590" y="1218859"/>
              <a:ext cx="1195387" cy="751869"/>
            </a:xfrm>
            <a:prstGeom prst="rect">
              <a:avLst/>
            </a:prstGeom>
          </p:spPr>
        </p:pic>
        <p:pic>
          <p:nvPicPr>
            <p:cNvPr id="2054" name="Picture 2053">
              <a:extLst>
                <a:ext uri="{FF2B5EF4-FFF2-40B4-BE49-F238E27FC236}">
                  <a16:creationId xmlns:a16="http://schemas.microsoft.com/office/drawing/2014/main" id="{36B6DAD0-9331-1701-C20F-602E6C3847D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2830" y="1551117"/>
              <a:ext cx="1143340" cy="1143340"/>
            </a:xfrm>
            <a:prstGeom prst="rect">
              <a:avLst/>
            </a:prstGeom>
          </p:spPr>
        </p:pic>
        <p:sp>
          <p:nvSpPr>
            <p:cNvPr id="2056" name="Rectangle: Rounded Corners 2055">
              <a:extLst>
                <a:ext uri="{FF2B5EF4-FFF2-40B4-BE49-F238E27FC236}">
                  <a16:creationId xmlns:a16="http://schemas.microsoft.com/office/drawing/2014/main" id="{F4FD61CF-7C11-B2AA-10AF-136223A15346}"/>
                </a:ext>
              </a:extLst>
            </p:cNvPr>
            <p:cNvSpPr/>
            <p:nvPr/>
          </p:nvSpPr>
          <p:spPr>
            <a:xfrm>
              <a:off x="762000" y="1219200"/>
              <a:ext cx="4064516" cy="1790529"/>
            </a:xfrm>
            <a:prstGeom prst="roundRect">
              <a:avLst/>
            </a:prstGeom>
            <a:noFill/>
            <a:ln w="28575">
              <a:solidFill>
                <a:srgbClr val="FFC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7" name="Rectangle: Rounded Corners 2056">
              <a:extLst>
                <a:ext uri="{FF2B5EF4-FFF2-40B4-BE49-F238E27FC236}">
                  <a16:creationId xmlns:a16="http://schemas.microsoft.com/office/drawing/2014/main" id="{AB2F928C-4DB3-2FBE-7425-8AFADE61B6CF}"/>
                </a:ext>
              </a:extLst>
            </p:cNvPr>
            <p:cNvSpPr/>
            <p:nvPr/>
          </p:nvSpPr>
          <p:spPr>
            <a:xfrm>
              <a:off x="822960" y="1313681"/>
              <a:ext cx="1725859" cy="1601226"/>
            </a:xfrm>
            <a:prstGeom prst="roundRect">
              <a:avLst/>
            </a:prstGeom>
            <a:noFill/>
            <a:ln w="28575">
              <a:solidFill>
                <a:schemeClr val="accent2">
                  <a:lumMod val="60000"/>
                  <a:lumOff val="40000"/>
                </a:schemeClr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058" name="Picture 2057">
              <a:extLst>
                <a:ext uri="{FF2B5EF4-FFF2-40B4-BE49-F238E27FC236}">
                  <a16:creationId xmlns:a16="http://schemas.microsoft.com/office/drawing/2014/main" id="{5A4B4F4C-8E76-60F7-0A56-34F6726BF7D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709862" y="1411972"/>
              <a:ext cx="829728" cy="315190"/>
            </a:xfrm>
            <a:prstGeom prst="rect">
              <a:avLst/>
            </a:prstGeom>
          </p:spPr>
        </p:pic>
        <p:pic>
          <p:nvPicPr>
            <p:cNvPr id="2059" name="Picture 2058" descr="PowerWorld Corporation | Research Park">
              <a:extLst>
                <a:ext uri="{FF2B5EF4-FFF2-40B4-BE49-F238E27FC236}">
                  <a16:creationId xmlns:a16="http://schemas.microsoft.com/office/drawing/2014/main" id="{D11FFC51-E513-895F-976C-BE2C810F58E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709862" y="1769701"/>
              <a:ext cx="1104900" cy="736600"/>
            </a:xfrm>
            <a:prstGeom prst="rect">
              <a:avLst/>
            </a:prstGeom>
          </p:spPr>
        </p:pic>
        <p:pic>
          <p:nvPicPr>
            <p:cNvPr id="2060" name="Picture 2059" descr="Planning &amp; Analysis | ETAP Grid ...">
              <a:extLst>
                <a:ext uri="{FF2B5EF4-FFF2-40B4-BE49-F238E27FC236}">
                  <a16:creationId xmlns:a16="http://schemas.microsoft.com/office/drawing/2014/main" id="{6DBB65FC-A3AD-99E5-DD5F-E9B094F0C6A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709862" y="2575914"/>
              <a:ext cx="1957387" cy="382212"/>
            </a:xfrm>
            <a:prstGeom prst="rect">
              <a:avLst/>
            </a:prstGeom>
          </p:spPr>
        </p:pic>
        <p:pic>
          <p:nvPicPr>
            <p:cNvPr id="2061" name="Picture 2060" descr="DIgSILENT GmbH – Power System Solutions ...">
              <a:extLst>
                <a:ext uri="{FF2B5EF4-FFF2-40B4-BE49-F238E27FC236}">
                  <a16:creationId xmlns:a16="http://schemas.microsoft.com/office/drawing/2014/main" id="{519FB51B-CDD8-2C76-FFE0-5D51784B4A7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888582" y="1701306"/>
              <a:ext cx="842962" cy="842962"/>
            </a:xfrm>
            <a:prstGeom prst="rect">
              <a:avLst/>
            </a:prstGeom>
          </p:spPr>
        </p:pic>
      </p:grpSp>
      <p:sp>
        <p:nvSpPr>
          <p:cNvPr id="63" name="Content Placeholder 2">
            <a:extLst>
              <a:ext uri="{FF2B5EF4-FFF2-40B4-BE49-F238E27FC236}">
                <a16:creationId xmlns:a16="http://schemas.microsoft.com/office/drawing/2014/main" id="{D4D1570C-C67E-EF64-A5C2-590FA23B7ED5}"/>
              </a:ext>
            </a:extLst>
          </p:cNvPr>
          <p:cNvSpPr txBox="1">
            <a:spLocks/>
          </p:cNvSpPr>
          <p:nvPr/>
        </p:nvSpPr>
        <p:spPr>
          <a:xfrm>
            <a:off x="8628656" y="3634081"/>
            <a:ext cx="3334744" cy="390310"/>
          </a:xfrm>
          <a:prstGeom prst="rect">
            <a:avLst/>
          </a:prstGeom>
        </p:spPr>
        <p:txBody>
          <a:bodyPr vert="horz" lIns="91205" tIns="45604" rIns="91205" bIns="45604" rtlCol="0">
            <a:noAutofit/>
          </a:bodyPr>
          <a:lstStyle>
            <a:lvl1pPr marL="342019" indent="-342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1038" indent="-285013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006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6090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21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0814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64166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019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762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62626"/>
              </a:buClr>
              <a:buSzPct val="100000"/>
              <a:buNone/>
            </a:pPr>
            <a:r>
              <a:rPr lang="en-US" sz="1800" dirty="0">
                <a:solidFill>
                  <a:srgbClr val="262626"/>
                </a:solidFill>
                <a:latin typeface="Arial"/>
              </a:rPr>
              <a:t>Increasing interaction</a:t>
            </a:r>
          </a:p>
        </p:txBody>
      </p:sp>
      <p:sp>
        <p:nvSpPr>
          <p:cNvPr id="2048" name="Rectangle: Rounded Corners 2047">
            <a:extLst>
              <a:ext uri="{FF2B5EF4-FFF2-40B4-BE49-F238E27FC236}">
                <a16:creationId xmlns:a16="http://schemas.microsoft.com/office/drawing/2014/main" id="{C49AEB94-4A28-EAD1-29A7-4C8B896CF7F6}"/>
              </a:ext>
            </a:extLst>
          </p:cNvPr>
          <p:cNvSpPr/>
          <p:nvPr/>
        </p:nvSpPr>
        <p:spPr>
          <a:xfrm>
            <a:off x="7770350" y="4267201"/>
            <a:ext cx="1343857" cy="1601226"/>
          </a:xfrm>
          <a:prstGeom prst="roundRect">
            <a:avLst/>
          </a:prstGeom>
          <a:noFill/>
          <a:ln w="28575">
            <a:solidFill>
              <a:schemeClr val="accent2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49" name="Picture 2048" descr="Introduction to OpenDSS">
            <a:extLst>
              <a:ext uri="{FF2B5EF4-FFF2-40B4-BE49-F238E27FC236}">
                <a16:creationId xmlns:a16="http://schemas.microsoft.com/office/drawing/2014/main" id="{6E45B6A7-6EA2-B894-845F-533A11FF567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99613" y="4343533"/>
            <a:ext cx="787647" cy="792979"/>
          </a:xfrm>
          <a:prstGeom prst="rect">
            <a:avLst/>
          </a:prstGeom>
        </p:spPr>
      </p:pic>
      <p:pic>
        <p:nvPicPr>
          <p:cNvPr id="2051" name="Picture 2050" descr="GridLAB-D Documentation">
            <a:extLst>
              <a:ext uri="{FF2B5EF4-FFF2-40B4-BE49-F238E27FC236}">
                <a16:creationId xmlns:a16="http://schemas.microsoft.com/office/drawing/2014/main" id="{CE06845E-415D-E9C4-203F-B760C5C9D14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88875" y="5236918"/>
            <a:ext cx="1745545" cy="547465"/>
          </a:xfrm>
          <a:prstGeom prst="rect">
            <a:avLst/>
          </a:prstGeom>
        </p:spPr>
      </p:pic>
      <p:pic>
        <p:nvPicPr>
          <p:cNvPr id="2052" name="Picture 2051" descr="Opal-RT">
            <a:extLst>
              <a:ext uri="{FF2B5EF4-FFF2-40B4-BE49-F238E27FC236}">
                <a16:creationId xmlns:a16="http://schemas.microsoft.com/office/drawing/2014/main" id="{F711EEB3-9AD6-1207-7618-7AEA32991DA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939681" y="4488428"/>
            <a:ext cx="1120642" cy="602702"/>
          </a:xfrm>
          <a:prstGeom prst="rect">
            <a:avLst/>
          </a:prstGeom>
        </p:spPr>
      </p:pic>
      <p:sp>
        <p:nvSpPr>
          <p:cNvPr id="2065" name="Arrow: Up-Down 2064">
            <a:extLst>
              <a:ext uri="{FF2B5EF4-FFF2-40B4-BE49-F238E27FC236}">
                <a16:creationId xmlns:a16="http://schemas.microsoft.com/office/drawing/2014/main" id="{47D7C314-E30C-AA37-C0E2-A976F3EC5EA7}"/>
              </a:ext>
            </a:extLst>
          </p:cNvPr>
          <p:cNvSpPr/>
          <p:nvPr/>
        </p:nvSpPr>
        <p:spPr>
          <a:xfrm>
            <a:off x="8221907" y="3511990"/>
            <a:ext cx="228601" cy="687442"/>
          </a:xfrm>
          <a:prstGeom prst="upDown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6" name="Arrow: Down 2065">
            <a:extLst>
              <a:ext uri="{FF2B5EF4-FFF2-40B4-BE49-F238E27FC236}">
                <a16:creationId xmlns:a16="http://schemas.microsoft.com/office/drawing/2014/main" id="{B158DFC9-9F8A-FBE6-D6C2-1C896716868A}"/>
              </a:ext>
            </a:extLst>
          </p:cNvPr>
          <p:cNvSpPr/>
          <p:nvPr/>
        </p:nvSpPr>
        <p:spPr>
          <a:xfrm rot="16200000">
            <a:off x="7375557" y="3514513"/>
            <a:ext cx="228600" cy="629248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94293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0CB904-1C11-80F2-C6FA-8A5BEE977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803F9-C810-62B8-CB01-144B20FFE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Introduction: </a:t>
            </a:r>
            <a:r>
              <a:rPr lang="en-US" dirty="0" err="1"/>
              <a:t>backgroud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83D20C-FCA5-E0FB-4FE7-BF42018B3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1C2826-D48C-44C5-84F4-35AA91AE3A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20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5A93358-B39A-FCED-1ADD-534914450D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4" y="1524000"/>
            <a:ext cx="5720070" cy="4114800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0C93A51-B32F-070A-F84A-A0F16313965C}"/>
              </a:ext>
            </a:extLst>
          </p:cNvPr>
          <p:cNvSpPr/>
          <p:nvPr/>
        </p:nvSpPr>
        <p:spPr>
          <a:xfrm>
            <a:off x="7924800" y="990600"/>
            <a:ext cx="1817813" cy="40347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Fault clears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A9FC1BA-8AFE-6834-52AC-729460A5FCC2}"/>
              </a:ext>
            </a:extLst>
          </p:cNvPr>
          <p:cNvSpPr/>
          <p:nvPr/>
        </p:nvSpPr>
        <p:spPr>
          <a:xfrm>
            <a:off x="7917002" y="1903795"/>
            <a:ext cx="1825611" cy="40347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Motor stall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33D817D-D223-AA3D-2ABA-3D6692ACD0BB}"/>
              </a:ext>
            </a:extLst>
          </p:cNvPr>
          <p:cNvSpPr/>
          <p:nvPr/>
        </p:nvSpPr>
        <p:spPr>
          <a:xfrm>
            <a:off x="7917002" y="2816990"/>
            <a:ext cx="1832168" cy="40347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Motor trips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FEAD0EE-1131-DCB1-275F-8F29917C399D}"/>
              </a:ext>
            </a:extLst>
          </p:cNvPr>
          <p:cNvSpPr/>
          <p:nvPr/>
        </p:nvSpPr>
        <p:spPr>
          <a:xfrm>
            <a:off x="7924800" y="3730185"/>
            <a:ext cx="1817813" cy="40347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Capacitor off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E4DFAAC-38E5-00D4-385D-444AA51715DF}"/>
              </a:ext>
            </a:extLst>
          </p:cNvPr>
          <p:cNvSpPr/>
          <p:nvPr/>
        </p:nvSpPr>
        <p:spPr>
          <a:xfrm>
            <a:off x="5638800" y="2647024"/>
            <a:ext cx="1883735" cy="743408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Thermal Protection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EA61FDB-9BA5-ED6E-D030-41EE17224682}"/>
              </a:ext>
            </a:extLst>
          </p:cNvPr>
          <p:cNvSpPr/>
          <p:nvPr/>
        </p:nvSpPr>
        <p:spPr>
          <a:xfrm>
            <a:off x="7923559" y="4643380"/>
            <a:ext cx="1825611" cy="40347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Motor back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64768A7-E9D0-A85A-A6C1-4992B78BD869}"/>
              </a:ext>
            </a:extLst>
          </p:cNvPr>
          <p:cNvSpPr/>
          <p:nvPr/>
        </p:nvSpPr>
        <p:spPr>
          <a:xfrm>
            <a:off x="7917002" y="5556575"/>
            <a:ext cx="1832168" cy="40347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Capacitor 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91BFEC3-969D-D857-5092-A9040B3EC8AB}"/>
              </a:ext>
            </a:extLst>
          </p:cNvPr>
          <p:cNvSpPr txBox="1"/>
          <p:nvPr/>
        </p:nvSpPr>
        <p:spPr>
          <a:xfrm>
            <a:off x="8599002" y="6246167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…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DEA8306-D5DF-0969-B5DA-5D88C48E7ED7}"/>
              </a:ext>
            </a:extLst>
          </p:cNvPr>
          <p:cNvCxnSpPr>
            <a:cxnSpLocks/>
            <a:stCxn id="11" idx="3"/>
            <a:endCxn id="9" idx="1"/>
          </p:cNvCxnSpPr>
          <p:nvPr/>
        </p:nvCxnSpPr>
        <p:spPr>
          <a:xfrm>
            <a:off x="7522535" y="3018728"/>
            <a:ext cx="394467" cy="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EFDA165F-A607-872F-D5DA-82F491F93077}"/>
              </a:ext>
            </a:extLst>
          </p:cNvPr>
          <p:cNvSpPr/>
          <p:nvPr/>
        </p:nvSpPr>
        <p:spPr>
          <a:xfrm>
            <a:off x="10108726" y="1903794"/>
            <a:ext cx="1825611" cy="40347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Draw high Q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FFF73ED-B0FE-CDA7-A33F-E89072682A88}"/>
              </a:ext>
            </a:extLst>
          </p:cNvPr>
          <p:cNvSpPr/>
          <p:nvPr/>
        </p:nvSpPr>
        <p:spPr>
          <a:xfrm>
            <a:off x="10106954" y="2816990"/>
            <a:ext cx="1825611" cy="40347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 overshoot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801C6F1F-32A0-74E7-81A3-C1DCF36C818A}"/>
              </a:ext>
            </a:extLst>
          </p:cNvPr>
          <p:cNvSpPr/>
          <p:nvPr/>
        </p:nvSpPr>
        <p:spPr>
          <a:xfrm>
            <a:off x="10106954" y="4643379"/>
            <a:ext cx="1825611" cy="40347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 dips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DA61211-0C71-D38C-B867-5EFDD94CA3C5}"/>
              </a:ext>
            </a:extLst>
          </p:cNvPr>
          <p:cNvCxnSpPr>
            <a:stCxn id="7" idx="2"/>
            <a:endCxn id="8" idx="0"/>
          </p:cNvCxnSpPr>
          <p:nvPr/>
        </p:nvCxnSpPr>
        <p:spPr>
          <a:xfrm flipH="1">
            <a:off x="8829808" y="1394077"/>
            <a:ext cx="3899" cy="50971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7CCA9E1-44AA-3C44-FB4E-C03B9AC6763A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>
            <a:off x="8829808" y="2307272"/>
            <a:ext cx="3278" cy="50971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6486E5F-197A-C07E-FF04-974A0B81C6D8}"/>
              </a:ext>
            </a:extLst>
          </p:cNvPr>
          <p:cNvCxnSpPr>
            <a:cxnSpLocks/>
            <a:stCxn id="9" idx="2"/>
            <a:endCxn id="10" idx="0"/>
          </p:cNvCxnSpPr>
          <p:nvPr/>
        </p:nvCxnSpPr>
        <p:spPr>
          <a:xfrm>
            <a:off x="8833086" y="3220467"/>
            <a:ext cx="621" cy="50971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D777EC4-6922-5C9E-C237-DA209F511EB1}"/>
              </a:ext>
            </a:extLst>
          </p:cNvPr>
          <p:cNvCxnSpPr>
            <a:cxnSpLocks/>
            <a:stCxn id="10" idx="2"/>
            <a:endCxn id="14" idx="0"/>
          </p:cNvCxnSpPr>
          <p:nvPr/>
        </p:nvCxnSpPr>
        <p:spPr>
          <a:xfrm>
            <a:off x="8833707" y="4133662"/>
            <a:ext cx="2658" cy="50971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F4D5448-6161-EA2D-9D14-A608C8A42058}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>
          <a:xfrm flipH="1">
            <a:off x="8833086" y="5046857"/>
            <a:ext cx="3279" cy="50971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8E52473E-DF4E-187B-9FA8-58219CD85FDD}"/>
              </a:ext>
            </a:extLst>
          </p:cNvPr>
          <p:cNvCxnSpPr>
            <a:stCxn id="8" idx="3"/>
            <a:endCxn id="22" idx="1"/>
          </p:cNvCxnSpPr>
          <p:nvPr/>
        </p:nvCxnSpPr>
        <p:spPr>
          <a:xfrm flipV="1">
            <a:off x="9742613" y="2105533"/>
            <a:ext cx="366113" cy="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7EF1F417-4529-DF2E-636E-06BE397EB017}"/>
              </a:ext>
            </a:extLst>
          </p:cNvPr>
          <p:cNvCxnSpPr>
            <a:stCxn id="9" idx="3"/>
            <a:endCxn id="23" idx="1"/>
          </p:cNvCxnSpPr>
          <p:nvPr/>
        </p:nvCxnSpPr>
        <p:spPr>
          <a:xfrm>
            <a:off x="9749170" y="3018729"/>
            <a:ext cx="357784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AF85DC8B-622A-FAA0-E2C9-C884D0BD67EA}"/>
              </a:ext>
            </a:extLst>
          </p:cNvPr>
          <p:cNvCxnSpPr>
            <a:stCxn id="14" idx="3"/>
            <a:endCxn id="24" idx="1"/>
          </p:cNvCxnSpPr>
          <p:nvPr/>
        </p:nvCxnSpPr>
        <p:spPr>
          <a:xfrm flipV="1">
            <a:off x="9749170" y="4845118"/>
            <a:ext cx="357784" cy="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Content Placeholder 2">
            <a:extLst>
              <a:ext uri="{FF2B5EF4-FFF2-40B4-BE49-F238E27FC236}">
                <a16:creationId xmlns:a16="http://schemas.microsoft.com/office/drawing/2014/main" id="{0CF991A6-AF53-1D7C-85F8-12EF292358BD}"/>
              </a:ext>
            </a:extLst>
          </p:cNvPr>
          <p:cNvSpPr txBox="1">
            <a:spLocks/>
          </p:cNvSpPr>
          <p:nvPr/>
        </p:nvSpPr>
        <p:spPr>
          <a:xfrm>
            <a:off x="609600" y="1161032"/>
            <a:ext cx="3196436" cy="391953"/>
          </a:xfrm>
          <a:prstGeom prst="rect">
            <a:avLst/>
          </a:prstGeom>
        </p:spPr>
        <p:txBody>
          <a:bodyPr vert="horz" lIns="91205" tIns="45604" rIns="91205" bIns="45604" rtlCol="0">
            <a:noAutofit/>
          </a:bodyPr>
          <a:lstStyle>
            <a:lvl1pPr marL="342019" indent="-342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1038" indent="-285013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006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6090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21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0814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64166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019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762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Clr>
                <a:srgbClr val="262626"/>
              </a:buClr>
              <a:buSzPct val="100000"/>
              <a:buNone/>
            </a:pPr>
            <a:r>
              <a:rPr lang="en-US" sz="1800" dirty="0">
                <a:solidFill>
                  <a:srgbClr val="262626"/>
                </a:solidFill>
              </a:rPr>
              <a:t>Explanatory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FIDVR response</a:t>
            </a:r>
          </a:p>
        </p:txBody>
      </p:sp>
    </p:spTree>
    <p:extLst>
      <p:ext uri="{BB962C8B-B14F-4D97-AF65-F5344CB8AC3E}">
        <p14:creationId xmlns:p14="http://schemas.microsoft.com/office/powerpoint/2010/main" val="19300594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B9039-F8F0-0416-951E-7EE5C9B9F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D2522-29DD-C77A-5254-A804B6A75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Literature Review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CDE17-F5EE-1A0E-27E6-E8C04CF16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1C2826-D48C-44C5-84F4-35AA91AE3A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20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aphicFrame>
        <p:nvGraphicFramePr>
          <p:cNvPr id="3" name="표 5">
            <a:extLst>
              <a:ext uri="{FF2B5EF4-FFF2-40B4-BE49-F238E27FC236}">
                <a16:creationId xmlns:a16="http://schemas.microsoft.com/office/drawing/2014/main" id="{29D479C6-30D1-14F2-0787-0A4464BC9E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0951350"/>
              </p:ext>
            </p:extLst>
          </p:nvPr>
        </p:nvGraphicFramePr>
        <p:xfrm>
          <a:off x="165100" y="914400"/>
          <a:ext cx="11861799" cy="5819537"/>
        </p:xfrm>
        <a:graphic>
          <a:graphicData uri="http://schemas.openxmlformats.org/drawingml/2006/table">
            <a:tbl>
              <a:tblPr/>
              <a:tblGrid>
                <a:gridCol w="901700">
                  <a:extLst>
                    <a:ext uri="{9D8B030D-6E8A-4147-A177-3AD203B41FA5}">
                      <a16:colId xmlns:a16="http://schemas.microsoft.com/office/drawing/2014/main" val="182904570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658804291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1336659110"/>
                    </a:ext>
                  </a:extLst>
                </a:gridCol>
                <a:gridCol w="2400109">
                  <a:extLst>
                    <a:ext uri="{9D8B030D-6E8A-4147-A177-3AD203B41FA5}">
                      <a16:colId xmlns:a16="http://schemas.microsoft.com/office/drawing/2014/main" val="2823995955"/>
                    </a:ext>
                  </a:extLst>
                </a:gridCol>
                <a:gridCol w="2857691">
                  <a:extLst>
                    <a:ext uri="{9D8B030D-6E8A-4147-A177-3AD203B41FA5}">
                      <a16:colId xmlns:a16="http://schemas.microsoft.com/office/drawing/2014/main" val="513242075"/>
                    </a:ext>
                  </a:extLst>
                </a:gridCol>
                <a:gridCol w="3035299">
                  <a:extLst>
                    <a:ext uri="{9D8B030D-6E8A-4147-A177-3AD203B41FA5}">
                      <a16:colId xmlns:a16="http://schemas.microsoft.com/office/drawing/2014/main" val="2222772263"/>
                    </a:ext>
                  </a:extLst>
                </a:gridCol>
              </a:tblGrid>
              <a:tr h="400730">
                <a:tc gridSpan="2"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i="0" u="none" strike="noStrike" dirty="0">
                          <a:effectLst/>
                          <a:latin typeface="+mn-lt"/>
                          <a:ea typeface="DengXian" panose="02010600030101010101" pitchFamily="2" charset="-122"/>
                        </a:rPr>
                        <a:t> </a:t>
                      </a:r>
                      <a:endParaRPr lang="en-US" altLang="ko-KR" sz="3200" b="0" i="0" u="none" strike="noStrike" dirty="0">
                        <a:effectLst/>
                        <a:latin typeface="+mn-lt"/>
                      </a:endParaRPr>
                    </a:p>
                  </a:txBody>
                  <a:tcPr marL="103690" marR="103690" marT="51845" marB="5184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i="0" u="none" strike="noStrike" dirty="0">
                          <a:effectLst/>
                          <a:latin typeface="+mn-lt"/>
                          <a:ea typeface="DengXian" panose="02010600030101010101" pitchFamily="2" charset="-122"/>
                        </a:rPr>
                        <a:t>Approach</a:t>
                      </a:r>
                      <a:endParaRPr lang="en-US" altLang="ko-KR" sz="3200" b="0" i="0" u="none" strike="noStrike" dirty="0">
                        <a:effectLst/>
                        <a:latin typeface="+mn-lt"/>
                      </a:endParaRPr>
                    </a:p>
                  </a:txBody>
                  <a:tcPr marL="77767" marR="77767" marT="1080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i="0" u="none" strike="noStrike" dirty="0">
                          <a:effectLst/>
                          <a:latin typeface="+mn-lt"/>
                          <a:ea typeface="DengXian" panose="02010600030101010101" pitchFamily="2" charset="-122"/>
                        </a:rPr>
                        <a:t>Main contribution</a:t>
                      </a:r>
                      <a:endParaRPr lang="en-US" altLang="ko-KR" sz="3200" b="0" i="0" u="none" strike="noStrike" dirty="0">
                        <a:effectLst/>
                        <a:latin typeface="+mn-lt"/>
                      </a:endParaRPr>
                    </a:p>
                  </a:txBody>
                  <a:tcPr marL="77767" marR="77767" marT="1080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i="0" u="none" strike="noStrike" dirty="0">
                          <a:effectLst/>
                          <a:latin typeface="+mn-lt"/>
                          <a:ea typeface="DengXian" panose="02010600030101010101" pitchFamily="2" charset="-122"/>
                        </a:rPr>
                        <a:t>Network representation</a:t>
                      </a:r>
                      <a:endParaRPr lang="en-US" altLang="ko-KR" sz="3200" b="0" i="0" u="none" strike="noStrike" dirty="0">
                        <a:effectLst/>
                        <a:latin typeface="+mn-lt"/>
                      </a:endParaRPr>
                    </a:p>
                  </a:txBody>
                  <a:tcPr marL="77767" marR="77767" marT="1080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i="0" u="none" strike="noStrike" dirty="0">
                          <a:effectLst/>
                          <a:latin typeface="+mn-lt"/>
                          <a:ea typeface="DengXian" panose="02010600030101010101" pitchFamily="2" charset="-122"/>
                        </a:rPr>
                        <a:t>Remaining limitation</a:t>
                      </a:r>
                      <a:endParaRPr lang="en-US" altLang="ko-KR" sz="3200" b="0" i="0" u="none" strike="noStrike" dirty="0">
                        <a:effectLst/>
                        <a:latin typeface="+mn-lt"/>
                      </a:endParaRPr>
                    </a:p>
                  </a:txBody>
                  <a:tcPr marL="77767" marR="77767" marT="1080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7591322"/>
                  </a:ext>
                </a:extLst>
              </a:tr>
              <a:tr h="788379">
                <a:tc>
                  <a:txBody>
                    <a:bodyPr/>
                    <a:lstStyle/>
                    <a:p>
                      <a:pPr marL="0" algn="ctr" defTabSz="912051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DengXian" panose="02010600030101010101" pitchFamily="2" charset="-122"/>
                          <a:cs typeface="+mn-cs"/>
                        </a:rPr>
                        <a:t>Motivation model</a:t>
                      </a:r>
                    </a:p>
                  </a:txBody>
                  <a:tcPr marL="77767" marR="77767" marT="1080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DengXian" panose="02010600030101010101" pitchFamily="2" charset="-122"/>
                        </a:rPr>
                        <a:t>[1]</a:t>
                      </a:r>
                      <a:endParaRPr lang="en-US" altLang="ko-KR" sz="3200" b="0" i="0" u="none" strike="noStrike" dirty="0">
                        <a:effectLst/>
                        <a:latin typeface="+mn-lt"/>
                      </a:endParaRPr>
                    </a:p>
                  </a:txBody>
                  <a:tcPr marL="77767" marR="77767" marT="1080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DengXian" panose="02010600030101010101" pitchFamily="2" charset="-122"/>
                        </a:rPr>
                        <a:t> Field motivated FIDVR models</a:t>
                      </a:r>
                      <a:endParaRPr lang="en-US" altLang="ko-KR" sz="3200" b="0" i="0" u="none" strike="noStrike" dirty="0">
                        <a:effectLst/>
                        <a:latin typeface="+mn-lt"/>
                      </a:endParaRPr>
                    </a:p>
                  </a:txBody>
                  <a:tcPr marL="77767" marR="77767" marT="1080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DengXian" panose="02010600030101010101" pitchFamily="2" charset="-122"/>
                        </a:rPr>
                        <a:t>Estimates variables, including tilt angle, azimuth angles, and albedo, which are related to irradiance.</a:t>
                      </a:r>
                      <a:endParaRPr lang="en-US" altLang="ko-KR" sz="3200" b="0" i="0" u="none" strike="noStrike" dirty="0">
                        <a:effectLst/>
                        <a:latin typeface="+mn-lt"/>
                      </a:endParaRPr>
                    </a:p>
                  </a:txBody>
                  <a:tcPr marL="77767" marR="77767" marT="1080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DengXian" panose="02010600030101010101" pitchFamily="2" charset="-122"/>
                        </a:rPr>
                        <a:t>115 kV and 66 kV sub-transmission systems.</a:t>
                      </a:r>
                      <a:endParaRPr lang="en-US" altLang="ko-KR" sz="3200" b="0" i="0" u="none" strike="noStrike" dirty="0">
                        <a:effectLst/>
                        <a:latin typeface="+mn-lt"/>
                      </a:endParaRPr>
                    </a:p>
                  </a:txBody>
                  <a:tcPr marL="77767" marR="77767" marT="1080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DengXian" panose="02010600030101010101" pitchFamily="2" charset="-122"/>
                        </a:rPr>
                        <a:t>Limited feeder level and phase domain resolution.</a:t>
                      </a:r>
                      <a:endParaRPr lang="en-US" altLang="ko-KR" sz="3200" b="0" i="0" u="none" strike="noStrike" dirty="0">
                        <a:effectLst/>
                        <a:latin typeface="+mn-lt"/>
                      </a:endParaRPr>
                    </a:p>
                  </a:txBody>
                  <a:tcPr marL="77767" marR="77767" marT="1080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7846688"/>
                  </a:ext>
                </a:extLst>
              </a:tr>
              <a:tr h="494461">
                <a:tc rowSpan="2">
                  <a:txBody>
                    <a:bodyPr/>
                    <a:lstStyle/>
                    <a:p>
                      <a:pPr marL="0" algn="ctr" defTabSz="912051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DengXian" panose="02010600030101010101" pitchFamily="2" charset="-122"/>
                          <a:cs typeface="+mn-cs"/>
                        </a:rPr>
                        <a:t>Composite model</a:t>
                      </a:r>
                    </a:p>
                  </a:txBody>
                  <a:tcPr marL="77767" marR="77767" marT="1080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i="0" u="none" strike="noStrike" dirty="0">
                          <a:effectLst/>
                          <a:latin typeface="+mn-lt"/>
                          <a:ea typeface="DengXian" panose="02010600030101010101" pitchFamily="2" charset="-122"/>
                        </a:rPr>
                        <a:t>[2]</a:t>
                      </a:r>
                      <a:endParaRPr lang="en-US" altLang="ko-KR" sz="3200" b="0" i="0" u="none" strike="noStrike" dirty="0">
                        <a:effectLst/>
                        <a:latin typeface="+mn-lt"/>
                      </a:endParaRPr>
                    </a:p>
                  </a:txBody>
                  <a:tcPr marL="77767" marR="77767" marT="1080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i="0" u="none" strike="noStrike" dirty="0">
                          <a:effectLst/>
                          <a:latin typeface="+mn-lt"/>
                          <a:ea typeface="DengXian" panose="02010600030101010101" pitchFamily="2" charset="-122"/>
                        </a:rPr>
                        <a:t>WECC composite load mode</a:t>
                      </a:r>
                      <a:endParaRPr lang="en-US" altLang="ko-KR" sz="3200" b="0" i="0" u="none" strike="noStrike" dirty="0">
                        <a:effectLst/>
                        <a:latin typeface="+mn-lt"/>
                      </a:endParaRPr>
                    </a:p>
                  </a:txBody>
                  <a:tcPr marL="77767" marR="77767" marT="1080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DengXian" panose="02010600030101010101" pitchFamily="2" charset="-122"/>
                        </a:rPr>
                        <a:t>Estimate model parameters using the MD model’s equations.</a:t>
                      </a:r>
                      <a:endParaRPr lang="en-US" altLang="ko-KR" sz="3200" b="0" i="0" u="none" strike="noStrike" dirty="0">
                        <a:effectLst/>
                        <a:latin typeface="+mn-lt"/>
                      </a:endParaRPr>
                    </a:p>
                  </a:txBody>
                  <a:tcPr marL="77767" marR="77767" marT="1080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i="0" u="none" strike="noStrike" dirty="0">
                          <a:effectLst/>
                          <a:latin typeface="+mn-lt"/>
                          <a:ea typeface="DengXian" panose="02010600030101010101" pitchFamily="2" charset="-122"/>
                        </a:rPr>
                        <a:t>Southern California Edison Valley substation.</a:t>
                      </a:r>
                      <a:endParaRPr lang="en-US" altLang="ko-KR" sz="3200" b="0" i="0" u="none" strike="noStrike" dirty="0">
                        <a:effectLst/>
                        <a:latin typeface="+mn-lt"/>
                      </a:endParaRPr>
                    </a:p>
                  </a:txBody>
                  <a:tcPr marL="77767" marR="77767" marT="1080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i="0" u="none" strike="noStrike" dirty="0">
                          <a:effectLst/>
                          <a:latin typeface="+mn-lt"/>
                          <a:ea typeface="DengXian" panose="02010600030101010101" pitchFamily="2" charset="-122"/>
                        </a:rPr>
                        <a:t>Does not resolve feeder topology, phase imbalance, or the spatial distribution of stalled single-phase motors</a:t>
                      </a:r>
                      <a:endParaRPr lang="en-US" altLang="ko-KR" sz="3200" b="0" i="0" u="none" strike="noStrike" dirty="0">
                        <a:effectLst/>
                        <a:latin typeface="+mn-lt"/>
                      </a:endParaRPr>
                    </a:p>
                  </a:txBody>
                  <a:tcPr marL="77767" marR="77767" marT="1080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0169628"/>
                  </a:ext>
                </a:extLst>
              </a:tr>
              <a:tr h="788379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103690" marR="103690" marT="51845" marB="5184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DengXian" panose="02010600030101010101" pitchFamily="2" charset="-122"/>
                        </a:rPr>
                        <a:t>[3]</a:t>
                      </a:r>
                      <a:endParaRPr lang="en-US" altLang="ko-KR" sz="3200" b="0" i="0" u="none" strike="noStrike" dirty="0">
                        <a:effectLst/>
                        <a:latin typeface="+mn-lt"/>
                      </a:endParaRPr>
                    </a:p>
                  </a:txBody>
                  <a:tcPr marL="77767" marR="77767" marT="1080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DengXian" panose="02010600030101010101" pitchFamily="2" charset="-122"/>
                        </a:rPr>
                        <a:t>WECC CMPLDW with variable-frequency drive(VFD) air conditioners</a:t>
                      </a:r>
                      <a:endParaRPr lang="en-US" altLang="ko-KR" sz="3200" b="0" i="0" u="none" strike="noStrike" dirty="0">
                        <a:effectLst/>
                        <a:latin typeface="+mn-lt"/>
                      </a:endParaRPr>
                    </a:p>
                  </a:txBody>
                  <a:tcPr marL="77767" marR="77767" marT="1080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DengXian" panose="02010600030101010101" pitchFamily="2" charset="-122"/>
                        </a:rPr>
                        <a:t>Estimate irradiance by employing an optimization-based approach derived from the equations of the SD model</a:t>
                      </a:r>
                      <a:endParaRPr lang="en-US" altLang="ko-KR" sz="3200" b="0" i="0" u="none" strike="noStrike" dirty="0">
                        <a:effectLst/>
                        <a:latin typeface="+mn-lt"/>
                      </a:endParaRPr>
                    </a:p>
                  </a:txBody>
                  <a:tcPr marL="77767" marR="77767" marT="1080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i="0" u="none" strike="noStrike" dirty="0">
                          <a:effectLst/>
                          <a:latin typeface="+mn-lt"/>
                          <a:ea typeface="DengXian" panose="02010600030101010101" pitchFamily="2" charset="-122"/>
                        </a:rPr>
                        <a:t>Utility planning network. </a:t>
                      </a:r>
                      <a:endParaRPr lang="en-US" altLang="ko-KR" sz="3200" b="0" i="0" u="none" strike="noStrike" dirty="0">
                        <a:effectLst/>
                        <a:latin typeface="+mn-lt"/>
                      </a:endParaRPr>
                    </a:p>
                  </a:txBody>
                  <a:tcPr marL="77767" marR="77767" marT="1080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i="0" u="none" strike="noStrike" dirty="0">
                          <a:effectLst/>
                          <a:latin typeface="+mn-lt"/>
                          <a:ea typeface="DengXian" panose="02010600030101010101" pitchFamily="2" charset="-122"/>
                        </a:rPr>
                        <a:t>Focuses on the effect of VFD A/C penetration rather than feeder level motor stalling diversity.</a:t>
                      </a:r>
                      <a:endParaRPr lang="en-US" altLang="ko-KR" sz="3200" b="0" i="0" u="none" strike="noStrike" dirty="0">
                        <a:effectLst/>
                        <a:latin typeface="+mn-lt"/>
                      </a:endParaRPr>
                    </a:p>
                  </a:txBody>
                  <a:tcPr marL="77767" marR="77767" marT="1080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4771829"/>
                  </a:ext>
                </a:extLst>
              </a:tr>
              <a:tr h="743770">
                <a:tc rowSpan="3">
                  <a:txBody>
                    <a:bodyPr/>
                    <a:lstStyle/>
                    <a:p>
                      <a:pPr marL="0" algn="ctr" defTabSz="912051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DengXian" panose="02010600030101010101" pitchFamily="2" charset="-122"/>
                          <a:cs typeface="+mn-cs"/>
                        </a:rPr>
                        <a:t>EMT model</a:t>
                      </a:r>
                      <a:endParaRPr lang="ko-KR" altLang="en-US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cs typeface="+mn-cs"/>
                      </a:endParaRPr>
                    </a:p>
                  </a:txBody>
                  <a:tcPr marL="103690" marR="103690" marT="51845" marB="5184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i="0" u="none" strike="noStrike" dirty="0">
                          <a:effectLst/>
                          <a:latin typeface="+mn-lt"/>
                          <a:ea typeface="DengXian" panose="02010600030101010101" pitchFamily="2" charset="-122"/>
                        </a:rPr>
                        <a:t>[4]</a:t>
                      </a:r>
                      <a:endParaRPr lang="en-US" altLang="ko-KR" sz="3200" b="0" i="0" u="none" strike="noStrike" dirty="0">
                        <a:effectLst/>
                        <a:latin typeface="+mn-lt"/>
                      </a:endParaRPr>
                    </a:p>
                  </a:txBody>
                  <a:tcPr marL="77767" marR="77767" marT="1080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i="0" u="none" strike="noStrike" dirty="0">
                          <a:effectLst/>
                          <a:latin typeface="+mn-lt"/>
                          <a:ea typeface="DengXian" panose="02010600030101010101" pitchFamily="2" charset="-122"/>
                        </a:rPr>
                        <a:t>EMTP point-on-wave model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DengXian" panose="02010600030101010101" pitchFamily="2" charset="-122"/>
                      </a:endParaRPr>
                    </a:p>
                  </a:txBody>
                  <a:tcPr marL="77767" marR="77767" marT="1080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DengXian" panose="02010600030101010101" pitchFamily="2" charset="-122"/>
                        </a:rPr>
                        <a:t>Estimate model parameters using the SD model’s equations. However, the uncertainty of the irradiance sensor was not considered.</a:t>
                      </a:r>
                      <a:endParaRPr lang="en-US" altLang="ko-KR" sz="3200" b="0" i="0" u="none" strike="noStrike" dirty="0">
                        <a:effectLst/>
                        <a:latin typeface="+mn-lt"/>
                      </a:endParaRPr>
                    </a:p>
                  </a:txBody>
                  <a:tcPr marL="103690" marR="103690" marT="51845" marB="5184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i="0" u="none" strike="noStrike" dirty="0">
                          <a:effectLst/>
                          <a:latin typeface="+mn-lt"/>
                          <a:ea typeface="DengXian" panose="02010600030101010101" pitchFamily="2" charset="-122"/>
                        </a:rPr>
                        <a:t>Can estimate model parameters that correspond to the V-I curve and V-P curve in the manufacturer's datasheet.</a:t>
                      </a:r>
                      <a:endParaRPr lang="en-US" altLang="ko-KR" sz="3200" b="0" i="0" u="none" strike="noStrike" dirty="0">
                        <a:effectLst/>
                        <a:latin typeface="+mn-lt"/>
                      </a:endParaRPr>
                    </a:p>
                  </a:txBody>
                  <a:tcPr marL="103690" marR="103690" marT="51845" marB="5184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i="0" u="none" strike="noStrike" dirty="0">
                          <a:effectLst/>
                          <a:latin typeface="+mn-lt"/>
                          <a:ea typeface="DengXian" panose="02010600030101010101" pitchFamily="2" charset="-122"/>
                        </a:rPr>
                        <a:t>High model detail limits scalability for large system dynamic studies.</a:t>
                      </a:r>
                      <a:endParaRPr lang="en-US" altLang="ko-KR" sz="3200" b="0" i="0" u="none" strike="noStrike" dirty="0">
                        <a:effectLst/>
                        <a:latin typeface="+mn-lt"/>
                      </a:endParaRPr>
                    </a:p>
                  </a:txBody>
                  <a:tcPr marL="103690" marR="103690" marT="51845" marB="5184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8543504"/>
                  </a:ext>
                </a:extLst>
              </a:tr>
              <a:tr h="90379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DengXian" panose="02010600030101010101" pitchFamily="2" charset="-122"/>
                        </a:rPr>
                        <a:t>[5]</a:t>
                      </a:r>
                      <a:endParaRPr lang="en-US" dirty="0"/>
                    </a:p>
                  </a:txBody>
                  <a:tcPr marL="77767" marR="77767" marT="10801" marB="0"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b-NO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DengXian" panose="02010600030101010101" pitchFamily="2" charset="-122"/>
                        </a:rPr>
                        <a:t>Hybrid EMT transient stabil-ity model</a:t>
                      </a:r>
                      <a:endParaRPr lang="en-US" dirty="0"/>
                    </a:p>
                  </a:txBody>
                  <a:tcPr marL="77767" marR="77767" marT="1080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2051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DengXian" panose="02010600030101010101" pitchFamily="2" charset="-122"/>
                          <a:cs typeface="+mn-cs"/>
                        </a:rPr>
                        <a:t>Coupled PSCAD/EMTDC and </a:t>
                      </a:r>
                      <a:r>
                        <a:rPr lang="en-US" altLang="ko-KR" sz="105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DengXian" panose="02010600030101010101" pitchFamily="2" charset="-122"/>
                          <a:cs typeface="+mn-cs"/>
                        </a:rPr>
                        <a:t>InterPSS</a:t>
                      </a:r>
                      <a:r>
                        <a:rPr lang="en-US" altLang="ko-KR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DengXian" panose="02010600030101010101" pitchFamily="2" charset="-122"/>
                          <a:cs typeface="+mn-cs"/>
                        </a:rPr>
                        <a:t> through a three-phase boundary equivalent to study unbalanced faults and A/C motor stalling in a large WECC system.</a:t>
                      </a:r>
                    </a:p>
                  </a:txBody>
                  <a:tcPr marL="103690" marR="103690" marT="51845" marB="5184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2051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DengXian" panose="02010600030101010101" pitchFamily="2" charset="-122"/>
                          <a:cs typeface="+mn-cs"/>
                        </a:rPr>
                        <a:t>Sub-transmission and distribution systems supplied from selected WECC buses.</a:t>
                      </a:r>
                    </a:p>
                  </a:txBody>
                  <a:tcPr marL="103690" marR="103690" marT="51845" marB="5184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2051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DengXian" panose="02010600030101010101" pitchFamily="2" charset="-122"/>
                          <a:cs typeface="+mn-cs"/>
                        </a:rPr>
                        <a:t>Uses equivalent feeders and a fundamental frequency interface, which limits detailed feeder topology and harmonic representation.</a:t>
                      </a:r>
                    </a:p>
                  </a:txBody>
                  <a:tcPr marL="103690" marR="103690" marT="51845" marB="5184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1849907"/>
                  </a:ext>
                </a:extLst>
              </a:tr>
              <a:tr h="71772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DengXian" panose="02010600030101010101" pitchFamily="2" charset="-122"/>
                          <a:cs typeface="+mn-cs"/>
                        </a:rPr>
                        <a:t>[6]</a:t>
                      </a:r>
                      <a:endParaRPr lang="en-US" dirty="0"/>
                    </a:p>
                  </a:txBody>
                  <a:tcPr marL="77767" marR="77767" marT="10801" marB="0"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DengXian" panose="02010600030101010101" pitchFamily="2" charset="-122"/>
                          <a:cs typeface="+mn-cs"/>
                        </a:rPr>
                        <a:t>Coupled PSLF-</a:t>
                      </a:r>
                      <a:r>
                        <a:rPr lang="en-US" altLang="ko-KR" sz="105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DengXian" panose="02010600030101010101" pitchFamily="2" charset="-122"/>
                          <a:cs typeface="+mn-cs"/>
                        </a:rPr>
                        <a:t>OpenDSS</a:t>
                      </a:r>
                      <a:r>
                        <a:rPr lang="en-US" altLang="ko-KR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DengXian" panose="02010600030101010101" pitchFamily="2" charset="-122"/>
                          <a:cs typeface="+mn-cs"/>
                        </a:rPr>
                        <a:t> study with WECC CMPLDWG and PVD1</a:t>
                      </a:r>
                      <a:endParaRPr lang="en-US" dirty="0"/>
                    </a:p>
                  </a:txBody>
                  <a:tcPr marL="77767" marR="77767" marT="1080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2051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DengXian" panose="02010600030101010101" pitchFamily="2" charset="-122"/>
                          <a:cs typeface="+mn-cs"/>
                        </a:rPr>
                        <a:t>Showed that feeder level inverter ride-through behavior can significantly change the bulk system response during a disturbance.</a:t>
                      </a:r>
                    </a:p>
                  </a:txBody>
                  <a:tcPr marL="103690" marR="103690" marT="51845" marB="5184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2051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DengXian" panose="02010600030101010101" pitchFamily="2" charset="-122"/>
                          <a:cs typeface="+mn-cs"/>
                        </a:rPr>
                        <a:t>WECC transmission case with distribution feeders and IEEE 1547 ride-through logic.</a:t>
                      </a:r>
                    </a:p>
                  </a:txBody>
                  <a:tcPr marL="103690" marR="103690" marT="51845" marB="5184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2051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DengXian" panose="02010600030101010101" pitchFamily="2" charset="-122"/>
                          <a:cs typeface="+mn-cs"/>
                        </a:rPr>
                        <a:t>Focuses on DER/PV ride-through rather than compressor-motor stalling and FIDVR motor dynamics.</a:t>
                      </a:r>
                    </a:p>
                  </a:txBody>
                  <a:tcPr marL="103690" marR="103690" marT="51845" marB="5184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3274183"/>
                  </a:ext>
                </a:extLst>
              </a:tr>
              <a:tr h="956258">
                <a:tc>
                  <a:txBody>
                    <a:bodyPr/>
                    <a:lstStyle/>
                    <a:p>
                      <a:pPr marL="0" marR="0" lvl="0" indent="0" algn="ctr" defTabSz="9120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DengXian" panose="02010600030101010101" pitchFamily="2" charset="-122"/>
                          <a:cs typeface="+mn-cs"/>
                        </a:rPr>
                        <a:t>Composite model</a:t>
                      </a:r>
                    </a:p>
                    <a:p>
                      <a:pPr algn="ctr" latinLnBrk="1"/>
                      <a:endParaRPr lang="ko-KR" altLang="en-US" dirty="0"/>
                    </a:p>
                  </a:txBody>
                  <a:tcPr marL="103690" marR="103690" marT="51845" marB="5184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i="0" u="none" strike="noStrike" dirty="0">
                          <a:effectLst/>
                          <a:latin typeface="+mn-lt"/>
                          <a:ea typeface="DengXian" panose="02010600030101010101" pitchFamily="2" charset="-122"/>
                        </a:rPr>
                        <a:t>Proposed work</a:t>
                      </a:r>
                      <a:endParaRPr lang="en-US" altLang="ko-KR" sz="3200" b="0" i="0" u="none" strike="noStrike" dirty="0">
                        <a:effectLst/>
                        <a:latin typeface="+mn-lt"/>
                      </a:endParaRPr>
                    </a:p>
                  </a:txBody>
                  <a:tcPr marL="77767" marR="77767" marT="1080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34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2051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DengXian" panose="02010600030101010101" pitchFamily="2" charset="-122"/>
                          <a:cs typeface="+mn-cs"/>
                        </a:rPr>
                        <a:t>WECC </a:t>
                      </a:r>
                      <a:endParaRPr lang="en-US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DengXian" panose="02010600030101010101" pitchFamily="2" charset="-122"/>
                        <a:cs typeface="+mn-cs"/>
                      </a:endParaRPr>
                    </a:p>
                    <a:p>
                      <a:pPr marL="0" algn="ctr" defTabSz="912051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DengXian" panose="02010600030101010101" pitchFamily="2" charset="-122"/>
                          <a:cs typeface="+mn-cs"/>
                        </a:rPr>
                        <a:t>ld1pac model </a:t>
                      </a:r>
                    </a:p>
                    <a:p>
                      <a:pPr marL="0" algn="ctr" defTabSz="912051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DengXian" panose="02010600030101010101" pitchFamily="2" charset="-122"/>
                        <a:cs typeface="+mn-cs"/>
                      </a:endParaRPr>
                    </a:p>
                  </a:txBody>
                  <a:tcPr marL="77767" marR="77767" marT="1080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34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i="0" u="none" strike="noStrike" dirty="0">
                          <a:effectLst/>
                          <a:latin typeface="+mn-lt"/>
                          <a:ea typeface="DengXian" panose="02010600030101010101" pitchFamily="2" charset="-122"/>
                        </a:rPr>
                        <a:t>Develops an open source, feeder level, FIDVR oriented extension of T&amp;D dynamic co-simulation using ANDES-</a:t>
                      </a:r>
                      <a:r>
                        <a:rPr lang="en-US" sz="1050" b="0" i="0" u="none" strike="noStrike" dirty="0" err="1">
                          <a:effectLst/>
                          <a:latin typeface="+mn-lt"/>
                          <a:ea typeface="DengXian" panose="02010600030101010101" pitchFamily="2" charset="-122"/>
                        </a:rPr>
                        <a:t>OpenDSS</a:t>
                      </a:r>
                      <a:r>
                        <a:rPr lang="en-US" sz="1050" b="0" i="0" u="none" strike="noStrike" dirty="0">
                          <a:effectLst/>
                          <a:latin typeface="+mn-lt"/>
                          <a:ea typeface="DengXian" panose="02010600030101010101" pitchFamily="2" charset="-122"/>
                        </a:rPr>
                        <a:t>-HELICS.</a:t>
                      </a:r>
                      <a:endParaRPr lang="en-US" altLang="ko-KR" sz="3200" b="0" i="0" u="none" strike="noStrike" dirty="0">
                        <a:effectLst/>
                        <a:latin typeface="+mn-lt"/>
                      </a:endParaRPr>
                    </a:p>
                  </a:txBody>
                  <a:tcPr marL="77767" marR="77767" marT="1080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34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i="0" u="none" strike="noStrike" dirty="0">
                          <a:effectLst/>
                          <a:latin typeface="+mn-lt"/>
                          <a:ea typeface="DengXian" panose="02010600030101010101" pitchFamily="2" charset="-122"/>
                        </a:rPr>
                        <a:t>IEEE 14-bus transmission system coupled to an IEEE 13-node feeder.</a:t>
                      </a:r>
                      <a:endParaRPr lang="en-US" altLang="ko-KR" sz="3200" b="0" i="0" u="none" strike="noStrike" dirty="0">
                        <a:effectLst/>
                        <a:latin typeface="+mn-lt"/>
                      </a:endParaRPr>
                    </a:p>
                  </a:txBody>
                  <a:tcPr marL="77767" marR="77767" marT="1080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34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3200" b="0" i="0" u="none" strike="noStrike" dirty="0">
                        <a:effectLst/>
                        <a:latin typeface="+mn-lt"/>
                      </a:endParaRPr>
                    </a:p>
                  </a:txBody>
                  <a:tcPr marL="77767" marR="77767" marT="1080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3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46120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09472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F6907-F283-B967-1978-4181B984C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D6273-7580-0314-2A43-35A2A5995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Literature Review: Co-simulation Framework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F90B2A-5241-DEC5-96E8-72C1ECD0D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1C2826-D48C-44C5-84F4-35AA91AE3A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20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B15E3C67-6557-1129-8477-E27056CD92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9843341"/>
              </p:ext>
            </p:extLst>
          </p:nvPr>
        </p:nvGraphicFramePr>
        <p:xfrm>
          <a:off x="76200" y="1028701"/>
          <a:ext cx="12014200" cy="5329265"/>
        </p:xfrm>
        <a:graphic>
          <a:graphicData uri="http://schemas.openxmlformats.org/drawingml/2006/table">
            <a:tbl>
              <a:tblPr/>
              <a:tblGrid>
                <a:gridCol w="1168047">
                  <a:extLst>
                    <a:ext uri="{9D8B030D-6E8A-4147-A177-3AD203B41FA5}">
                      <a16:colId xmlns:a16="http://schemas.microsoft.com/office/drawing/2014/main" val="3711998683"/>
                    </a:ext>
                  </a:extLst>
                </a:gridCol>
                <a:gridCol w="3022953">
                  <a:extLst>
                    <a:ext uri="{9D8B030D-6E8A-4147-A177-3AD203B41FA5}">
                      <a16:colId xmlns:a16="http://schemas.microsoft.com/office/drawing/2014/main" val="3273106537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770112818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85034253"/>
                    </a:ext>
                  </a:extLst>
                </a:gridCol>
                <a:gridCol w="2946400">
                  <a:extLst>
                    <a:ext uri="{9D8B030D-6E8A-4147-A177-3AD203B41FA5}">
                      <a16:colId xmlns:a16="http://schemas.microsoft.com/office/drawing/2014/main" val="2077132475"/>
                    </a:ext>
                  </a:extLst>
                </a:gridCol>
              </a:tblGrid>
              <a:tr h="57351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800" dirty="0"/>
                    </a:p>
                  </a:txBody>
                  <a:tcPr marL="80821" marR="80821" marT="40410" marB="404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/>
                        <a:t>Category</a:t>
                      </a:r>
                    </a:p>
                  </a:txBody>
                  <a:tcPr marL="80821" marR="80821" marT="40410" marB="404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/>
                        <a:t>Transmission tools</a:t>
                      </a:r>
                    </a:p>
                  </a:txBody>
                  <a:tcPr marL="80821" marR="80821" marT="40410" marB="404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/>
                        <a:t>Distribution tools</a:t>
                      </a:r>
                    </a:p>
                  </a:txBody>
                  <a:tcPr marL="80821" marR="80821" marT="40410" marB="404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/>
                        <a:t>System network</a:t>
                      </a:r>
                    </a:p>
                  </a:txBody>
                  <a:tcPr marL="80821" marR="80821" marT="40410" marB="404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6091051"/>
                  </a:ext>
                </a:extLst>
              </a:tr>
              <a:tr h="111565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/>
                        <a:t>[7-10]</a:t>
                      </a:r>
                    </a:p>
                  </a:txBody>
                  <a:tcPr marL="80821" marR="80821" marT="40410" marB="404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/>
                        <a:t>Static T&amp;D co-simulation</a:t>
                      </a:r>
                    </a:p>
                  </a:txBody>
                  <a:tcPr marL="80821" marR="80821" marT="40410" marB="404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/>
                        <a:t>MATLAB, FESTIV/</a:t>
                      </a:r>
                      <a:r>
                        <a:rPr lang="en-US" sz="1800" dirty="0" err="1"/>
                        <a:t>Matpower</a:t>
                      </a:r>
                      <a:endParaRPr lang="en-US" sz="1800" dirty="0"/>
                    </a:p>
                  </a:txBody>
                  <a:tcPr marL="80821" marR="80821" marT="40410" marB="404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 err="1"/>
                        <a:t>OpenDSS</a:t>
                      </a:r>
                      <a:r>
                        <a:rPr lang="en-US" sz="1800" dirty="0"/>
                        <a:t>, MATLAB, </a:t>
                      </a:r>
                      <a:r>
                        <a:rPr lang="en-US" sz="1800" dirty="0" err="1"/>
                        <a:t>GridLAB</a:t>
                      </a:r>
                      <a:r>
                        <a:rPr lang="en-US" sz="1800" dirty="0"/>
                        <a:t>-D</a:t>
                      </a:r>
                    </a:p>
                  </a:txBody>
                  <a:tcPr marL="80821" marR="80821" marT="40410" marB="404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/>
                        <a:t>IEEE 9/14/39-bus transmission systems with small or utility feeders</a:t>
                      </a:r>
                    </a:p>
                  </a:txBody>
                  <a:tcPr marL="80821" marR="80821" marT="40410" marB="404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8568746"/>
                  </a:ext>
                </a:extLst>
              </a:tr>
              <a:tr h="1375430">
                <a:tc>
                  <a:txBody>
                    <a:bodyPr/>
                    <a:lstStyle/>
                    <a:p>
                      <a:pPr marL="0" marR="0" lvl="0" indent="0" algn="ctr" defTabSz="9120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[11-15]</a:t>
                      </a:r>
                    </a:p>
                  </a:txBody>
                  <a:tcPr marL="80821" marR="80821" marT="40410" marB="404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/>
                        <a:t>Dynamic T&amp;D co-simulation</a:t>
                      </a:r>
                    </a:p>
                  </a:txBody>
                  <a:tcPr marL="80821" marR="80821" marT="40410" marB="404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/>
                        <a:t>PSCAD/EMTDC, </a:t>
                      </a:r>
                      <a:r>
                        <a:rPr lang="en-US" sz="1800" dirty="0" err="1"/>
                        <a:t>InterPSS</a:t>
                      </a:r>
                      <a:r>
                        <a:rPr lang="en-US" sz="1800" dirty="0"/>
                        <a:t>, PSAT, PSLF, three-phase dynamic models</a:t>
                      </a:r>
                    </a:p>
                  </a:txBody>
                  <a:tcPr marL="80821" marR="80821" marT="40410" marB="404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 err="1"/>
                        <a:t>OpenDSS</a:t>
                      </a:r>
                      <a:r>
                        <a:rPr lang="en-US" sz="1800" dirty="0"/>
                        <a:t>, </a:t>
                      </a:r>
                      <a:r>
                        <a:rPr lang="en-US" sz="1800" dirty="0" err="1"/>
                        <a:t>GridLAB</a:t>
                      </a:r>
                      <a:r>
                        <a:rPr lang="en-US" sz="1800" dirty="0"/>
                        <a:t>-D, EMT/</a:t>
                      </a:r>
                      <a:r>
                        <a:rPr lang="en-US" sz="1800" dirty="0" err="1"/>
                        <a:t>OpenDSS</a:t>
                      </a:r>
                      <a:r>
                        <a:rPr lang="en-US" sz="1800" dirty="0"/>
                        <a:t>, three-phase models</a:t>
                      </a:r>
                    </a:p>
                  </a:txBody>
                  <a:tcPr marL="80821" marR="80821" marT="40410" marB="404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/>
                        <a:t>IEEE 9/39-bus or WECC systems coupled with feeders from 8 buses to thousands of nodes</a:t>
                      </a:r>
                    </a:p>
                  </a:txBody>
                  <a:tcPr marL="80821" marR="80821" marT="40410" marB="404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3527956"/>
                  </a:ext>
                </a:extLst>
              </a:tr>
              <a:tr h="596094">
                <a:tc>
                  <a:txBody>
                    <a:bodyPr/>
                    <a:lstStyle/>
                    <a:p>
                      <a:pPr marL="0" marR="0" lvl="0" indent="0" algn="ctr" defTabSz="9120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[16-17]</a:t>
                      </a:r>
                    </a:p>
                  </a:txBody>
                  <a:tcPr marL="80821" marR="80821" marT="40410" marB="404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/>
                        <a:t>Distribution dynamic</a:t>
                      </a:r>
                    </a:p>
                  </a:txBody>
                  <a:tcPr marL="80821" marR="80821" marT="40410" marB="404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/>
                        <a:t>No explicit transmission model</a:t>
                      </a:r>
                    </a:p>
                  </a:txBody>
                  <a:tcPr marL="80821" marR="80821" marT="40410" marB="404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 err="1"/>
                        <a:t>GridLAB</a:t>
                      </a:r>
                      <a:r>
                        <a:rPr lang="en-US" sz="1800" dirty="0"/>
                        <a:t>-D, EMT/</a:t>
                      </a:r>
                      <a:r>
                        <a:rPr lang="en-US" sz="1800" dirty="0" err="1"/>
                        <a:t>OpenDSS</a:t>
                      </a:r>
                      <a:endParaRPr lang="en-US" sz="1800" dirty="0"/>
                    </a:p>
                  </a:txBody>
                  <a:tcPr marL="80821" marR="80821" marT="40410" marB="404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nl-NL" sz="1800" dirty="0"/>
                        <a:t>IEEE 123-node/IEEE 8500-node feeders</a:t>
                      </a:r>
                    </a:p>
                  </a:txBody>
                  <a:tcPr marL="80821" marR="80821" marT="40410" marB="404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3426876"/>
                  </a:ext>
                </a:extLst>
              </a:tr>
              <a:tr h="1635209">
                <a:tc>
                  <a:txBody>
                    <a:bodyPr/>
                    <a:lstStyle/>
                    <a:p>
                      <a:pPr marL="0" marR="0" lvl="0" indent="0" algn="ctr" defTabSz="9120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[18]</a:t>
                      </a:r>
                    </a:p>
                  </a:txBody>
                  <a:tcPr marL="80821" marR="80821" marT="40410" marB="404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3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/>
                        <a:t>Selected Framework</a:t>
                      </a:r>
                    </a:p>
                  </a:txBody>
                  <a:tcPr marL="80821" marR="80821" marT="40410" marB="404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3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/>
                        <a:t>ANDES</a:t>
                      </a:r>
                    </a:p>
                  </a:txBody>
                  <a:tcPr marL="80821" marR="80821" marT="40410" marB="404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3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 err="1"/>
                        <a:t>OpenDSS</a:t>
                      </a:r>
                      <a:endParaRPr lang="en-US" sz="1800" dirty="0"/>
                    </a:p>
                  </a:txBody>
                  <a:tcPr marL="80821" marR="80821" marT="40410" marB="404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3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rgbClr val="C00000"/>
                          </a:solidFill>
                        </a:rPr>
                        <a:t>ACTIVSg2000</a:t>
                      </a:r>
                      <a:r>
                        <a:rPr lang="en-US" sz="1800" dirty="0"/>
                        <a:t> transmission system coupled with large scale distribution networks with over </a:t>
                      </a:r>
                      <a:r>
                        <a:rPr lang="en-US" sz="1800" dirty="0">
                          <a:solidFill>
                            <a:srgbClr val="C00000"/>
                          </a:solidFill>
                        </a:rPr>
                        <a:t>one million nodes</a:t>
                      </a:r>
                    </a:p>
                  </a:txBody>
                  <a:tcPr marL="80821" marR="80821" marT="40410" marB="404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3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7055018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D556763B-22CC-02F2-7D30-21C1F04CCEC8}"/>
              </a:ext>
            </a:extLst>
          </p:cNvPr>
          <p:cNvSpPr txBox="1"/>
          <p:nvPr/>
        </p:nvSpPr>
        <p:spPr>
          <a:xfrm>
            <a:off x="101600" y="6324600"/>
            <a:ext cx="12014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W. Wang, X. Fang, H. Cui, F. Li, Y. Liu and T. J. Overbye, "Transmission-and-Distribution Dynamic Co-Simulation Framework for Distributed Energy Resource Frequency Response," in IEEE Transactions on Smart Grid, vol. 13, no. 1, pp. 482-495, Jan. 2022, </a:t>
            </a:r>
            <a:r>
              <a:rPr lang="en-US" sz="1400" dirty="0" err="1"/>
              <a:t>doi</a:t>
            </a:r>
            <a:r>
              <a:rPr lang="en-US" sz="1400" dirty="0"/>
              <a:t>: 10.1109/TSG.2021.3118292.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8A56AEA-90A2-6367-4D34-96B2357E7AB0}"/>
              </a:ext>
            </a:extLst>
          </p:cNvPr>
          <p:cNvCxnSpPr>
            <a:cxnSpLocks/>
          </p:cNvCxnSpPr>
          <p:nvPr/>
        </p:nvCxnSpPr>
        <p:spPr>
          <a:xfrm>
            <a:off x="76200" y="1028701"/>
            <a:ext cx="1143000" cy="57149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51937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70435-087B-E673-69A5-670D73286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30DAC-5866-099A-C0B4-233280778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Methodology: HELICS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E0D5B6-A437-6116-27D6-941565782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1C2826-D48C-44C5-84F4-35AA91AE3A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20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78197FA-3622-C877-BFF1-8717AEA49E4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143000"/>
            <a:ext cx="5527653" cy="47720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D8B1BFA-3C31-1056-2A0D-D754C1BF8DB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143000"/>
            <a:ext cx="5761752" cy="262706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99ECAD2-DCE1-C20B-385C-A38B0D1608D9}"/>
              </a:ext>
            </a:extLst>
          </p:cNvPr>
          <p:cNvSpPr txBox="1"/>
          <p:nvPr/>
        </p:nvSpPr>
        <p:spPr>
          <a:xfrm>
            <a:off x="76200" y="4267200"/>
            <a:ext cx="60198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Hierarchical Engine for Large-scale Infrastructure Co-Simulation (HELICS) was developed to coordinate large-scale co-simulation studies involving power, communication, market, and end-use simulators. </a:t>
            </a:r>
          </a:p>
          <a:p>
            <a:endParaRPr lang="en-US" dirty="0">
              <a:solidFill>
                <a:srgbClr val="000000"/>
              </a:solidFill>
            </a:endParaRPr>
          </a:p>
          <a:p>
            <a:r>
              <a:rPr lang="en-US" dirty="0">
                <a:solidFill>
                  <a:srgbClr val="000000"/>
                </a:solidFill>
              </a:rPr>
              <a:t>The outer loop advances the global simulation time, whereas the inner loop exchanges boundary variables among federates at a fixed time instant</a:t>
            </a:r>
          </a:p>
        </p:txBody>
      </p:sp>
    </p:spTree>
    <p:extLst>
      <p:ext uri="{BB962C8B-B14F-4D97-AF65-F5344CB8AC3E}">
        <p14:creationId xmlns:p14="http://schemas.microsoft.com/office/powerpoint/2010/main" val="41500427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6F702-B011-9B21-71BA-74BA00852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54710-E1FF-FA83-5BA1-9ED187A6C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Methodology: Co-simulation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A1519D-C812-A46D-448B-DE5542723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1C2826-D48C-44C5-84F4-35AA91AE3A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20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2AEDE5D-3C15-7605-C04D-2221675F07B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914399"/>
            <a:ext cx="11734800" cy="1133148"/>
          </a:xfrm>
          <a:prstGeom prst="rect">
            <a:avLst/>
          </a:prstGeom>
        </p:spPr>
      </p:pic>
      <p:sp>
        <p:nvSpPr>
          <p:cNvPr id="17" name="Arrow: Curved Right 16">
            <a:extLst>
              <a:ext uri="{FF2B5EF4-FFF2-40B4-BE49-F238E27FC236}">
                <a16:creationId xmlns:a16="http://schemas.microsoft.com/office/drawing/2014/main" id="{C54D73DD-C19D-C30B-7ABC-1AEEBFEB7F7B}"/>
              </a:ext>
            </a:extLst>
          </p:cNvPr>
          <p:cNvSpPr/>
          <p:nvPr/>
        </p:nvSpPr>
        <p:spPr>
          <a:xfrm>
            <a:off x="609600" y="2139220"/>
            <a:ext cx="381000" cy="675947"/>
          </a:xfrm>
          <a:prstGeom prst="curvedRightArrow">
            <a:avLst>
              <a:gd name="adj1" fmla="val 25000"/>
              <a:gd name="adj2" fmla="val 50000"/>
              <a:gd name="adj3" fmla="val 27264"/>
            </a:avLst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0A213D2-10E6-95F8-8B0E-72BA19F8E38A}"/>
                  </a:ext>
                </a:extLst>
              </p:cNvPr>
              <p:cNvSpPr txBox="1"/>
              <p:nvPr/>
            </p:nvSpPr>
            <p:spPr>
              <a:xfrm>
                <a:off x="225467" y="2560866"/>
                <a:ext cx="5410199" cy="7386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0=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0A213D2-10E6-95F8-8B0E-72BA19F8E3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467" y="2560866"/>
                <a:ext cx="5410199" cy="738664"/>
              </a:xfrm>
              <a:prstGeom prst="rect">
                <a:avLst/>
              </a:prstGeom>
              <a:blipFill>
                <a:blip r:embed="rId4"/>
                <a:stretch>
                  <a:fillRect b="-190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B5CE691-C8AC-6D49-19AC-FAF5A2B1CC30}"/>
                  </a:ext>
                </a:extLst>
              </p:cNvPr>
              <p:cNvSpPr txBox="1"/>
              <p:nvPr/>
            </p:nvSpPr>
            <p:spPr>
              <a:xfrm>
                <a:off x="6400225" y="2560866"/>
                <a:ext cx="5619648" cy="863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0=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B5CE691-C8AC-6D49-19AC-FAF5A2B1CC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225" y="2560866"/>
                <a:ext cx="5619648" cy="863441"/>
              </a:xfrm>
              <a:prstGeom prst="rect">
                <a:avLst/>
              </a:prstGeom>
              <a:blipFill>
                <a:blip r:embed="rId5"/>
                <a:stretch>
                  <a:fillRect b="-70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6964DB8-D4C4-7C4B-D746-BEC7DEF9B295}"/>
                  </a:ext>
                </a:extLst>
              </p:cNvPr>
              <p:cNvSpPr txBox="1"/>
              <p:nvPr/>
            </p:nvSpPr>
            <p:spPr>
              <a:xfrm>
                <a:off x="3248076" y="4419600"/>
                <a:ext cx="5619648" cy="15540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𝑎𝑏𝑐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sz="2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sup>
                        <m:e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𝑎𝑏𝑐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6964DB8-D4C4-7C4B-D746-BEC7DEF9B2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8076" y="4419600"/>
                <a:ext cx="5619648" cy="155401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Arrow: Curved Left 26">
            <a:extLst>
              <a:ext uri="{FF2B5EF4-FFF2-40B4-BE49-F238E27FC236}">
                <a16:creationId xmlns:a16="http://schemas.microsoft.com/office/drawing/2014/main" id="{6234DCF2-E464-B6F0-3F42-48FAD0047B0E}"/>
              </a:ext>
            </a:extLst>
          </p:cNvPr>
          <p:cNvSpPr/>
          <p:nvPr/>
        </p:nvSpPr>
        <p:spPr>
          <a:xfrm>
            <a:off x="10896600" y="1865869"/>
            <a:ext cx="381000" cy="675947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DA418E3-6310-6BCC-FB62-FC94E3CC8F09}"/>
                  </a:ext>
                </a:extLst>
              </p:cNvPr>
              <p:cNvSpPr txBox="1"/>
              <p:nvPr/>
            </p:nvSpPr>
            <p:spPr>
              <a:xfrm>
                <a:off x="628650" y="3604637"/>
                <a:ext cx="10982325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dirty="0"/>
                  <a:t> denotes the transmission dynamic states,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dirty="0"/>
                  <a:t> is the algebraic variables,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dirty="0"/>
                  <a:t> is the boundary input received from the distribution feeder,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dirty="0"/>
                  <a:t> is the model parameters. Same definition can be applied to the distribution system.</a:t>
                </a: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DA418E3-6310-6BCC-FB62-FC94E3CC8F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3604637"/>
                <a:ext cx="10982325" cy="923330"/>
              </a:xfrm>
              <a:prstGeom prst="rect">
                <a:avLst/>
              </a:prstGeom>
              <a:blipFill>
                <a:blip r:embed="rId7"/>
                <a:stretch>
                  <a:fillRect l="-444" t="-3289" r="-111"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E89A549-DF9A-2745-1F05-AA60049F7C7E}"/>
                  </a:ext>
                </a:extLst>
              </p:cNvPr>
              <p:cNvSpPr txBox="1"/>
              <p:nvPr/>
            </p:nvSpPr>
            <p:spPr>
              <a:xfrm>
                <a:off x="604837" y="5943600"/>
                <a:ext cx="10982325" cy="6585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𝑎𝑏𝑐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 is the three-phase interface voltage supplied to feeder k,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𝑎𝑏𝑐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 is the three-phase complex power drawn by feeder k,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dirty="0"/>
                  <a:t> is the number of coupled feeders.</a:t>
                </a: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E89A549-DF9A-2745-1F05-AA60049F7C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837" y="5943600"/>
                <a:ext cx="10982325" cy="658514"/>
              </a:xfrm>
              <a:prstGeom prst="rect">
                <a:avLst/>
              </a:prstGeom>
              <a:blipFill>
                <a:blip r:embed="rId8"/>
                <a:stretch>
                  <a:fillRect l="-444" t="-4630" b="-13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1836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CD34C-ADA7-7893-2B8B-D5531B4E8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1D873-32FB-0159-7C32-5F090211A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Methodology: Motor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5C26C9-A031-1E3E-FBF7-036825B27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1C2826-D48C-44C5-84F4-35AA91AE3A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20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39E2022-E0BB-3AD4-008A-2903B7066766}"/>
                  </a:ext>
                </a:extLst>
              </p:cNvPr>
              <p:cNvSpPr txBox="1"/>
              <p:nvPr/>
            </p:nvSpPr>
            <p:spPr>
              <a:xfrm>
                <a:off x="0" y="4179634"/>
                <a:ext cx="4648200" cy="1255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tan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⁡[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𝑐𝑜𝑠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𝑐𝑜𝑚𝑝𝑃𝐹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)]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39E2022-E0BB-3AD4-008A-2903B70667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179634"/>
                <a:ext cx="4648200" cy="1255665"/>
              </a:xfrm>
              <a:prstGeom prst="rect">
                <a:avLst/>
              </a:prstGeom>
              <a:blipFill>
                <a:blip r:embed="rId3"/>
                <a:stretch>
                  <a:fillRect b="-48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508560D-5A57-D7D4-24D2-C9F783802294}"/>
                  </a:ext>
                </a:extLst>
              </p:cNvPr>
              <p:cNvSpPr txBox="1"/>
              <p:nvPr/>
            </p:nvSpPr>
            <p:spPr>
              <a:xfrm>
                <a:off x="266700" y="5615028"/>
                <a:ext cx="11315700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is the motor component,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is the remaining static component,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dirty="0"/>
                  <a:t> is the motor fraction,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𝑠𝑡𝑎𝑙𝑙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𝑠𝑡𝑎𝑙𝑙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are the equivalent conductance and susceptance,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𝑠𝑡𝑎𝑙𝑙</m:t>
                        </m:r>
                      </m:sub>
                    </m:sSub>
                  </m:oMath>
                </a14:m>
                <a:r>
                  <a:rPr lang="en-US" dirty="0"/>
                  <a:t> is the stalled voltage threshold,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𝑠𝑡𝑎𝑙𝑙</m:t>
                        </m:r>
                      </m:sub>
                    </m:sSub>
                  </m:oMath>
                </a14:m>
                <a:r>
                  <a:rPr lang="en-US" dirty="0"/>
                  <a:t> is the stall delay,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𝑟𝑠𝑡</m:t>
                        </m:r>
                      </m:sub>
                    </m:sSub>
                  </m:oMath>
                </a14:m>
                <a:r>
                  <a:rPr lang="en-US" dirty="0"/>
                  <a:t> is the restart voltage threshold,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𝑟𝑠𝑡</m:t>
                        </m:r>
                      </m:sub>
                    </m:sSub>
                  </m:oMath>
                </a14:m>
                <a:r>
                  <a:rPr lang="en-US" dirty="0"/>
                  <a:t> is the delay,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𝑐𝑜𝑚𝑝𝑃𝐹</m:t>
                    </m:r>
                  </m:oMath>
                </a14:m>
                <a:r>
                  <a:rPr lang="en-US" dirty="0"/>
                  <a:t> is the compressor motor operating power factor.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508560D-5A57-D7D4-24D2-C9F7838022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00" y="5615028"/>
                <a:ext cx="11315700" cy="1200329"/>
              </a:xfrm>
              <a:prstGeom prst="rect">
                <a:avLst/>
              </a:prstGeom>
              <a:blipFill>
                <a:blip r:embed="rId4"/>
                <a:stretch>
                  <a:fillRect l="-485" t="-2538" r="-700" b="-71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2EAE9758-B85C-974F-77C9-442EECD2C1DD}"/>
              </a:ext>
            </a:extLst>
          </p:cNvPr>
          <p:cNvGrpSpPr/>
          <p:nvPr/>
        </p:nvGrpSpPr>
        <p:grpSpPr>
          <a:xfrm>
            <a:off x="594360" y="1447800"/>
            <a:ext cx="2606040" cy="2438400"/>
            <a:chOff x="365760" y="1447800"/>
            <a:chExt cx="2606040" cy="2438400"/>
          </a:xfrm>
        </p:grpSpPr>
        <p:sp>
          <p:nvSpPr>
            <p:cNvPr id="11" name="Partial Circle 10">
              <a:extLst>
                <a:ext uri="{FF2B5EF4-FFF2-40B4-BE49-F238E27FC236}">
                  <a16:creationId xmlns:a16="http://schemas.microsoft.com/office/drawing/2014/main" id="{C35C912A-ECD6-9BA1-A768-2437478F01D5}"/>
                </a:ext>
              </a:extLst>
            </p:cNvPr>
            <p:cNvSpPr/>
            <p:nvPr/>
          </p:nvSpPr>
          <p:spPr>
            <a:xfrm>
              <a:off x="365760" y="1447800"/>
              <a:ext cx="2438400" cy="2438400"/>
            </a:xfrm>
            <a:prstGeom prst="pie">
              <a:avLst>
                <a:gd name="adj1" fmla="val 5400000"/>
                <a:gd name="adj2" fmla="val 16200000"/>
              </a:avLst>
            </a:prstGeom>
            <a:solidFill>
              <a:srgbClr val="00B0F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2" name="Partial Circle 11">
              <a:extLst>
                <a:ext uri="{FF2B5EF4-FFF2-40B4-BE49-F238E27FC236}">
                  <a16:creationId xmlns:a16="http://schemas.microsoft.com/office/drawing/2014/main" id="{C02BC1C1-268A-FEE4-1274-F147CEA11BDE}"/>
                </a:ext>
              </a:extLst>
            </p:cNvPr>
            <p:cNvSpPr/>
            <p:nvPr/>
          </p:nvSpPr>
          <p:spPr>
            <a:xfrm rot="10800000">
              <a:off x="533400" y="1447800"/>
              <a:ext cx="2438400" cy="2438400"/>
            </a:xfrm>
            <a:prstGeom prst="pie">
              <a:avLst>
                <a:gd name="adj1" fmla="val 5400000"/>
                <a:gd name="adj2" fmla="val 16200000"/>
              </a:avLst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5412BED5-8CDB-2B84-54C2-BB0B487859A9}"/>
              </a:ext>
            </a:extLst>
          </p:cNvPr>
          <p:cNvSpPr txBox="1"/>
          <p:nvPr/>
        </p:nvSpPr>
        <p:spPr>
          <a:xfrm>
            <a:off x="908685" y="2017752"/>
            <a:ext cx="76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Static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7D9578F-667E-8BF3-69DA-2123F99734D6}"/>
                  </a:ext>
                </a:extLst>
              </p:cNvPr>
              <p:cNvSpPr txBox="1"/>
              <p:nvPr/>
            </p:nvSpPr>
            <p:spPr>
              <a:xfrm>
                <a:off x="761999" y="2501125"/>
                <a:ext cx="98488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1−</m:t>
                      </m:r>
                      <m:sSub>
                        <m:sSub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7D9578F-667E-8BF3-69DA-2123F99734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999" y="2501125"/>
                <a:ext cx="98488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B24ECFC5-C4C0-E20F-EC91-86FBE1342304}"/>
              </a:ext>
            </a:extLst>
          </p:cNvPr>
          <p:cNvSpPr txBox="1"/>
          <p:nvPr/>
        </p:nvSpPr>
        <p:spPr>
          <a:xfrm>
            <a:off x="2014536" y="2017752"/>
            <a:ext cx="11020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Motor D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11A9E53-1D1B-0568-2BE1-8200F4A66D0F}"/>
                  </a:ext>
                </a:extLst>
              </p:cNvPr>
              <p:cNvSpPr txBox="1"/>
              <p:nvPr/>
            </p:nvSpPr>
            <p:spPr>
              <a:xfrm>
                <a:off x="2014536" y="2501125"/>
                <a:ext cx="98488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11A9E53-1D1B-0568-2BE1-8200F4A66D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4536" y="2501125"/>
                <a:ext cx="984886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D8E95C2F-BEE7-E9D4-885F-D2D9DA04239F}"/>
              </a:ext>
            </a:extLst>
          </p:cNvPr>
          <p:cNvSpPr txBox="1"/>
          <p:nvPr/>
        </p:nvSpPr>
        <p:spPr>
          <a:xfrm>
            <a:off x="1295400" y="978158"/>
            <a:ext cx="1295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Load split</a:t>
            </a:r>
          </a:p>
        </p:txBody>
      </p:sp>
      <p:sp>
        <p:nvSpPr>
          <p:cNvPr id="22" name="Arrow: Down 21">
            <a:extLst>
              <a:ext uri="{FF2B5EF4-FFF2-40B4-BE49-F238E27FC236}">
                <a16:creationId xmlns:a16="http://schemas.microsoft.com/office/drawing/2014/main" id="{071BC0E6-5FB0-55D5-ABC8-279A03C68FA6}"/>
              </a:ext>
            </a:extLst>
          </p:cNvPr>
          <p:cNvSpPr/>
          <p:nvPr/>
        </p:nvSpPr>
        <p:spPr>
          <a:xfrm rot="16200000">
            <a:off x="3629629" y="2371167"/>
            <a:ext cx="228600" cy="629248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BC50560-4659-EE09-0512-7A26B647F965}"/>
                  </a:ext>
                </a:extLst>
              </p:cNvPr>
              <p:cNvSpPr txBox="1"/>
              <p:nvPr/>
            </p:nvSpPr>
            <p:spPr>
              <a:xfrm>
                <a:off x="4648200" y="4022636"/>
                <a:ext cx="2362200" cy="15696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𝑠𝑡𝑎𝑙𝑙</m:t>
                          </m:r>
                        </m:sub>
                      </m:sSub>
                    </m:oMath>
                  </m:oMathPara>
                </a14:m>
                <a:endParaRPr lang="en-US" sz="2400" b="0" i="1" dirty="0"/>
              </a:p>
              <a:p>
                <a:r>
                  <a:rPr lang="en-US" sz="2400" dirty="0"/>
                  <a:t>For</a:t>
                </a:r>
                <a:endParaRPr lang="en-US" sz="2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𝑠𝑡𝑎𝑙𝑙</m:t>
                          </m:r>
                        </m:sub>
                      </m:sSub>
                    </m:oMath>
                  </m:oMathPara>
                </a14:m>
                <a:endParaRPr lang="en-US" sz="2400" b="0" dirty="0"/>
              </a:p>
              <a:p>
                <a:endParaRPr lang="en-US" sz="2400" b="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BC50560-4659-EE09-0512-7A26B647F9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8200" y="4022636"/>
                <a:ext cx="2362200" cy="1569660"/>
              </a:xfrm>
              <a:prstGeom prst="rect">
                <a:avLst/>
              </a:prstGeom>
              <a:blipFill>
                <a:blip r:embed="rId7"/>
                <a:stretch>
                  <a:fillRect l="-41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E9B1770B-6A24-A9DF-A572-A476162A341F}"/>
              </a:ext>
            </a:extLst>
          </p:cNvPr>
          <p:cNvSpPr txBox="1"/>
          <p:nvPr/>
        </p:nvSpPr>
        <p:spPr>
          <a:xfrm>
            <a:off x="4915205" y="978158"/>
            <a:ext cx="1447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Stall trigger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07856D6C-BE31-1942-B356-7EC80A4B8A8A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3084" y="1432432"/>
            <a:ext cx="3048000" cy="2542761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608729C8-A8E0-0FEC-C6E6-C5EAFC069210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9186" y="1891677"/>
            <a:ext cx="1218895" cy="1218895"/>
          </a:xfrm>
          <a:prstGeom prst="rect">
            <a:avLst/>
          </a:prstGeom>
        </p:spPr>
      </p:pic>
      <p:sp>
        <p:nvSpPr>
          <p:cNvPr id="31" name="Arrow: Down 30">
            <a:extLst>
              <a:ext uri="{FF2B5EF4-FFF2-40B4-BE49-F238E27FC236}">
                <a16:creationId xmlns:a16="http://schemas.microsoft.com/office/drawing/2014/main" id="{0FE69D7A-B096-91A0-CB6F-7F3DAAD3401E}"/>
              </a:ext>
            </a:extLst>
          </p:cNvPr>
          <p:cNvSpPr/>
          <p:nvPr/>
        </p:nvSpPr>
        <p:spPr>
          <a:xfrm rot="16200000">
            <a:off x="7363429" y="2417927"/>
            <a:ext cx="228600" cy="629248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5B27195-2E3E-16C7-4737-0368D33FE0D3}"/>
              </a:ext>
            </a:extLst>
          </p:cNvPr>
          <p:cNvSpPr txBox="1"/>
          <p:nvPr/>
        </p:nvSpPr>
        <p:spPr>
          <a:xfrm>
            <a:off x="8034733" y="978158"/>
            <a:ext cx="1447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Motor stall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F552204-F4C2-6FAC-7506-13E45143DE98}"/>
                  </a:ext>
                </a:extLst>
              </p:cNvPr>
              <p:cNvSpPr txBox="1"/>
              <p:nvPr/>
            </p:nvSpPr>
            <p:spPr>
              <a:xfrm>
                <a:off x="7163105" y="4011150"/>
                <a:ext cx="3048000" cy="15696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𝑠𝑡𝑎𝑙𝑙</m:t>
                          </m:r>
                        </m:sub>
                      </m:sSub>
                    </m:oMath>
                  </m:oMathPara>
                </a14:m>
                <a:endParaRPr lang="en-US" sz="2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𝑠𝑡𝑎𝑙𝑙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𝑠𝑡𝑎𝑙𝑙</m:t>
                          </m:r>
                        </m:sub>
                      </m:sSub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𝑠𝑡𝑎𝑙𝑙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𝑠𝑡𝑎𝑙𝑙</m:t>
                          </m:r>
                        </m:sub>
                      </m:sSub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400" b="0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F552204-F4C2-6FAC-7506-13E45143DE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3105" y="4011150"/>
                <a:ext cx="3048000" cy="156966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Arrow: Down 33">
            <a:extLst>
              <a:ext uri="{FF2B5EF4-FFF2-40B4-BE49-F238E27FC236}">
                <a16:creationId xmlns:a16="http://schemas.microsoft.com/office/drawing/2014/main" id="{3AA341A7-9202-5651-0920-7B68C2D964DB}"/>
              </a:ext>
            </a:extLst>
          </p:cNvPr>
          <p:cNvSpPr/>
          <p:nvPr/>
        </p:nvSpPr>
        <p:spPr>
          <a:xfrm rot="16200000">
            <a:off x="9782181" y="2450799"/>
            <a:ext cx="228600" cy="629248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F951FAFF-109B-B899-BB1B-5A5E7786A244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2505" y="1463874"/>
            <a:ext cx="1980895" cy="1980895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5B68196A-21E4-9CAE-5885-85CA9A6A5392}"/>
              </a:ext>
            </a:extLst>
          </p:cNvPr>
          <p:cNvSpPr txBox="1"/>
          <p:nvPr/>
        </p:nvSpPr>
        <p:spPr>
          <a:xfrm>
            <a:off x="10422333" y="1007507"/>
            <a:ext cx="1447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Thermal trip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92E2CE1B-E3FE-333C-D2A1-49F9BA91A803}"/>
                  </a:ext>
                </a:extLst>
              </p:cNvPr>
              <p:cNvSpPr txBox="1"/>
              <p:nvPr/>
            </p:nvSpPr>
            <p:spPr>
              <a:xfrm>
                <a:off x="10058401" y="3965849"/>
                <a:ext cx="2133600" cy="15696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𝑟𝑠𝑡</m:t>
                          </m:r>
                        </m:sub>
                      </m:sSub>
                    </m:oMath>
                  </m:oMathPara>
                </a14:m>
                <a:endParaRPr lang="en-US" sz="2400" b="0" dirty="0"/>
              </a:p>
              <a:p>
                <a:r>
                  <a:rPr lang="en-US" sz="2400" b="0" dirty="0"/>
                  <a:t>For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𝑟𝑠𝑡</m:t>
                          </m:r>
                        </m:sub>
                      </m:sSub>
                    </m:oMath>
                  </m:oMathPara>
                </a14:m>
                <a:endParaRPr lang="en-US" sz="2400" b="0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92E2CE1B-E3FE-333C-D2A1-49F9BA91A8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8401" y="3965849"/>
                <a:ext cx="2133600" cy="1569660"/>
              </a:xfrm>
              <a:prstGeom prst="rect">
                <a:avLst/>
              </a:prstGeom>
              <a:blipFill>
                <a:blip r:embed="rId12"/>
                <a:stretch>
                  <a:fillRect l="-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308981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B7C2C6-9066-1797-FABD-C3DCFDCF1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F64390D7-8096-1BF8-8E55-79528891535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0913" y="914399"/>
            <a:ext cx="4648561" cy="36213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2499B47-6A32-D59F-2E98-3CD549DED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Case Studies: validation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C2B138-4C18-9B0F-AADB-521286925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1C2826-D48C-44C5-84F4-35AA91AE3A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20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C3F7D97F-467F-EA99-5464-CCCBF2F4F2E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9582307"/>
              </p:ext>
            </p:extLst>
          </p:nvPr>
        </p:nvGraphicFramePr>
        <p:xfrm>
          <a:off x="0" y="1142999"/>
          <a:ext cx="3944471" cy="30480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4" imgW="7543552" imgH="5829095" progId="Acrobat.Document.DC">
                  <p:embed/>
                </p:oleObj>
              </mc:Choice>
              <mc:Fallback>
                <p:oleObj name="Acrobat Document" r:id="rId4" imgW="7543552" imgH="5829095" progId="Acrobat.Document.DC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C3F7D97F-467F-EA99-5464-CCCBF2F4F2E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0" y="1142999"/>
                        <a:ext cx="3944471" cy="30480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93DDFE-62AF-C98B-63F5-5222C9F8EB18}"/>
              </a:ext>
            </a:extLst>
          </p:cNvPr>
          <p:cNvSpPr txBox="1">
            <a:spLocks/>
          </p:cNvSpPr>
          <p:nvPr/>
        </p:nvSpPr>
        <p:spPr>
          <a:xfrm>
            <a:off x="845773" y="4180132"/>
            <a:ext cx="1958387" cy="391953"/>
          </a:xfrm>
          <a:prstGeom prst="rect">
            <a:avLst/>
          </a:prstGeom>
        </p:spPr>
        <p:txBody>
          <a:bodyPr vert="horz" lIns="91205" tIns="45604" rIns="91205" bIns="45604" rtlCol="0">
            <a:normAutofit/>
          </a:bodyPr>
          <a:lstStyle>
            <a:lvl1pPr marL="342019" indent="-342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1038" indent="-285013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006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6090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21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0814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64166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019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762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205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Arial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IEEE 118-bus system*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331AB17-317A-D1B8-ADBA-27B6ED47E33C}"/>
              </a:ext>
            </a:extLst>
          </p:cNvPr>
          <p:cNvSpPr txBox="1">
            <a:spLocks/>
          </p:cNvSpPr>
          <p:nvPr/>
        </p:nvSpPr>
        <p:spPr>
          <a:xfrm>
            <a:off x="4401479" y="4168845"/>
            <a:ext cx="2270583" cy="323476"/>
          </a:xfrm>
          <a:prstGeom prst="rect">
            <a:avLst/>
          </a:prstGeom>
        </p:spPr>
        <p:txBody>
          <a:bodyPr vert="horz" lIns="91205" tIns="45604" rIns="91205" bIns="45604" rtlCol="0">
            <a:normAutofit/>
          </a:bodyPr>
          <a:lstStyle>
            <a:lvl1pPr marL="342019" indent="-342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1038" indent="-285013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006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6090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21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0814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64166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019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762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205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Arial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IEEE 8500-nodes system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EA4A2B1-2114-ED03-010E-3CF277CBF971}"/>
                  </a:ext>
                </a:extLst>
              </p:cNvPr>
              <p:cNvSpPr txBox="1"/>
              <p:nvPr/>
            </p:nvSpPr>
            <p:spPr>
              <a:xfrm>
                <a:off x="556852" y="4630973"/>
                <a:ext cx="6096000" cy="17598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solidFill>
                      <a:srgbClr val="000000"/>
                    </a:solidFill>
                  </a:rPr>
                  <a:t>Compare the same systems with against of </a:t>
                </a:r>
                <a:r>
                  <a:rPr lang="en-US" dirty="0" err="1">
                    <a:solidFill>
                      <a:srgbClr val="000000"/>
                    </a:solidFill>
                  </a:rPr>
                  <a:t>GridPACK</a:t>
                </a:r>
                <a:r>
                  <a:rPr lang="en-US" dirty="0">
                    <a:solidFill>
                      <a:srgbClr val="000000"/>
                    </a:solidFill>
                  </a:rPr>
                  <a:t>-</a:t>
                </a:r>
                <a:r>
                  <a:rPr lang="en-US" dirty="0" err="1">
                    <a:solidFill>
                      <a:srgbClr val="000000"/>
                    </a:solidFill>
                  </a:rPr>
                  <a:t>GridLAB</a:t>
                </a:r>
                <a:r>
                  <a:rPr lang="en-US" dirty="0">
                    <a:solidFill>
                      <a:srgbClr val="000000"/>
                    </a:solidFill>
                  </a:rPr>
                  <a:t>-D-HELICS. </a:t>
                </a:r>
              </a:p>
              <a:p>
                <a:r>
                  <a:rPr lang="en-US" b="0" i="0" u="none" strike="noStrike" baseline="0" dirty="0">
                    <a:solidFill>
                      <a:srgbClr val="000000"/>
                    </a:solidFill>
                  </a:rPr>
                  <a:t>While the transmission responses are identical, the distribution side </a:t>
                </a:r>
                <a:r>
                  <a:rPr lang="en-US" dirty="0">
                    <a:solidFill>
                      <a:srgbClr val="000000"/>
                    </a:solidFill>
                  </a:rPr>
                  <a:t>error is within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−4</m:t>
                        </m:r>
                      </m:sup>
                    </m:sSup>
                  </m:oMath>
                </a14:m>
                <a:r>
                  <a:rPr lang="en-US" b="0" i="0" u="none" strike="noStrike" baseline="0" dirty="0">
                    <a:solidFill>
                      <a:srgbClr val="000000"/>
                    </a:solidFill>
                  </a:rPr>
                  <a:t>, which demonstrates the accuracy of the proposed T&amp;D dynamic co-simulation framework. </a:t>
                </a:r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EA4A2B1-2114-ED03-010E-3CF277CBF9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852" y="4630973"/>
                <a:ext cx="6096000" cy="1759841"/>
              </a:xfrm>
              <a:prstGeom prst="rect">
                <a:avLst/>
              </a:prstGeom>
              <a:blipFill>
                <a:blip r:embed="rId6"/>
                <a:stretch>
                  <a:fillRect l="-800" t="-2083" b="-48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34A1D004-15D0-EEBC-0578-B7B6AE068444}"/>
              </a:ext>
            </a:extLst>
          </p:cNvPr>
          <p:cNvSpPr txBox="1"/>
          <p:nvPr/>
        </p:nvSpPr>
        <p:spPr>
          <a:xfrm>
            <a:off x="556852" y="6386203"/>
            <a:ext cx="22473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* </a:t>
            </a:r>
            <a:r>
              <a:rPr lang="en-US" sz="1400" dirty="0"/>
              <a:t>IIT Power Group, 2003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.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3030362-1A5A-E6B2-F580-E3FD17E9D6F1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8363"/>
          <a:stretch>
            <a:fillRect/>
          </a:stretch>
        </p:blipFill>
        <p:spPr>
          <a:xfrm>
            <a:off x="6852474" y="1002066"/>
            <a:ext cx="4784971" cy="318893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5BB5A02-762D-AF23-DB6D-6D75B4A33265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3199" y="4103251"/>
            <a:ext cx="5311775" cy="2549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3700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E3120-DC71-E55B-A7F9-0B34F44C0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070BD-A5F2-7300-967E-2F82AF9AF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Case Study: Test System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159D81-8DA7-1242-E394-0856ABCBC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1C2826-D48C-44C5-84F4-35AA91AE3A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20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26AB9EA-819F-BEF7-3616-AFA1748EC4B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240706"/>
            <a:ext cx="5029200" cy="463160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4F9576C-FC97-0540-D973-B4AAE3B20DF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400" y="1104900"/>
            <a:ext cx="5152821" cy="4648200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1FCD52A8-8D77-ADD4-52B4-5D226627A444}"/>
              </a:ext>
            </a:extLst>
          </p:cNvPr>
          <p:cNvSpPr txBox="1">
            <a:spLocks/>
          </p:cNvSpPr>
          <p:nvPr/>
        </p:nvSpPr>
        <p:spPr>
          <a:xfrm>
            <a:off x="533400" y="5935860"/>
            <a:ext cx="5486400" cy="578354"/>
          </a:xfrm>
          <a:prstGeom prst="rect">
            <a:avLst/>
          </a:prstGeom>
        </p:spPr>
        <p:txBody>
          <a:bodyPr vert="horz" lIns="91205" tIns="45604" rIns="91205" bIns="45604" rtlCol="0">
            <a:normAutofit/>
          </a:bodyPr>
          <a:lstStyle>
            <a:lvl1pPr marL="342019" indent="-342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1038" indent="-285013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006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6090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21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0814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64166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019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762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205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Arial" pitchFamily="34" charset="0"/>
              <a:buNone/>
              <a:tabLst/>
              <a:defRPr/>
            </a:pP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IEEE 14-bus system with dynamic data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1965036-4D59-688A-FB98-77AAAB3ACD66}"/>
              </a:ext>
            </a:extLst>
          </p:cNvPr>
          <p:cNvSpPr txBox="1">
            <a:spLocks/>
          </p:cNvSpPr>
          <p:nvPr/>
        </p:nvSpPr>
        <p:spPr>
          <a:xfrm>
            <a:off x="6248400" y="5935860"/>
            <a:ext cx="5486400" cy="578354"/>
          </a:xfrm>
          <a:prstGeom prst="rect">
            <a:avLst/>
          </a:prstGeom>
        </p:spPr>
        <p:txBody>
          <a:bodyPr vert="horz" lIns="91205" tIns="45604" rIns="91205" bIns="45604" rtlCol="0">
            <a:normAutofit fontScale="92500"/>
          </a:bodyPr>
          <a:lstStyle>
            <a:lvl1pPr marL="342019" indent="-342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1038" indent="-285013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006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6090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21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0814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64166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019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762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205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Arial" pitchFamily="34" charset="0"/>
              <a:buNone/>
              <a:tabLst/>
              <a:defRPr/>
            </a:pP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IEEE 13-nodes system with added motors</a:t>
            </a:r>
          </a:p>
        </p:txBody>
      </p:sp>
    </p:spTree>
    <p:extLst>
      <p:ext uri="{BB962C8B-B14F-4D97-AF65-F5344CB8AC3E}">
        <p14:creationId xmlns:p14="http://schemas.microsoft.com/office/powerpoint/2010/main" val="24602861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D745E-4621-6BDA-79D8-505AC9F40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17AEA-774E-E5BF-267F-6F3A5F20D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Case Study: Test System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707D60-6CF1-FDF5-346F-3B00D74CC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1C2826-D48C-44C5-84F4-35AA91AE3A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20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1EF6760-07F4-78DE-CC51-8100AE47878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046661"/>
            <a:ext cx="3174167" cy="292322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1AFD8BA-F437-65D7-DC90-8307C7BD6DB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0" y="1071470"/>
            <a:ext cx="3252190" cy="2933700"/>
          </a:xfrm>
          <a:prstGeom prst="rect">
            <a:avLst/>
          </a:prstGeom>
        </p:spPr>
      </p:pic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7AC01CC6-241A-6DDC-1553-1D9B42ECDFF9}"/>
              </a:ext>
            </a:extLst>
          </p:cNvPr>
          <p:cNvSpPr/>
          <p:nvPr/>
        </p:nvSpPr>
        <p:spPr>
          <a:xfrm>
            <a:off x="1905000" y="1219200"/>
            <a:ext cx="533400" cy="533400"/>
          </a:xfrm>
          <a:prstGeom prst="flowChartConnector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4887186-9748-A52F-B11D-DD905EE54E2B}"/>
              </a:ext>
            </a:extLst>
          </p:cNvPr>
          <p:cNvCxnSpPr>
            <a:stCxn id="5" idx="6"/>
          </p:cNvCxnSpPr>
          <p:nvPr/>
        </p:nvCxnSpPr>
        <p:spPr>
          <a:xfrm flipV="1">
            <a:off x="2438400" y="1143000"/>
            <a:ext cx="2514600" cy="34290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25B03B9-1673-2212-59B6-61F02BD62A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238847"/>
              </p:ext>
            </p:extLst>
          </p:nvPr>
        </p:nvGraphicFramePr>
        <p:xfrm>
          <a:off x="6984776" y="1848710"/>
          <a:ext cx="4597400" cy="431292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298700">
                  <a:extLst>
                    <a:ext uri="{9D8B030D-6E8A-4147-A177-3AD203B41FA5}">
                      <a16:colId xmlns:a16="http://schemas.microsoft.com/office/drawing/2014/main" val="1123080818"/>
                    </a:ext>
                  </a:extLst>
                </a:gridCol>
                <a:gridCol w="2298700">
                  <a:extLst>
                    <a:ext uri="{9D8B030D-6E8A-4147-A177-3AD203B41FA5}">
                      <a16:colId xmlns:a16="http://schemas.microsoft.com/office/drawing/2014/main" val="19151349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Item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Value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10919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Total active load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3466 kW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11619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Total reactive load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2102 </a:t>
                      </a:r>
                      <a:r>
                        <a:rPr lang="en-US" b="0" dirty="0" err="1"/>
                        <a:t>kvar</a:t>
                      </a:r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8732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Motor locations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 634, 645, 675, 611, 652, 670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85668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Maximum Motor D active load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 1911 kW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2695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Motor D active load share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0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/>
                        <a:t>55.1%</a:t>
                      </a:r>
                    </a:p>
                    <a:p>
                      <a:pPr algn="ctr"/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33570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Capacitor at Bus 675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600 </a:t>
                      </a:r>
                      <a:r>
                        <a:rPr lang="en-US" b="0" dirty="0" err="1"/>
                        <a:t>kvar</a:t>
                      </a:r>
                      <a:r>
                        <a:rPr lang="en-US" b="0" dirty="0"/>
                        <a:t>, three-phase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8023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Capacitor at Bus 611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100 </a:t>
                      </a:r>
                      <a:r>
                        <a:rPr lang="en-US" b="0" dirty="0" err="1"/>
                        <a:t>kvar</a:t>
                      </a:r>
                      <a:r>
                        <a:rPr lang="en-US" b="0" dirty="0"/>
                        <a:t>, single-phase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1207865"/>
                  </a:ext>
                </a:extLst>
              </a:tr>
            </a:tbl>
          </a:graphicData>
        </a:graphic>
      </p:graphicFrame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5BAA5BB-6A27-0A1B-E206-674616A1BFCB}"/>
              </a:ext>
            </a:extLst>
          </p:cNvPr>
          <p:cNvSpPr txBox="1">
            <a:spLocks/>
          </p:cNvSpPr>
          <p:nvPr/>
        </p:nvSpPr>
        <p:spPr>
          <a:xfrm>
            <a:off x="6909566" y="1071470"/>
            <a:ext cx="4672610" cy="693540"/>
          </a:xfrm>
          <a:prstGeom prst="rect">
            <a:avLst/>
          </a:prstGeom>
        </p:spPr>
        <p:txBody>
          <a:bodyPr vert="horz" lIns="91205" tIns="45604" rIns="91205" bIns="45604" rtlCol="0">
            <a:normAutofit fontScale="92500" lnSpcReduction="20000"/>
          </a:bodyPr>
          <a:lstStyle>
            <a:lvl1pPr marL="342019" indent="-342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1038" indent="-285013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006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6090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21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0814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64166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019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762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buClr>
                <a:srgbClr val="262626"/>
              </a:buClr>
              <a:buSzPct val="100000"/>
              <a:buNone/>
            </a:pPr>
            <a:r>
              <a:rPr lang="en-US" sz="2400" dirty="0"/>
              <a:t>Table1: Basic information of the IEEE 13-node feeder  </a:t>
            </a:r>
            <a:endParaRPr kumimoji="0" lang="en-US" sz="2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77897CF-8A19-1BE3-55B4-C06B836F493B}"/>
                  </a:ext>
                </a:extLst>
              </p:cNvPr>
              <p:cNvSpPr txBox="1"/>
              <p:nvPr/>
            </p:nvSpPr>
            <p:spPr>
              <a:xfrm>
                <a:off x="533400" y="5293774"/>
                <a:ext cx="5410199" cy="14948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𝑀𝑜𝑡𝑜𝑟𝐷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1911 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𝑘𝑊</m:t>
                      </m:r>
                    </m:oMath>
                  </m:oMathPara>
                </a14:m>
                <a:endParaRPr lang="en-US" sz="2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𝑙𝑜𝑎𝑑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3466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𝑘𝑊</m:t>
                      </m:r>
                    </m:oMath>
                  </m:oMathPara>
                </a14:m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𝑀𝑜𝑡𝑜𝑟𝐷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𝑚𝑎𝑥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𝑙𝑜𝑎𝑑</m:t>
                              </m:r>
                            </m:sub>
                          </m:sSub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1911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3466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=55.1%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77897CF-8A19-1BE3-55B4-C06B836F49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5293774"/>
                <a:ext cx="5410199" cy="149483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309478E-BAA5-2279-1159-BE4F7E1B24AE}"/>
              </a:ext>
            </a:extLst>
          </p:cNvPr>
          <p:cNvSpPr txBox="1">
            <a:spLocks/>
          </p:cNvSpPr>
          <p:nvPr/>
        </p:nvSpPr>
        <p:spPr>
          <a:xfrm>
            <a:off x="304800" y="4075918"/>
            <a:ext cx="6553200" cy="1472605"/>
          </a:xfrm>
          <a:prstGeom prst="rect">
            <a:avLst/>
          </a:prstGeom>
        </p:spPr>
        <p:txBody>
          <a:bodyPr vert="horz" lIns="91205" tIns="45604" rIns="91205" bIns="45604" rtlCol="0">
            <a:normAutofit/>
          </a:bodyPr>
          <a:lstStyle>
            <a:lvl1pPr marL="342019" indent="-342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1038" indent="-285013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006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6090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21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0814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64166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019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762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Clr>
                <a:srgbClr val="262626"/>
              </a:buClr>
              <a:buSzPct val="100000"/>
              <a:buNone/>
            </a:pPr>
            <a:r>
              <a:rPr lang="en-US" sz="2400" dirty="0">
                <a:solidFill>
                  <a:srgbClr val="262626"/>
                </a:solidFill>
              </a:rPr>
              <a:t>For each selected phase load, the original load is divided into a static component and a motor component. The maximum motor share is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82526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27861-8641-A3DE-A85C-1AD759D2D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6F55D-DDF6-5023-0A73-90968665E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Case Studies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AB93B4-F29D-B7C0-3106-3C97CE6D1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1C2826-D48C-44C5-84F4-35AA91AE3A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20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CACD833-58A5-772D-9574-EFD3F7A2A5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957390"/>
            <a:ext cx="5100084" cy="29526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EDB46D6-DC00-2B06-D2D9-0ABB446C68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712815"/>
            <a:ext cx="5306828" cy="307237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83E2502-6D55-FAAA-471E-E5EF8866BC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777" y="3776766"/>
            <a:ext cx="5085907" cy="294447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C74C556-5C3E-572A-62EF-C61B39565ADF}"/>
              </a:ext>
            </a:extLst>
          </p:cNvPr>
          <p:cNvSpPr txBox="1"/>
          <p:nvPr/>
        </p:nvSpPr>
        <p:spPr>
          <a:xfrm>
            <a:off x="6504239" y="1510400"/>
            <a:ext cx="457826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effectLst/>
                <a:latin typeface="Segoe WPC"/>
              </a:rPr>
              <a:t>The fault on voltage dip is almost the same, but higher motor share causes worse post-fault recovery.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05399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BF10C0-03D1-34FF-E0A1-577B72486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449CE-C63C-3B6A-C649-6DDF71BFB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Case Studies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84215F-7DCF-69EF-C4DD-00FCB7367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1C2826-D48C-44C5-84F4-35AA91AE3A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20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EC6FDC-FDA7-B19D-3642-1C982B9C7B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914399"/>
            <a:ext cx="4832196" cy="59436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383E13F-3FB0-EE88-F5A7-EDF5EA444E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7296" y="3013242"/>
            <a:ext cx="6684818" cy="3870158"/>
          </a:xfrm>
          <a:prstGeom prst="rect">
            <a:avLst/>
          </a:prstGeom>
        </p:spPr>
      </p:pic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9B1935AD-3241-E165-39D6-1A6D1B56A9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0866287"/>
              </p:ext>
            </p:extLst>
          </p:nvPr>
        </p:nvGraphicFramePr>
        <p:xfrm>
          <a:off x="5715000" y="1168707"/>
          <a:ext cx="5675014" cy="192024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539647">
                  <a:extLst>
                    <a:ext uri="{9D8B030D-6E8A-4147-A177-3AD203B41FA5}">
                      <a16:colId xmlns:a16="http://schemas.microsoft.com/office/drawing/2014/main" val="1123080818"/>
                    </a:ext>
                  </a:extLst>
                </a:gridCol>
                <a:gridCol w="3135367">
                  <a:extLst>
                    <a:ext uri="{9D8B030D-6E8A-4147-A177-3AD203B41FA5}">
                      <a16:colId xmlns:a16="http://schemas.microsoft.com/office/drawing/2014/main" val="1915134910"/>
                    </a:ext>
                  </a:extLst>
                </a:gridCol>
              </a:tblGrid>
              <a:tr h="261257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Item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Value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1091916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Fault Type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Three-phase to ground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1161969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Fault bus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8732716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Fault start time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1s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8566878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Fault clear time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1.08s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2695006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Fault resistance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0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/>
                        <a:t>0.0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3357057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Fault reactance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0.3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802316"/>
                  </a:ext>
                </a:extLst>
              </a:tr>
            </a:tbl>
          </a:graphicData>
        </a:graphic>
      </p:graphicFrame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05A452D5-3378-8570-FCF0-722C1EFBEE42}"/>
              </a:ext>
            </a:extLst>
          </p:cNvPr>
          <p:cNvSpPr txBox="1">
            <a:spLocks/>
          </p:cNvSpPr>
          <p:nvPr/>
        </p:nvSpPr>
        <p:spPr>
          <a:xfrm>
            <a:off x="6565715" y="850693"/>
            <a:ext cx="4296669" cy="393718"/>
          </a:xfrm>
          <a:prstGeom prst="rect">
            <a:avLst/>
          </a:prstGeom>
        </p:spPr>
        <p:txBody>
          <a:bodyPr vert="horz" lIns="91205" tIns="45604" rIns="91205" bIns="45604" rtlCol="0">
            <a:normAutofit fontScale="92500" lnSpcReduction="10000"/>
          </a:bodyPr>
          <a:lstStyle>
            <a:lvl1pPr marL="342019" indent="-342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1038" indent="-285013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006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6090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21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0814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64166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019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762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buClr>
                <a:srgbClr val="262626"/>
              </a:buClr>
              <a:buSzPct val="100000"/>
              <a:buNone/>
            </a:pP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Table2: Fault information</a:t>
            </a:r>
          </a:p>
        </p:txBody>
      </p:sp>
    </p:spTree>
    <p:extLst>
      <p:ext uri="{BB962C8B-B14F-4D97-AF65-F5344CB8AC3E}">
        <p14:creationId xmlns:p14="http://schemas.microsoft.com/office/powerpoint/2010/main" val="19534203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B7F55-31DA-E223-1486-B47FB5044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037DF2C-E852-8F8F-EF6B-3D604D3462F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3400" y="1143000"/>
            <a:ext cx="3843498" cy="3467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60E6224-F442-51E7-AF55-A3D99F09C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Case Studies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A6E2A3-145F-3F3F-BF99-99E4DC70A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1C2826-D48C-44C5-84F4-35AA91AE3A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20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323B41-19FF-ACDA-3507-B8DCF2C81C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" y="990600"/>
            <a:ext cx="8408851" cy="480505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3A83994-BCFA-EB02-F09F-E51B78755887}"/>
              </a:ext>
            </a:extLst>
          </p:cNvPr>
          <p:cNvSpPr txBox="1"/>
          <p:nvPr/>
        </p:nvSpPr>
        <p:spPr>
          <a:xfrm>
            <a:off x="457200" y="5788102"/>
            <a:ext cx="11125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Segoe WPC"/>
              </a:rPr>
              <a:t>Applying the same fault, observe that t</a:t>
            </a:r>
            <a:r>
              <a:rPr lang="en-US" b="0" i="0" dirty="0">
                <a:effectLst/>
                <a:latin typeface="Segoe WPC"/>
              </a:rPr>
              <a:t>he feeder does not recover uniformly</a:t>
            </a:r>
            <a:r>
              <a:rPr lang="en-US" dirty="0">
                <a:latin typeface="Segoe WPC"/>
              </a:rPr>
              <a:t>, </a:t>
            </a:r>
            <a:r>
              <a:rPr lang="en-US" b="0" i="0" dirty="0">
                <a:effectLst/>
                <a:latin typeface="Segoe WPC"/>
              </a:rPr>
              <a:t>downstream nodes stay much lower than the source node.</a:t>
            </a:r>
            <a:endParaRPr lang="en-US" dirty="0"/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7C0439E6-8AE6-7248-F65C-59A1D92E5E95}"/>
              </a:ext>
            </a:extLst>
          </p:cNvPr>
          <p:cNvCxnSpPr/>
          <p:nvPr/>
        </p:nvCxnSpPr>
        <p:spPr>
          <a:xfrm>
            <a:off x="7315200" y="2667000"/>
            <a:ext cx="2819400" cy="1447800"/>
          </a:xfrm>
          <a:prstGeom prst="bentConnector3">
            <a:avLst>
              <a:gd name="adj1" fmla="val 24010"/>
            </a:avLst>
          </a:prstGeom>
          <a:ln w="28575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00ED0EC2-B4EA-952D-D662-754414ADAFCB}"/>
              </a:ext>
            </a:extLst>
          </p:cNvPr>
          <p:cNvCxnSpPr>
            <a:cxnSpLocks/>
          </p:cNvCxnSpPr>
          <p:nvPr/>
        </p:nvCxnSpPr>
        <p:spPr>
          <a:xfrm>
            <a:off x="7391400" y="1600200"/>
            <a:ext cx="1981200" cy="304800"/>
          </a:xfrm>
          <a:prstGeom prst="bent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AC7CFC2-EBC4-8A89-A8AF-AEF2D74A7377}"/>
              </a:ext>
            </a:extLst>
          </p:cNvPr>
          <p:cNvSpPr txBox="1"/>
          <p:nvPr/>
        </p:nvSpPr>
        <p:spPr>
          <a:xfrm>
            <a:off x="6736915" y="1262276"/>
            <a:ext cx="609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Segoe WPC"/>
              </a:rPr>
              <a:t>650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27D5012-B8F8-7227-DADD-7B334A3FD8B2}"/>
              </a:ext>
            </a:extLst>
          </p:cNvPr>
          <p:cNvSpPr txBox="1"/>
          <p:nvPr/>
        </p:nvSpPr>
        <p:spPr>
          <a:xfrm>
            <a:off x="6736915" y="2602408"/>
            <a:ext cx="609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9900"/>
                </a:solidFill>
                <a:latin typeface="Segoe WPC"/>
              </a:rPr>
              <a:t>652</a:t>
            </a:r>
            <a:endParaRPr lang="en-US" dirty="0">
              <a:solidFill>
                <a:srgbClr val="FF99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78834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64FCF-846B-6139-969A-CDBE6544D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B38B6-06D7-F946-0CB7-786472AE8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Case Studies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B6C3D5-E3A1-D313-1192-BB970D33B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1C2826-D48C-44C5-84F4-35AA91AE3A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20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C684D63-AACD-7D4B-9CEC-BBFB7DD719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85824"/>
            <a:ext cx="5220064" cy="302214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8580B9F-5E81-6E76-FA4A-C252CF9849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814010"/>
            <a:ext cx="5257800" cy="304399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9" name="Table 18">
                <a:extLst>
                  <a:ext uri="{FF2B5EF4-FFF2-40B4-BE49-F238E27FC236}">
                    <a16:creationId xmlns:a16="http://schemas.microsoft.com/office/drawing/2014/main" id="{6ED6D2A9-D78D-B808-437D-AE523899636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71413736"/>
                  </p:ext>
                </p:extLst>
              </p:nvPr>
            </p:nvGraphicFramePr>
            <p:xfrm>
              <a:off x="5257800" y="991411"/>
              <a:ext cx="6583680" cy="5645198"/>
            </p:xfrm>
            <a:graphic>
              <a:graphicData uri="http://schemas.openxmlformats.org/drawingml/2006/table">
                <a:tbl>
                  <a:tblPr/>
                  <a:tblGrid>
                    <a:gridCol w="1316736">
                      <a:extLst>
                        <a:ext uri="{9D8B030D-6E8A-4147-A177-3AD203B41FA5}">
                          <a16:colId xmlns:a16="http://schemas.microsoft.com/office/drawing/2014/main" val="1731542807"/>
                        </a:ext>
                      </a:extLst>
                    </a:gridCol>
                    <a:gridCol w="1316736">
                      <a:extLst>
                        <a:ext uri="{9D8B030D-6E8A-4147-A177-3AD203B41FA5}">
                          <a16:colId xmlns:a16="http://schemas.microsoft.com/office/drawing/2014/main" val="3538490321"/>
                        </a:ext>
                      </a:extLst>
                    </a:gridCol>
                    <a:gridCol w="1316736">
                      <a:extLst>
                        <a:ext uri="{9D8B030D-6E8A-4147-A177-3AD203B41FA5}">
                          <a16:colId xmlns:a16="http://schemas.microsoft.com/office/drawing/2014/main" val="571849099"/>
                        </a:ext>
                      </a:extLst>
                    </a:gridCol>
                    <a:gridCol w="1316736">
                      <a:extLst>
                        <a:ext uri="{9D8B030D-6E8A-4147-A177-3AD203B41FA5}">
                          <a16:colId xmlns:a16="http://schemas.microsoft.com/office/drawing/2014/main" val="2405257657"/>
                        </a:ext>
                      </a:extLst>
                    </a:gridCol>
                    <a:gridCol w="1316736">
                      <a:extLst>
                        <a:ext uri="{9D8B030D-6E8A-4147-A177-3AD203B41FA5}">
                          <a16:colId xmlns:a16="http://schemas.microsoft.com/office/drawing/2014/main" val="2112143365"/>
                        </a:ext>
                      </a:extLst>
                    </a:gridCol>
                  </a:tblGrid>
                  <a:tr h="244934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Scenarios</a:t>
                          </a:r>
                        </a:p>
                      </a:txBody>
                      <a:tcPr marL="26623" marR="26623" marT="26623" marB="266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Fault type</a:t>
                          </a:r>
                        </a:p>
                      </a:txBody>
                      <a:tcPr marL="26623" marR="26623" marT="26623" marB="266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Location</a:t>
                          </a:r>
                        </a:p>
                      </a:txBody>
                      <a:tcPr marL="26623" marR="26623" marT="26623" marB="266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Description</a:t>
                          </a:r>
                        </a:p>
                      </a:txBody>
                      <a:tcPr marL="26623" marR="26623" marT="26623" marB="266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 b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Parameters</a:t>
                          </a:r>
                        </a:p>
                      </a:txBody>
                      <a:tcPr marL="26623" marR="26623" marT="26623" marB="266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27823697"/>
                      </a:ext>
                    </a:extLst>
                  </a:tr>
                  <a:tr h="244934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Bus 14 fault</a:t>
                          </a:r>
                        </a:p>
                      </a:txBody>
                      <a:tcPr marL="26623" marR="26623" marT="26623" marB="266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3-phase bus fault</a:t>
                          </a:r>
                        </a:p>
                      </a:txBody>
                      <a:tcPr marL="26623" marR="26623" marT="26623" marB="266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 b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Bus 14</a:t>
                          </a:r>
                        </a:p>
                      </a:txBody>
                      <a:tcPr marL="26623" marR="26623" marT="26623" marB="266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Interface and load bus</a:t>
                          </a:r>
                        </a:p>
                      </a:txBody>
                      <a:tcPr marL="26623" marR="26623" marT="26623" marB="266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300" b="0" i="1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300" b="0" i="1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sz="1300" b="0" i="1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sub>
                              </m:sSub>
                              <m:r>
                                <a:rPr lang="en-US" sz="1300" b="0" i="1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=0.0</m:t>
                              </m:r>
                            </m:oMath>
                          </a14:m>
                          <a:r>
                            <a:rPr lang="en-US" sz="13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, 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300" b="0" i="1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300" b="0" i="1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300" b="0" i="1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sub>
                              </m:sSub>
                              <m:r>
                                <a:rPr lang="en-US" sz="1300" b="0" i="1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=0.3</m:t>
                              </m:r>
                            </m:oMath>
                          </a14:m>
                          <a:endParaRPr lang="en-US" sz="1300" b="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26623" marR="26623" marT="26623" marB="266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87467417"/>
                      </a:ext>
                    </a:extLst>
                  </a:tr>
                  <a:tr h="436622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Bus 13 fault</a:t>
                          </a:r>
                        </a:p>
                      </a:txBody>
                      <a:tcPr marL="26623" marR="26623" marT="26623" marB="266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3-phase bus fault</a:t>
                          </a:r>
                        </a:p>
                      </a:txBody>
                      <a:tcPr marL="26623" marR="26623" marT="26623" marB="266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 b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Bus 13</a:t>
                          </a:r>
                        </a:p>
                      </a:txBody>
                      <a:tcPr marL="26623" marR="26623" marT="26623" marB="266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Near interface load bus</a:t>
                          </a:r>
                        </a:p>
                      </a:txBody>
                      <a:tcPr marL="26623" marR="26623" marT="26623" marB="266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300" b="0" i="1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300" b="0" i="1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sz="1300" b="0" i="1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sub>
                              </m:sSub>
                              <m:r>
                                <a:rPr lang="en-US" sz="1300" b="0" i="1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=0.0</m:t>
                              </m:r>
                            </m:oMath>
                          </a14:m>
                          <a:r>
                            <a:rPr lang="en-US" sz="13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, 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300" b="0" i="1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300" b="0" i="1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300" b="0" i="1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sub>
                              </m:sSub>
                              <m:r>
                                <a:rPr lang="en-US" sz="1300" b="0" i="1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=0.3</m:t>
                              </m:r>
                            </m:oMath>
                          </a14:m>
                          <a:endParaRPr lang="en-US" sz="1300" b="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26623" marR="26623" marT="26623" marB="266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47773205"/>
                      </a:ext>
                    </a:extLst>
                  </a:tr>
                  <a:tr h="436622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 b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Bus 9 fault</a:t>
                          </a:r>
                        </a:p>
                      </a:txBody>
                      <a:tcPr marL="26623" marR="26623" marT="26623" marB="266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3-phase bus fault</a:t>
                          </a:r>
                        </a:p>
                      </a:txBody>
                      <a:tcPr marL="26623" marR="26623" marT="26623" marB="266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Bus 9</a:t>
                          </a:r>
                        </a:p>
                      </a:txBody>
                      <a:tcPr marL="26623" marR="26623" marT="26623" marB="266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Near interface load bus</a:t>
                          </a:r>
                        </a:p>
                      </a:txBody>
                      <a:tcPr marL="26623" marR="26623" marT="26623" marB="266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300" b="0" i="1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300" b="0" i="1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sz="1300" b="0" i="1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sub>
                              </m:sSub>
                              <m:r>
                                <a:rPr lang="en-US" sz="1300" b="0" i="1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=0.0</m:t>
                              </m:r>
                            </m:oMath>
                          </a14:m>
                          <a:r>
                            <a:rPr lang="en-US" sz="13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, 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300" b="0" i="1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300" b="0" i="1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300" b="0" i="1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sub>
                              </m:sSub>
                              <m:r>
                                <a:rPr lang="en-US" sz="1300" b="0" i="1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=0.3</m:t>
                              </m:r>
                            </m:oMath>
                          </a14:m>
                          <a:endParaRPr lang="en-US" sz="1300" b="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26623" marR="26623" marT="26623" marB="266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63135903"/>
                      </a:ext>
                    </a:extLst>
                  </a:tr>
                  <a:tr h="244934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 b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Bus 4 fault</a:t>
                          </a:r>
                        </a:p>
                      </a:txBody>
                      <a:tcPr marL="26623" marR="26623" marT="26623" marB="266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3-phase bus fault</a:t>
                          </a:r>
                        </a:p>
                      </a:txBody>
                      <a:tcPr marL="26623" marR="26623" marT="26623" marB="266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Bus 4</a:t>
                          </a:r>
                        </a:p>
                      </a:txBody>
                      <a:tcPr marL="26623" marR="26623" marT="26623" marB="266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Remote load bus</a:t>
                          </a:r>
                        </a:p>
                      </a:txBody>
                      <a:tcPr marL="26623" marR="26623" marT="26623" marB="266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300" b="0" i="1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300" b="0" i="1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sz="1300" b="0" i="1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sub>
                              </m:sSub>
                              <m:r>
                                <a:rPr lang="en-US" sz="1300" b="0" i="1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=0.0</m:t>
                              </m:r>
                            </m:oMath>
                          </a14:m>
                          <a:r>
                            <a:rPr lang="en-US" sz="13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, 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300" b="0" i="1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300" b="0" i="1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300" b="0" i="1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sub>
                              </m:sSub>
                              <m:r>
                                <a:rPr lang="en-US" sz="1300" b="0" i="1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=0.3</m:t>
                              </m:r>
                            </m:oMath>
                          </a14:m>
                          <a:endParaRPr lang="en-US" sz="1300" b="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26623" marR="26623" marT="26623" marB="266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39433160"/>
                      </a:ext>
                    </a:extLst>
                  </a:tr>
                  <a:tr h="244934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 b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Bus 10 fault</a:t>
                          </a:r>
                        </a:p>
                      </a:txBody>
                      <a:tcPr marL="26623" marR="26623" marT="26623" marB="266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3-phase bus fault</a:t>
                          </a:r>
                        </a:p>
                      </a:txBody>
                      <a:tcPr marL="26623" marR="26623" marT="26623" marB="266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 b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Bus 10</a:t>
                          </a:r>
                        </a:p>
                      </a:txBody>
                      <a:tcPr marL="26623" marR="26623" marT="26623" marB="266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Remote load bus</a:t>
                          </a:r>
                        </a:p>
                      </a:txBody>
                      <a:tcPr marL="26623" marR="26623" marT="26623" marB="266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300" b="0" i="1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300" b="0" i="1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sz="1300" b="0" i="1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sub>
                              </m:sSub>
                              <m:r>
                                <a:rPr lang="en-US" sz="1300" b="0" i="1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=0.0</m:t>
                              </m:r>
                            </m:oMath>
                          </a14:m>
                          <a:r>
                            <a:rPr lang="en-US" sz="13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, 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300" b="0" i="1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300" b="0" i="1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300" b="0" i="1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sub>
                              </m:sSub>
                              <m:r>
                                <a:rPr lang="en-US" sz="1300" b="0" i="1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=0.3</m:t>
                              </m:r>
                            </m:oMath>
                          </a14:m>
                          <a:endParaRPr lang="en-US" sz="1300" b="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26623" marR="26623" marT="26623" marB="266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36271960"/>
                      </a:ext>
                    </a:extLst>
                  </a:tr>
                  <a:tr h="244934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Bus 1 fault</a:t>
                          </a:r>
                        </a:p>
                      </a:txBody>
                      <a:tcPr marL="26623" marR="26623" marT="26623" marB="266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3-phase bus fault</a:t>
                          </a:r>
                        </a:p>
                      </a:txBody>
                      <a:tcPr marL="26623" marR="26623" marT="26623" marB="266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Bus 1</a:t>
                          </a:r>
                        </a:p>
                      </a:txBody>
                      <a:tcPr marL="26623" marR="26623" marT="26623" marB="266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Slack generator bus</a:t>
                          </a:r>
                        </a:p>
                      </a:txBody>
                      <a:tcPr marL="26623" marR="26623" marT="26623" marB="266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300" b="0" i="1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300" b="0" i="1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sz="1300" b="0" i="1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sub>
                              </m:sSub>
                              <m:r>
                                <a:rPr lang="en-US" sz="1300" b="0" i="1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=0.0</m:t>
                              </m:r>
                            </m:oMath>
                          </a14:m>
                          <a:r>
                            <a:rPr lang="en-US" sz="13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, 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300" b="0" i="1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300" b="0" i="1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300" b="0" i="1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sub>
                              </m:sSub>
                              <m:r>
                                <a:rPr lang="en-US" sz="1300" b="0" i="1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=0.3</m:t>
                              </m:r>
                            </m:oMath>
                          </a14:m>
                          <a:endParaRPr lang="en-US" sz="1300" b="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26623" marR="26623" marT="26623" marB="266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61857846"/>
                      </a:ext>
                    </a:extLst>
                  </a:tr>
                  <a:tr h="436622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Bus 6 fault</a:t>
                          </a:r>
                        </a:p>
                      </a:txBody>
                      <a:tcPr marL="26623" marR="26623" marT="26623" marB="266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3-phase bus fault</a:t>
                          </a:r>
                        </a:p>
                      </a:txBody>
                      <a:tcPr marL="26623" marR="26623" marT="26623" marB="266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 b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Bus 6</a:t>
                          </a:r>
                        </a:p>
                      </a:txBody>
                      <a:tcPr marL="26623" marR="26623" marT="26623" marB="266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Generator and load bus</a:t>
                          </a:r>
                        </a:p>
                      </a:txBody>
                      <a:tcPr marL="26623" marR="26623" marT="26623" marB="266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300" b="0" i="1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300" b="0" i="1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sz="1300" b="0" i="1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sub>
                              </m:sSub>
                              <m:r>
                                <a:rPr lang="en-US" sz="1300" b="0" i="1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=0.0</m:t>
                              </m:r>
                            </m:oMath>
                          </a14:m>
                          <a:r>
                            <a:rPr lang="en-US" sz="13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, 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300" b="0" i="1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300" b="0" i="1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300" b="0" i="1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sub>
                              </m:sSub>
                              <m:r>
                                <a:rPr lang="en-US" sz="1300" b="0" i="1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=0.3</m:t>
                              </m:r>
                            </m:oMath>
                          </a14:m>
                          <a:endParaRPr lang="en-US" sz="1300" b="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26623" marR="26623" marT="26623" marB="266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63415684"/>
                      </a:ext>
                    </a:extLst>
                  </a:tr>
                  <a:tr h="244934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Bus 8 fault</a:t>
                          </a:r>
                        </a:p>
                      </a:txBody>
                      <a:tcPr marL="26623" marR="26623" marT="26623" marB="266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3-phase bus fault</a:t>
                          </a:r>
                        </a:p>
                      </a:txBody>
                      <a:tcPr marL="26623" marR="26623" marT="26623" marB="266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 b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Bus 8</a:t>
                          </a:r>
                        </a:p>
                      </a:txBody>
                      <a:tcPr marL="26623" marR="26623" marT="26623" marB="266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Generator bus</a:t>
                          </a:r>
                        </a:p>
                      </a:txBody>
                      <a:tcPr marL="26623" marR="26623" marT="26623" marB="266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300" b="0" i="1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300" b="0" i="1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sz="1300" b="0" i="1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sub>
                              </m:sSub>
                              <m:r>
                                <a:rPr lang="en-US" sz="1300" b="0" i="1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=0.0</m:t>
                              </m:r>
                            </m:oMath>
                          </a14:m>
                          <a:r>
                            <a:rPr lang="en-US" sz="13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, 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300" b="0" i="1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300" b="0" i="1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300" b="0" i="1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sub>
                              </m:sSub>
                              <m:r>
                                <a:rPr lang="en-US" sz="1300" b="0" i="1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=0.3</m:t>
                              </m:r>
                            </m:oMath>
                          </a14:m>
                          <a:endParaRPr lang="en-US" sz="1300" b="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26623" marR="26623" marT="26623" marB="266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32281686"/>
                      </a:ext>
                    </a:extLst>
                  </a:tr>
                  <a:tr h="436622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Line 13 trip</a:t>
                          </a:r>
                        </a:p>
                      </a:txBody>
                      <a:tcPr marL="26623" marR="26623" marT="26623" marB="266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 b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Temporary line trip/reclose</a:t>
                          </a:r>
                        </a:p>
                      </a:txBody>
                      <a:tcPr marL="26623" marR="26623" marT="26623" marB="266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Line 13, bus 9-14</a:t>
                          </a:r>
                        </a:p>
                      </a:txBody>
                      <a:tcPr marL="26623" marR="26623" marT="26623" marB="266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Interface</a:t>
                          </a:r>
                        </a:p>
                      </a:txBody>
                      <a:tcPr marL="26623" marR="26623" marT="26623" marB="266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/</a:t>
                          </a:r>
                        </a:p>
                      </a:txBody>
                      <a:tcPr marL="26623" marR="26623" marT="26623" marB="266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3123883"/>
                      </a:ext>
                    </a:extLst>
                  </a:tr>
                  <a:tr h="436622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 b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Line 16 trip</a:t>
                          </a:r>
                        </a:p>
                      </a:txBody>
                      <a:tcPr marL="26623" marR="26623" marT="26623" marB="266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Temporary line trip/reclose</a:t>
                          </a:r>
                        </a:p>
                      </a:txBody>
                      <a:tcPr marL="26623" marR="26623" marT="26623" marB="266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Line 16, bus 13-14</a:t>
                          </a:r>
                        </a:p>
                      </a:txBody>
                      <a:tcPr marL="26623" marR="26623" marT="26623" marB="266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Near interface</a:t>
                          </a:r>
                        </a:p>
                      </a:txBody>
                      <a:tcPr marL="26623" marR="26623" marT="26623" marB="266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/</a:t>
                          </a:r>
                        </a:p>
                      </a:txBody>
                      <a:tcPr marL="26623" marR="26623" marT="26623" marB="266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77629214"/>
                      </a:ext>
                    </a:extLst>
                  </a:tr>
                  <a:tr h="436622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 b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Line 3 trip</a:t>
                          </a:r>
                        </a:p>
                      </a:txBody>
                      <a:tcPr marL="26623" marR="26623" marT="26623" marB="266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 b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Temporary line trip/reclose</a:t>
                          </a:r>
                        </a:p>
                      </a:txBody>
                      <a:tcPr marL="26623" marR="26623" marT="26623" marB="266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Line 3, bus 2-3</a:t>
                          </a:r>
                        </a:p>
                      </a:txBody>
                      <a:tcPr marL="26623" marR="26623" marT="26623" marB="266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Generator bus 2, bus3</a:t>
                          </a:r>
                        </a:p>
                      </a:txBody>
                      <a:tcPr marL="26623" marR="26623" marT="26623" marB="266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/</a:t>
                          </a:r>
                        </a:p>
                      </a:txBody>
                      <a:tcPr marL="26623" marR="26623" marT="26623" marB="266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91326999"/>
                      </a:ext>
                    </a:extLst>
                  </a:tr>
                  <a:tr h="436622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 b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Line 20 trip</a:t>
                          </a:r>
                        </a:p>
                      </a:txBody>
                      <a:tcPr marL="26623" marR="26623" marT="26623" marB="266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Temporary line trip/reclose</a:t>
                          </a:r>
                        </a:p>
                      </a:txBody>
                      <a:tcPr marL="26623" marR="26623" marT="26623" marB="266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Line 20, bus 8-7</a:t>
                          </a:r>
                        </a:p>
                      </a:txBody>
                      <a:tcPr marL="26623" marR="26623" marT="26623" marB="266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Generator bus 8</a:t>
                          </a:r>
                        </a:p>
                      </a:txBody>
                      <a:tcPr marL="26623" marR="26623" marT="26623" marB="266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/</a:t>
                          </a:r>
                        </a:p>
                      </a:txBody>
                      <a:tcPr marL="26623" marR="26623" marT="26623" marB="266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2705174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9" name="Table 18">
                <a:extLst>
                  <a:ext uri="{FF2B5EF4-FFF2-40B4-BE49-F238E27FC236}">
                    <a16:creationId xmlns:a16="http://schemas.microsoft.com/office/drawing/2014/main" id="{6ED6D2A9-D78D-B808-437D-AE523899636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71413736"/>
                  </p:ext>
                </p:extLst>
              </p:nvPr>
            </p:nvGraphicFramePr>
            <p:xfrm>
              <a:off x="5257800" y="991411"/>
              <a:ext cx="6583680" cy="5645198"/>
            </p:xfrm>
            <a:graphic>
              <a:graphicData uri="http://schemas.openxmlformats.org/drawingml/2006/table">
                <a:tbl>
                  <a:tblPr/>
                  <a:tblGrid>
                    <a:gridCol w="1316736">
                      <a:extLst>
                        <a:ext uri="{9D8B030D-6E8A-4147-A177-3AD203B41FA5}">
                          <a16:colId xmlns:a16="http://schemas.microsoft.com/office/drawing/2014/main" val="1731542807"/>
                        </a:ext>
                      </a:extLst>
                    </a:gridCol>
                    <a:gridCol w="1316736">
                      <a:extLst>
                        <a:ext uri="{9D8B030D-6E8A-4147-A177-3AD203B41FA5}">
                          <a16:colId xmlns:a16="http://schemas.microsoft.com/office/drawing/2014/main" val="3538490321"/>
                        </a:ext>
                      </a:extLst>
                    </a:gridCol>
                    <a:gridCol w="1316736">
                      <a:extLst>
                        <a:ext uri="{9D8B030D-6E8A-4147-A177-3AD203B41FA5}">
                          <a16:colId xmlns:a16="http://schemas.microsoft.com/office/drawing/2014/main" val="571849099"/>
                        </a:ext>
                      </a:extLst>
                    </a:gridCol>
                    <a:gridCol w="1316736">
                      <a:extLst>
                        <a:ext uri="{9D8B030D-6E8A-4147-A177-3AD203B41FA5}">
                          <a16:colId xmlns:a16="http://schemas.microsoft.com/office/drawing/2014/main" val="2405257657"/>
                        </a:ext>
                      </a:extLst>
                    </a:gridCol>
                    <a:gridCol w="1316736">
                      <a:extLst>
                        <a:ext uri="{9D8B030D-6E8A-4147-A177-3AD203B41FA5}">
                          <a16:colId xmlns:a16="http://schemas.microsoft.com/office/drawing/2014/main" val="2112143365"/>
                        </a:ext>
                      </a:extLst>
                    </a:gridCol>
                  </a:tblGrid>
                  <a:tr h="251366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Scenarios</a:t>
                          </a:r>
                        </a:p>
                      </a:txBody>
                      <a:tcPr marL="26623" marR="26623" marT="26623" marB="266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Fault type</a:t>
                          </a:r>
                        </a:p>
                      </a:txBody>
                      <a:tcPr marL="26623" marR="26623" marT="26623" marB="266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Location</a:t>
                          </a:r>
                        </a:p>
                      </a:txBody>
                      <a:tcPr marL="26623" marR="26623" marT="26623" marB="266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Description</a:t>
                          </a:r>
                        </a:p>
                      </a:txBody>
                      <a:tcPr marL="26623" marR="26623" marT="26623" marB="266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 b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Parameters</a:t>
                          </a:r>
                        </a:p>
                      </a:txBody>
                      <a:tcPr marL="26623" marR="26623" marT="26623" marB="266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27823697"/>
                      </a:ext>
                    </a:extLst>
                  </a:tr>
                  <a:tr h="449486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Bus 14 fault</a:t>
                          </a:r>
                        </a:p>
                      </a:txBody>
                      <a:tcPr marL="26623" marR="26623" marT="26623" marB="266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3-phase bus fault</a:t>
                          </a:r>
                        </a:p>
                      </a:txBody>
                      <a:tcPr marL="26623" marR="26623" marT="26623" marB="266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 b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Bus 14</a:t>
                          </a:r>
                        </a:p>
                      </a:txBody>
                      <a:tcPr marL="26623" marR="26623" marT="26623" marB="266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Interface and load bus</a:t>
                          </a:r>
                        </a:p>
                      </a:txBody>
                      <a:tcPr marL="26623" marR="26623" marT="26623" marB="266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6623" marR="26623" marT="26623" marB="266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00926" t="-59459" r="-926" b="-111351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7467417"/>
                      </a:ext>
                    </a:extLst>
                  </a:tr>
                  <a:tr h="449486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Bus 13 fault</a:t>
                          </a:r>
                        </a:p>
                      </a:txBody>
                      <a:tcPr marL="26623" marR="26623" marT="26623" marB="266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3-phase bus fault</a:t>
                          </a:r>
                        </a:p>
                      </a:txBody>
                      <a:tcPr marL="26623" marR="26623" marT="26623" marB="266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 b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Bus 13</a:t>
                          </a:r>
                        </a:p>
                      </a:txBody>
                      <a:tcPr marL="26623" marR="26623" marT="26623" marB="266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Near interface load bus</a:t>
                          </a:r>
                        </a:p>
                      </a:txBody>
                      <a:tcPr marL="26623" marR="26623" marT="26623" marB="266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6623" marR="26623" marT="26623" marB="266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00926" t="-159459" r="-926" b="-101351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7773205"/>
                      </a:ext>
                    </a:extLst>
                  </a:tr>
                  <a:tr h="449486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 b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Bus 9 fault</a:t>
                          </a:r>
                        </a:p>
                      </a:txBody>
                      <a:tcPr marL="26623" marR="26623" marT="26623" marB="266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3-phase bus fault</a:t>
                          </a:r>
                        </a:p>
                      </a:txBody>
                      <a:tcPr marL="26623" marR="26623" marT="26623" marB="266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Bus 9</a:t>
                          </a:r>
                        </a:p>
                      </a:txBody>
                      <a:tcPr marL="26623" marR="26623" marT="26623" marB="266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Near interface load bus</a:t>
                          </a:r>
                        </a:p>
                      </a:txBody>
                      <a:tcPr marL="26623" marR="26623" marT="26623" marB="266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6623" marR="26623" marT="26623" marB="266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00926" t="-259459" r="-926" b="-91351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63135903"/>
                      </a:ext>
                    </a:extLst>
                  </a:tr>
                  <a:tr h="449486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 b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Bus 4 fault</a:t>
                          </a:r>
                        </a:p>
                      </a:txBody>
                      <a:tcPr marL="26623" marR="26623" marT="26623" marB="266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3-phase bus fault</a:t>
                          </a:r>
                        </a:p>
                      </a:txBody>
                      <a:tcPr marL="26623" marR="26623" marT="26623" marB="266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Bus 4</a:t>
                          </a:r>
                        </a:p>
                      </a:txBody>
                      <a:tcPr marL="26623" marR="26623" marT="26623" marB="266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Remote load bus</a:t>
                          </a:r>
                        </a:p>
                      </a:txBody>
                      <a:tcPr marL="26623" marR="26623" marT="26623" marB="266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6623" marR="26623" marT="26623" marB="266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00926" t="-359459" r="-926" b="-81351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39433160"/>
                      </a:ext>
                    </a:extLst>
                  </a:tr>
                  <a:tr h="449486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 b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Bus 10 fault</a:t>
                          </a:r>
                        </a:p>
                      </a:txBody>
                      <a:tcPr marL="26623" marR="26623" marT="26623" marB="266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3-phase bus fault</a:t>
                          </a:r>
                        </a:p>
                      </a:txBody>
                      <a:tcPr marL="26623" marR="26623" marT="26623" marB="266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 b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Bus 10</a:t>
                          </a:r>
                        </a:p>
                      </a:txBody>
                      <a:tcPr marL="26623" marR="26623" marT="26623" marB="266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Remote load bus</a:t>
                          </a:r>
                        </a:p>
                      </a:txBody>
                      <a:tcPr marL="26623" marR="26623" marT="26623" marB="266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6623" marR="26623" marT="26623" marB="266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00926" t="-465753" r="-926" b="-72465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36271960"/>
                      </a:ext>
                    </a:extLst>
                  </a:tr>
                  <a:tr h="449486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Bus 1 fault</a:t>
                          </a:r>
                        </a:p>
                      </a:txBody>
                      <a:tcPr marL="26623" marR="26623" marT="26623" marB="266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3-phase bus fault</a:t>
                          </a:r>
                        </a:p>
                      </a:txBody>
                      <a:tcPr marL="26623" marR="26623" marT="26623" marB="266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Bus 1</a:t>
                          </a:r>
                        </a:p>
                      </a:txBody>
                      <a:tcPr marL="26623" marR="26623" marT="26623" marB="266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Slack generator bus</a:t>
                          </a:r>
                        </a:p>
                      </a:txBody>
                      <a:tcPr marL="26623" marR="26623" marT="26623" marB="266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6623" marR="26623" marT="26623" marB="266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00926" t="-558108" r="-926" b="-61486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61857846"/>
                      </a:ext>
                    </a:extLst>
                  </a:tr>
                  <a:tr h="449486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Bus 6 fault</a:t>
                          </a:r>
                        </a:p>
                      </a:txBody>
                      <a:tcPr marL="26623" marR="26623" marT="26623" marB="266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3-phase bus fault</a:t>
                          </a:r>
                        </a:p>
                      </a:txBody>
                      <a:tcPr marL="26623" marR="26623" marT="26623" marB="266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 b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Bus 6</a:t>
                          </a:r>
                        </a:p>
                      </a:txBody>
                      <a:tcPr marL="26623" marR="26623" marT="26623" marB="266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Generator and load bus</a:t>
                          </a:r>
                        </a:p>
                      </a:txBody>
                      <a:tcPr marL="26623" marR="26623" marT="26623" marB="266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6623" marR="26623" marT="26623" marB="266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00926" t="-658108" r="-926" b="-51486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3415684"/>
                      </a:ext>
                    </a:extLst>
                  </a:tr>
                  <a:tr h="449486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Bus 8 fault</a:t>
                          </a:r>
                        </a:p>
                      </a:txBody>
                      <a:tcPr marL="26623" marR="26623" marT="26623" marB="266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3-phase bus fault</a:t>
                          </a:r>
                        </a:p>
                      </a:txBody>
                      <a:tcPr marL="26623" marR="26623" marT="26623" marB="266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 b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Bus 8</a:t>
                          </a:r>
                        </a:p>
                      </a:txBody>
                      <a:tcPr marL="26623" marR="26623" marT="26623" marB="266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Generator bus</a:t>
                          </a:r>
                        </a:p>
                      </a:txBody>
                      <a:tcPr marL="26623" marR="26623" marT="26623" marB="266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6623" marR="26623" marT="26623" marB="266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00926" t="-758108" r="-926" b="-41486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32281686"/>
                      </a:ext>
                    </a:extLst>
                  </a:tr>
                  <a:tr h="449486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Line 13 trip</a:t>
                          </a:r>
                        </a:p>
                      </a:txBody>
                      <a:tcPr marL="26623" marR="26623" marT="26623" marB="266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 b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Temporary line trip/reclose</a:t>
                          </a:r>
                        </a:p>
                      </a:txBody>
                      <a:tcPr marL="26623" marR="26623" marT="26623" marB="266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Line 13, bus 9-14</a:t>
                          </a:r>
                        </a:p>
                      </a:txBody>
                      <a:tcPr marL="26623" marR="26623" marT="26623" marB="266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Interface</a:t>
                          </a:r>
                        </a:p>
                      </a:txBody>
                      <a:tcPr marL="26623" marR="26623" marT="26623" marB="266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/</a:t>
                          </a:r>
                        </a:p>
                      </a:txBody>
                      <a:tcPr marL="26623" marR="26623" marT="26623" marB="266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3123883"/>
                      </a:ext>
                    </a:extLst>
                  </a:tr>
                  <a:tr h="449486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 b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Line 16 trip</a:t>
                          </a:r>
                        </a:p>
                      </a:txBody>
                      <a:tcPr marL="26623" marR="26623" marT="26623" marB="266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Temporary line trip/reclose</a:t>
                          </a:r>
                        </a:p>
                      </a:txBody>
                      <a:tcPr marL="26623" marR="26623" marT="26623" marB="266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Line 16, bus 13-14</a:t>
                          </a:r>
                        </a:p>
                      </a:txBody>
                      <a:tcPr marL="26623" marR="26623" marT="26623" marB="266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Near interface</a:t>
                          </a:r>
                        </a:p>
                      </a:txBody>
                      <a:tcPr marL="26623" marR="26623" marT="26623" marB="266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/</a:t>
                          </a:r>
                        </a:p>
                      </a:txBody>
                      <a:tcPr marL="26623" marR="26623" marT="26623" marB="266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77629214"/>
                      </a:ext>
                    </a:extLst>
                  </a:tr>
                  <a:tr h="449486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 b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Line 3 trip</a:t>
                          </a:r>
                        </a:p>
                      </a:txBody>
                      <a:tcPr marL="26623" marR="26623" marT="26623" marB="266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 b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Temporary line trip/reclose</a:t>
                          </a:r>
                        </a:p>
                      </a:txBody>
                      <a:tcPr marL="26623" marR="26623" marT="26623" marB="266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Line 3, bus 2-3</a:t>
                          </a:r>
                        </a:p>
                      </a:txBody>
                      <a:tcPr marL="26623" marR="26623" marT="26623" marB="266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Generator bus 2, bus3</a:t>
                          </a:r>
                        </a:p>
                      </a:txBody>
                      <a:tcPr marL="26623" marR="26623" marT="26623" marB="266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/</a:t>
                          </a:r>
                        </a:p>
                      </a:txBody>
                      <a:tcPr marL="26623" marR="26623" marT="26623" marB="266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91326999"/>
                      </a:ext>
                    </a:extLst>
                  </a:tr>
                  <a:tr h="449486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 b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Line 20 trip</a:t>
                          </a:r>
                        </a:p>
                      </a:txBody>
                      <a:tcPr marL="26623" marR="26623" marT="26623" marB="266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Temporary line trip/reclose</a:t>
                          </a:r>
                        </a:p>
                      </a:txBody>
                      <a:tcPr marL="26623" marR="26623" marT="26623" marB="266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Line 20, bus 8-7</a:t>
                          </a:r>
                        </a:p>
                      </a:txBody>
                      <a:tcPr marL="26623" marR="26623" marT="26623" marB="266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Generator bus 8</a:t>
                          </a:r>
                        </a:p>
                      </a:txBody>
                      <a:tcPr marL="26623" marR="26623" marT="26623" marB="266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/</a:t>
                          </a:r>
                        </a:p>
                      </a:txBody>
                      <a:tcPr marL="26623" marR="26623" marT="26623" marB="266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2705174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5135396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32A0C-C25D-C522-D72B-2421D657C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4AA01-2AF9-FE44-27E8-46F0BC3A8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Conclusion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406823-FFF1-9EC1-8FF8-D784C2F8A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1C2826-D48C-44C5-84F4-35AA91AE3A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20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BF335D3F-906D-3DEC-C5EF-800E9D955A3B}"/>
              </a:ext>
            </a:extLst>
          </p:cNvPr>
          <p:cNvSpPr txBox="1">
            <a:spLocks/>
          </p:cNvSpPr>
          <p:nvPr/>
        </p:nvSpPr>
        <p:spPr>
          <a:xfrm>
            <a:off x="8541193" y="2175834"/>
            <a:ext cx="3496044" cy="2709226"/>
          </a:xfrm>
          <a:prstGeom prst="rect">
            <a:avLst/>
          </a:prstGeom>
        </p:spPr>
        <p:txBody>
          <a:bodyPr vert="horz" lIns="91205" tIns="45604" rIns="91205" bIns="45604" rtlCol="0">
            <a:normAutofit/>
          </a:bodyPr>
          <a:lstStyle>
            <a:lvl1pPr marL="342019" indent="-342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1038" indent="-285013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006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6090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21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0814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64166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019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762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205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Arial" pitchFamily="34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7ECFC9-1823-BE4C-BF42-5FF544FCC358}"/>
              </a:ext>
            </a:extLst>
          </p:cNvPr>
          <p:cNvSpPr txBox="1"/>
          <p:nvPr/>
        </p:nvSpPr>
        <p:spPr>
          <a:xfrm>
            <a:off x="609600" y="1143000"/>
            <a:ext cx="98298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rgbClr val="000000"/>
                </a:solidFill>
              </a:rPr>
              <a:t>An ANDES-</a:t>
            </a:r>
            <a:r>
              <a:rPr lang="en-US" dirty="0" err="1">
                <a:solidFill>
                  <a:srgbClr val="000000"/>
                </a:solidFill>
              </a:rPr>
              <a:t>OpenDSS</a:t>
            </a:r>
            <a:r>
              <a:rPr lang="en-US" dirty="0">
                <a:solidFill>
                  <a:srgbClr val="000000"/>
                </a:solidFill>
              </a:rPr>
              <a:t>-HELICS dynamic co-simulation framework was developed to study FIDVR with both transmission dynamics and feeder level voltage resolution.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rgbClr val="000000"/>
                </a:solidFill>
              </a:rPr>
              <a:t>The framework couples the positive sequence IEEE 14-bus transmission system with the </a:t>
            </a:r>
            <a:r>
              <a:rPr lang="en-US" dirty="0"/>
              <a:t>quasi-static</a:t>
            </a:r>
            <a:r>
              <a:rPr lang="en-US" dirty="0">
                <a:solidFill>
                  <a:srgbClr val="000000"/>
                </a:solidFill>
              </a:rPr>
              <a:t> IEEE 13-node feeder and a WECC Motor D load representation.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rgbClr val="000000"/>
                </a:solidFill>
              </a:rPr>
              <a:t>Case studies show that motor share mainly controls the post-fault recovery behavior, while fault location controls the severity of the initial voltage depression at the interface bus.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rgbClr val="000000"/>
                </a:solidFill>
              </a:rPr>
              <a:t>Feeder level results reveal non uniform node voltage recovery, which would be hidden by a single equivalent distribution load.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rgbClr val="000000"/>
                </a:solidFill>
              </a:rPr>
              <a:t>The most severe FIDVR response occurs when a high motor share feeder is exposed to a strong near interface transmission fault.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ADC703-FFF2-E8E4-14A9-FBC17C3A08A1}"/>
              </a:ext>
            </a:extLst>
          </p:cNvPr>
          <p:cNvSpPr txBox="1"/>
          <p:nvPr/>
        </p:nvSpPr>
        <p:spPr>
          <a:xfrm>
            <a:off x="611815" y="4114800"/>
            <a:ext cx="96774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Future work:</a:t>
            </a:r>
          </a:p>
          <a:p>
            <a:endParaRPr lang="en-US" dirty="0">
              <a:solidFill>
                <a:srgbClr val="00000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rgbClr val="000000"/>
                </a:solidFill>
              </a:rPr>
              <a:t>Future work should explore the mitigation strategies for FIDVR.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rgbClr val="000000"/>
                </a:solidFill>
              </a:rPr>
              <a:t>Extend the study to multiple feeders and larger transmission systems.</a:t>
            </a:r>
          </a:p>
        </p:txBody>
      </p:sp>
    </p:spTree>
    <p:extLst>
      <p:ext uri="{BB962C8B-B14F-4D97-AF65-F5344CB8AC3E}">
        <p14:creationId xmlns:p14="http://schemas.microsoft.com/office/powerpoint/2010/main" val="33343774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6B2F6-90B5-70BF-6C7E-844BA3595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DF8C7-50E3-E540-8692-52CB0774B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Reference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2B7359-DA33-C0E9-7CB3-4124655EC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1C2826-D48C-44C5-84F4-35AA91AE3A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20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73B32B88-4670-2BDB-A672-F25244B21AB1}"/>
              </a:ext>
            </a:extLst>
          </p:cNvPr>
          <p:cNvSpPr txBox="1">
            <a:spLocks/>
          </p:cNvSpPr>
          <p:nvPr/>
        </p:nvSpPr>
        <p:spPr>
          <a:xfrm>
            <a:off x="8541193" y="2175834"/>
            <a:ext cx="3496044" cy="2709226"/>
          </a:xfrm>
          <a:prstGeom prst="rect">
            <a:avLst/>
          </a:prstGeom>
        </p:spPr>
        <p:txBody>
          <a:bodyPr vert="horz" lIns="91205" tIns="45604" rIns="91205" bIns="45604" rtlCol="0">
            <a:normAutofit/>
          </a:bodyPr>
          <a:lstStyle>
            <a:lvl1pPr marL="342019" indent="-342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1038" indent="-285013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006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6090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21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0814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64166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019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762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205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Arial" pitchFamily="34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667E32-DF18-86EB-397E-AD619381C301}"/>
              </a:ext>
            </a:extLst>
          </p:cNvPr>
          <p:cNvSpPr txBox="1"/>
          <p:nvPr/>
        </p:nvSpPr>
        <p:spPr>
          <a:xfrm>
            <a:off x="381000" y="914399"/>
            <a:ext cx="10972800" cy="584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[1]B. Williams, W. Schmus, and D. Dawson, “Transmission voltage </a:t>
            </a:r>
            <a:r>
              <a:rPr lang="en-US" sz="1100" dirty="0" err="1"/>
              <a:t>recov-ery</a:t>
            </a:r>
            <a:r>
              <a:rPr lang="en-US" sz="1100" dirty="0"/>
              <a:t> delayed by stalled air conditioner compressors,” IEEE </a:t>
            </a:r>
            <a:r>
              <a:rPr lang="en-US" sz="1100" dirty="0" err="1"/>
              <a:t>Transactionson</a:t>
            </a:r>
            <a:r>
              <a:rPr lang="en-US" sz="1100" dirty="0"/>
              <a:t> Power Systems, vol. 7, no. 3, pp. 1173–1181, 1992.</a:t>
            </a:r>
          </a:p>
          <a:p>
            <a:r>
              <a:rPr lang="en-US" sz="1100" dirty="0"/>
              <a:t>[2]S. Adhikari, J. Schoene, N. Gurung, and A. Mogilevsky, “Fault </a:t>
            </a:r>
            <a:r>
              <a:rPr lang="en-US" sz="1100" dirty="0" err="1"/>
              <a:t>induceddelayed</a:t>
            </a:r>
            <a:r>
              <a:rPr lang="en-US" sz="1100" dirty="0"/>
              <a:t> voltage recovery (</a:t>
            </a:r>
            <a:r>
              <a:rPr lang="en-US" sz="1100" dirty="0" err="1"/>
              <a:t>fidvr</a:t>
            </a:r>
            <a:r>
              <a:rPr lang="en-US" sz="1100" dirty="0"/>
              <a:t>): Modeling and guidelines,” in 2019IEEE Power &amp; Energy Society General Meeting (PESGM), 2019, pp.1–5.</a:t>
            </a:r>
          </a:p>
          <a:p>
            <a:r>
              <a:rPr lang="en-US" sz="1100" dirty="0"/>
              <a:t>[3]Cisco </a:t>
            </a:r>
            <a:r>
              <a:rPr lang="en-US" sz="1100" dirty="0" err="1"/>
              <a:t>Sullberg</a:t>
            </a:r>
            <a:r>
              <a:rPr lang="en-US" sz="1100" dirty="0"/>
              <a:t>, M. Wu, V. Vittal, B. Gong, and P. Augustin, “Exam-</a:t>
            </a:r>
            <a:r>
              <a:rPr lang="en-US" sz="1100" dirty="0" err="1"/>
              <a:t>ination</a:t>
            </a:r>
            <a:r>
              <a:rPr lang="en-US" sz="1100" dirty="0"/>
              <a:t> of composite load and variable frequency drive air </a:t>
            </a:r>
            <a:r>
              <a:rPr lang="en-US" sz="1100" dirty="0" err="1"/>
              <a:t>conditioningmodeling</a:t>
            </a:r>
            <a:r>
              <a:rPr lang="en-US" sz="1100" dirty="0"/>
              <a:t> on </a:t>
            </a:r>
            <a:r>
              <a:rPr lang="en-US" sz="1100" dirty="0" err="1"/>
              <a:t>fidvr</a:t>
            </a:r>
            <a:r>
              <a:rPr lang="en-US" sz="1100" dirty="0"/>
              <a:t>,” IEEE Open Access Journal of Power and </a:t>
            </a:r>
            <a:r>
              <a:rPr lang="en-US" sz="1100" dirty="0" err="1"/>
              <a:t>Energy,vol</a:t>
            </a:r>
            <a:r>
              <a:rPr lang="en-US" sz="1100" dirty="0"/>
              <a:t>. 8, pp. 147–156, 2021.</a:t>
            </a:r>
          </a:p>
          <a:p>
            <a:r>
              <a:rPr lang="en-US" sz="1100" dirty="0"/>
              <a:t>[4]“Examination of composite load and variable frequency drive </a:t>
            </a:r>
            <a:r>
              <a:rPr lang="en-US" sz="1100" dirty="0" err="1"/>
              <a:t>airconditioning</a:t>
            </a:r>
            <a:r>
              <a:rPr lang="en-US" sz="1100" dirty="0"/>
              <a:t> modeling on </a:t>
            </a:r>
            <a:r>
              <a:rPr lang="en-US" sz="1100" dirty="0" err="1"/>
              <a:t>fidvr</a:t>
            </a:r>
            <a:r>
              <a:rPr lang="en-US" sz="1100" dirty="0"/>
              <a:t>,” IEEE Open Access Journal of </a:t>
            </a:r>
            <a:r>
              <a:rPr lang="en-US" sz="1100" dirty="0" err="1"/>
              <a:t>Powerand</a:t>
            </a:r>
            <a:r>
              <a:rPr lang="en-US" sz="1100" dirty="0"/>
              <a:t> Energy, vol. 8, pp. 147–156, 2021.</a:t>
            </a:r>
          </a:p>
          <a:p>
            <a:r>
              <a:rPr lang="en-US" sz="1100" dirty="0"/>
              <a:t>[5]Q. Huang and V. Vittal, “Application of electromagnetic transient-transient stability hybrid simulation to </a:t>
            </a:r>
            <a:r>
              <a:rPr lang="en-US" sz="1100" dirty="0" err="1"/>
              <a:t>fidvr</a:t>
            </a:r>
            <a:r>
              <a:rPr lang="en-US" sz="1100" dirty="0"/>
              <a:t> study,” IEEE </a:t>
            </a:r>
            <a:r>
              <a:rPr lang="en-US" sz="1100" dirty="0" err="1"/>
              <a:t>Transactionson</a:t>
            </a:r>
            <a:r>
              <a:rPr lang="en-US" sz="1100" dirty="0"/>
              <a:t> Power Systems, vol. 31, no. 4, pp. 2634–2646, 2016.</a:t>
            </a:r>
          </a:p>
          <a:p>
            <a:r>
              <a:rPr lang="en-US" sz="1100" dirty="0"/>
              <a:t>[6]R. W. Kenyon, B. Mather, and B.-M. Hodge, “Coupled </a:t>
            </a:r>
            <a:r>
              <a:rPr lang="en-US" sz="1100" dirty="0" err="1"/>
              <a:t>transmissionand</a:t>
            </a:r>
            <a:r>
              <a:rPr lang="en-US" sz="1100" dirty="0"/>
              <a:t> distribution simulations to assess distributed generation </a:t>
            </a:r>
            <a:r>
              <a:rPr lang="en-US" sz="1100" dirty="0" err="1"/>
              <a:t>responseto</a:t>
            </a:r>
            <a:r>
              <a:rPr lang="en-US" sz="1100" dirty="0"/>
              <a:t> power system faults,” Electric Power Systems Research, vol. 189,p. 106746, 2020. [Online]. Available: </a:t>
            </a:r>
            <a:r>
              <a:rPr lang="en-US" sz="1100" dirty="0">
                <a:hlinkClick r:id="rId3"/>
              </a:rPr>
              <a:t>https://www.sciencedirect.com/science/article/pii/S0378779620305496</a:t>
            </a:r>
            <a:endParaRPr lang="en-US" sz="1100" dirty="0"/>
          </a:p>
          <a:p>
            <a:r>
              <a:rPr lang="en-US" sz="1100" dirty="0"/>
              <a:t>[7]G. Krishnamoorthy and A. Dubey, “Transmission–distribution </a:t>
            </a:r>
            <a:r>
              <a:rPr lang="en-US" sz="1100" dirty="0" err="1"/>
              <a:t>cosimula-tion</a:t>
            </a:r>
            <a:r>
              <a:rPr lang="en-US" sz="1100" dirty="0"/>
              <a:t>: Analytical methods for iterative coupling,” IEEE Systems </a:t>
            </a:r>
            <a:r>
              <a:rPr lang="en-US" sz="1100" dirty="0" err="1"/>
              <a:t>Journal,vol</a:t>
            </a:r>
            <a:r>
              <a:rPr lang="en-US" sz="1100" dirty="0"/>
              <a:t>. 14, no. 2, pp. 2633–2642, 2020.</a:t>
            </a:r>
          </a:p>
          <a:p>
            <a:r>
              <a:rPr lang="en-US" sz="1100" dirty="0"/>
              <a:t>[8]R. </a:t>
            </a:r>
            <a:r>
              <a:rPr lang="en-US" sz="1100" dirty="0" err="1"/>
              <a:t>Sadnan</a:t>
            </a:r>
            <a:r>
              <a:rPr lang="en-US" sz="1100" dirty="0"/>
              <a:t>, G. Krishnamoorthy, and A. Dubey, “Transmission </a:t>
            </a:r>
            <a:r>
              <a:rPr lang="en-US" sz="1100" dirty="0" err="1"/>
              <a:t>anddistribution</a:t>
            </a:r>
            <a:r>
              <a:rPr lang="en-US" sz="1100" dirty="0"/>
              <a:t> (</a:t>
            </a:r>
            <a:r>
              <a:rPr lang="en-US" sz="1100" dirty="0" err="1"/>
              <a:t>t&amp;d</a:t>
            </a:r>
            <a:r>
              <a:rPr lang="en-US" sz="1100" dirty="0"/>
              <a:t>) quasi-static co-simulation: Analysis and </a:t>
            </a:r>
            <a:r>
              <a:rPr lang="en-US" sz="1100" dirty="0" err="1"/>
              <a:t>comparisonof</a:t>
            </a:r>
            <a:r>
              <a:rPr lang="en-US" sz="1100" dirty="0"/>
              <a:t> </a:t>
            </a:r>
            <a:r>
              <a:rPr lang="en-US" sz="1100" dirty="0" err="1"/>
              <a:t>t&amp;d</a:t>
            </a:r>
            <a:r>
              <a:rPr lang="en-US" sz="1100" dirty="0"/>
              <a:t> coupling strength,” IEEE Access, vol. PP, pp. 1–1, 06 2020.</a:t>
            </a:r>
          </a:p>
          <a:p>
            <a:r>
              <a:rPr lang="en-US" sz="1100" dirty="0"/>
              <a:t>[9]Z. Li, Q. Guo, and J. Wang, “Coordinated transmission and </a:t>
            </a:r>
            <a:r>
              <a:rPr lang="en-US" sz="1100" dirty="0" err="1"/>
              <a:t>distributionac</a:t>
            </a:r>
            <a:r>
              <a:rPr lang="en-US" sz="1100" dirty="0"/>
              <a:t> optimal power flow,” IEEE Transactions on Smart Grid, vol. PP, pp.1–1, 06 2016.</a:t>
            </a:r>
          </a:p>
          <a:p>
            <a:r>
              <a:rPr lang="en-US" sz="1100" dirty="0"/>
              <a:t>[10]B. </a:t>
            </a:r>
            <a:r>
              <a:rPr lang="en-US" sz="1100" dirty="0" err="1"/>
              <a:t>Palmintier</a:t>
            </a:r>
            <a:r>
              <a:rPr lang="en-US" sz="1100" dirty="0"/>
              <a:t>, E. Hale, T. M. Hansen, W. Jones, D. </a:t>
            </a:r>
            <a:r>
              <a:rPr lang="en-US" sz="1100" dirty="0" err="1"/>
              <a:t>Biagioni,H</a:t>
            </a:r>
            <a:r>
              <a:rPr lang="en-US" sz="1100" dirty="0"/>
              <a:t>. Sorensen, H. Wu, and B.-M. Hodge, “</a:t>
            </a:r>
            <a:r>
              <a:rPr lang="en-US" sz="1100" dirty="0" err="1"/>
              <a:t>Igms</a:t>
            </a:r>
            <a:r>
              <a:rPr lang="en-US" sz="1100" dirty="0"/>
              <a:t>: An integrated iso-to-appliance scale grid modeling system,” IEEE Transactions on </a:t>
            </a:r>
            <a:r>
              <a:rPr lang="en-US" sz="1100" dirty="0" err="1"/>
              <a:t>SmartGrid</a:t>
            </a:r>
            <a:r>
              <a:rPr lang="en-US" sz="1100" dirty="0"/>
              <a:t>, vol. 8, no. 3, pp. 1525–1534, 2017.</a:t>
            </a:r>
          </a:p>
          <a:p>
            <a:r>
              <a:rPr lang="en-US" sz="1100" dirty="0"/>
              <a:t>[11]Q. Huang and V. Vittal, “Advanced </a:t>
            </a:r>
            <a:r>
              <a:rPr lang="en-US" sz="1100" dirty="0" err="1"/>
              <a:t>emt</a:t>
            </a:r>
            <a:r>
              <a:rPr lang="en-US" sz="1100" dirty="0"/>
              <a:t> and phasor-domain </a:t>
            </a:r>
            <a:r>
              <a:rPr lang="en-US" sz="1100" dirty="0" err="1"/>
              <a:t>hybridsimulation</a:t>
            </a:r>
            <a:r>
              <a:rPr lang="en-US" sz="1100" dirty="0"/>
              <a:t> with simulation mode switching capability for </a:t>
            </a:r>
            <a:r>
              <a:rPr lang="en-US" sz="1100" dirty="0" err="1"/>
              <a:t>transmissionand</a:t>
            </a:r>
            <a:r>
              <a:rPr lang="en-US" sz="1100" dirty="0"/>
              <a:t> distribution systems,” IEEE Transactions on Power Systems, vol. 33,no. 6, pp. 6298–6308, 2018.</a:t>
            </a:r>
          </a:p>
          <a:p>
            <a:r>
              <a:rPr lang="en-US" sz="1100" dirty="0"/>
              <a:t>[12]“Integrated transmission and distribution system power flow </a:t>
            </a:r>
            <a:r>
              <a:rPr lang="en-US" sz="1100" dirty="0" err="1"/>
              <a:t>anddynamic</a:t>
            </a:r>
            <a:r>
              <a:rPr lang="en-US" sz="1100" dirty="0"/>
              <a:t> simulation using mixed three-sequence/three-phase </a:t>
            </a:r>
            <a:r>
              <a:rPr lang="en-US" sz="1100" dirty="0" err="1"/>
              <a:t>modeling,”IEEE</a:t>
            </a:r>
            <a:r>
              <a:rPr lang="en-US" sz="1100" dirty="0"/>
              <a:t> Transactions on Power Systems, vol. 32, no. 5, pp. 3704–3714,2017.</a:t>
            </a:r>
          </a:p>
          <a:p>
            <a:r>
              <a:rPr lang="en-US" sz="1100" dirty="0"/>
              <a:t>[13]H. Jain, A. Parchure, R. P. Broadwater, M. Dilek, and J. </a:t>
            </a:r>
            <a:r>
              <a:rPr lang="en-US" sz="1100" dirty="0" err="1"/>
              <a:t>Woyak,“Three</a:t>
            </a:r>
            <a:r>
              <a:rPr lang="en-US" sz="1100" dirty="0"/>
              <a:t>-phase dynamic simulation of power systems using </a:t>
            </a:r>
            <a:r>
              <a:rPr lang="en-US" sz="1100" dirty="0" err="1"/>
              <a:t>combinedtransmission</a:t>
            </a:r>
            <a:r>
              <a:rPr lang="en-US" sz="1100" dirty="0"/>
              <a:t> and distribution system models,” IEEE Transactions </a:t>
            </a:r>
            <a:r>
              <a:rPr lang="en-US" sz="1100" dirty="0" err="1"/>
              <a:t>onPower</a:t>
            </a:r>
            <a:r>
              <a:rPr lang="en-US" sz="1100" dirty="0"/>
              <a:t> Systems, vol. 31, no. 6, pp. 4517–4524, 2016.</a:t>
            </a:r>
          </a:p>
          <a:p>
            <a:r>
              <a:rPr lang="en-US" sz="1100" dirty="0"/>
              <a:t>[14]M. A. Elizondo, F. K. Tuffner, and K. P. Schneider, “Three-</a:t>
            </a:r>
            <a:r>
              <a:rPr lang="en-US" sz="1100" dirty="0" err="1"/>
              <a:t>phaseunbalanced</a:t>
            </a:r>
            <a:r>
              <a:rPr lang="en-US" sz="1100" dirty="0"/>
              <a:t> transient dynamics and </a:t>
            </a:r>
            <a:r>
              <a:rPr lang="en-US" sz="1100" dirty="0" err="1"/>
              <a:t>powerflow</a:t>
            </a:r>
            <a:r>
              <a:rPr lang="en-US" sz="1100" dirty="0"/>
              <a:t> for modeling </a:t>
            </a:r>
            <a:r>
              <a:rPr lang="en-US" sz="1100" dirty="0" err="1"/>
              <a:t>distributionsystems</a:t>
            </a:r>
            <a:r>
              <a:rPr lang="en-US" sz="1100" dirty="0"/>
              <a:t> with synchronous machines,” IEEE Transactions on </a:t>
            </a:r>
            <a:r>
              <a:rPr lang="en-US" sz="1100" dirty="0" err="1"/>
              <a:t>PowerSystems</a:t>
            </a:r>
            <a:r>
              <a:rPr lang="en-US" sz="1100" dirty="0"/>
              <a:t>, vol. 31, no. 1, pp. 105–115, 2016.</a:t>
            </a:r>
          </a:p>
          <a:p>
            <a:r>
              <a:rPr lang="en-US" sz="1100" dirty="0"/>
              <a:t>[15]A. Hariri and M. O. Faruque, “A hybrid simulation tool for the </a:t>
            </a:r>
            <a:r>
              <a:rPr lang="en-US" sz="1100" dirty="0" err="1"/>
              <a:t>studyof</a:t>
            </a:r>
            <a:r>
              <a:rPr lang="en-US" sz="1100" dirty="0"/>
              <a:t> </a:t>
            </a:r>
            <a:r>
              <a:rPr lang="en-US" sz="1100" dirty="0" err="1"/>
              <a:t>pv</a:t>
            </a:r>
            <a:r>
              <a:rPr lang="en-US" sz="1100" dirty="0"/>
              <a:t> integration impacts on distribution networks,” IEEE </a:t>
            </a:r>
            <a:r>
              <a:rPr lang="en-US" sz="1100" dirty="0" err="1"/>
              <a:t>Transactionson</a:t>
            </a:r>
            <a:r>
              <a:rPr lang="en-US" sz="1100" dirty="0"/>
              <a:t> Sustainable Energy, vol. 8, no. 2, pp. 648–657, 2017.</a:t>
            </a:r>
          </a:p>
          <a:p>
            <a:r>
              <a:rPr lang="en-US" sz="1100" dirty="0"/>
              <a:t>[16]R. Venkatraman, S. K. Khaitan, and V. </a:t>
            </a:r>
            <a:r>
              <a:rPr lang="en-US" sz="1100" dirty="0" err="1"/>
              <a:t>Ajjarapu</a:t>
            </a:r>
            <a:r>
              <a:rPr lang="en-US" sz="1100" dirty="0"/>
              <a:t>, “Dynamic co-simulation methods for combined transmission-distribution system </a:t>
            </a:r>
            <a:r>
              <a:rPr lang="en-US" sz="1100" dirty="0" err="1"/>
              <a:t>withintegration</a:t>
            </a:r>
            <a:r>
              <a:rPr lang="en-US" sz="1100" dirty="0"/>
              <a:t> time step impact on convergence,” IEEE Transactions </a:t>
            </a:r>
            <a:r>
              <a:rPr lang="en-US" sz="1100" dirty="0" err="1"/>
              <a:t>onPower</a:t>
            </a:r>
            <a:r>
              <a:rPr lang="en-US" sz="1100" dirty="0"/>
              <a:t> Systems, vol. 34, no. 2, pp. 1171–1181, 2019.</a:t>
            </a:r>
          </a:p>
          <a:p>
            <a:r>
              <a:rPr lang="en-US" sz="1100" dirty="0"/>
              <a:t>[17]R. Huang, R. Fan, J. Daily, A. Fisher, and J. Fuller, “An open-</a:t>
            </a:r>
            <a:r>
              <a:rPr lang="en-US" sz="1100" dirty="0" err="1"/>
              <a:t>sourceframework</a:t>
            </a:r>
            <a:r>
              <a:rPr lang="en-US" sz="1100" dirty="0"/>
              <a:t> for power system transmission and distribution dynamics co-simulation,” IET Generation, Transmission &amp; Distribution, vol. 11, 062017.</a:t>
            </a:r>
          </a:p>
          <a:p>
            <a:r>
              <a:rPr lang="en-US" sz="1100" dirty="0"/>
              <a:t>[18]W. Wang, X. Fang, H. Cui, F. Li, Y. Liu, and T. J. </a:t>
            </a:r>
            <a:r>
              <a:rPr lang="en-US" sz="1100" dirty="0" err="1"/>
              <a:t>Overbye,“Transmission</a:t>
            </a:r>
            <a:r>
              <a:rPr lang="en-US" sz="1100" dirty="0"/>
              <a:t>-and-distribution dynamic co-simulation framework </a:t>
            </a:r>
            <a:r>
              <a:rPr lang="en-US" sz="1100" dirty="0" err="1"/>
              <a:t>fordistributed</a:t>
            </a:r>
            <a:r>
              <a:rPr lang="en-US" sz="1100" dirty="0"/>
              <a:t> energy resource frequency response,” IEEE Transactions </a:t>
            </a:r>
            <a:r>
              <a:rPr lang="en-US" sz="1100" dirty="0" err="1"/>
              <a:t>onSmart</a:t>
            </a:r>
            <a:r>
              <a:rPr lang="en-US" sz="1100" dirty="0"/>
              <a:t> Grid, vol. 13, no. 1, pp. 482–495, 2022.</a:t>
            </a:r>
          </a:p>
        </p:txBody>
      </p:sp>
    </p:spTree>
    <p:extLst>
      <p:ext uri="{BB962C8B-B14F-4D97-AF65-F5344CB8AC3E}">
        <p14:creationId xmlns:p14="http://schemas.microsoft.com/office/powerpoint/2010/main" val="10744870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37907-6479-B7BE-A78C-71B3BFE84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1351D23-0128-DF91-4201-58187B934112}"/>
              </a:ext>
            </a:extLst>
          </p:cNvPr>
          <p:cNvSpPr/>
          <p:nvPr/>
        </p:nvSpPr>
        <p:spPr>
          <a:xfrm>
            <a:off x="9323596" y="5512888"/>
            <a:ext cx="1241008" cy="130701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31AA20D-D782-AEAD-8932-CF6D06E46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5500" y="3200400"/>
            <a:ext cx="8001000" cy="838200"/>
          </a:xfrm>
        </p:spPr>
        <p:txBody>
          <a:bodyPr/>
          <a:lstStyle/>
          <a:p>
            <a:r>
              <a:rPr lang="en-US" altLang="zh-CN" sz="2400" dirty="0"/>
              <a:t>Appendix</a:t>
            </a:r>
            <a:br>
              <a:rPr lang="en-US" altLang="zh-CN" sz="2400" dirty="0"/>
            </a:br>
            <a:r>
              <a:rPr lang="en-US" altLang="zh-CN" sz="2400" dirty="0"/>
              <a:t> </a:t>
            </a:r>
            <a:endParaRPr lang="zh-CN" altLang="en-US" sz="24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019CCDD-9FF9-344F-883F-62F7D8BC842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287000" y="6477000"/>
            <a:ext cx="381000" cy="3048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1C2826-D48C-44C5-84F4-35AA91AE3AFB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20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C94B357C-713D-B8C9-E588-DDD8A336FABC}"/>
              </a:ext>
            </a:extLst>
          </p:cNvPr>
          <p:cNvSpPr txBox="1">
            <a:spLocks/>
          </p:cNvSpPr>
          <p:nvPr/>
        </p:nvSpPr>
        <p:spPr>
          <a:xfrm>
            <a:off x="2590800" y="4572000"/>
            <a:ext cx="7010400" cy="2286000"/>
          </a:xfrm>
          <a:prstGeom prst="rect">
            <a:avLst/>
          </a:prstGeom>
        </p:spPr>
        <p:txBody>
          <a:bodyPr/>
          <a:lstStyle>
            <a:lvl1pPr algn="l" defTabSz="912051" rtl="0" eaLnBrk="1" latinLnBrk="0" hangingPunct="1">
              <a:spcBef>
                <a:spcPct val="0"/>
              </a:spcBef>
              <a:buNone/>
              <a:defRPr sz="2800" b="0" kern="120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marR="0" lvl="0" indent="0" algn="ctr" defTabSz="912051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j-ea"/>
              <a:cs typeface="+mj-cs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1709521A-537C-CA3C-4635-D76F20792D82}"/>
              </a:ext>
            </a:extLst>
          </p:cNvPr>
          <p:cNvSpPr txBox="1">
            <a:spLocks/>
          </p:cNvSpPr>
          <p:nvPr/>
        </p:nvSpPr>
        <p:spPr bwMode="auto">
          <a:xfrm>
            <a:off x="2313709" y="4876800"/>
            <a:ext cx="7564582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Teng WANG</a:t>
            </a:r>
          </a:p>
        </p:txBody>
      </p:sp>
    </p:spTree>
    <p:extLst>
      <p:ext uri="{BB962C8B-B14F-4D97-AF65-F5344CB8AC3E}">
        <p14:creationId xmlns:p14="http://schemas.microsoft.com/office/powerpoint/2010/main" val="2900513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410EC-7257-A644-2721-1289E3DD4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E46AE-61F1-64BA-A1F3-AB6A000B4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FIDVR in Co-simulation Framework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1E16F2-B592-AC59-3FB4-A142C10CF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1C2826-D48C-44C5-84F4-35AA91AE3A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20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18B9C1-3436-178F-018B-CF34E91E78C4}"/>
              </a:ext>
            </a:extLst>
          </p:cNvPr>
          <p:cNvSpPr txBox="1">
            <a:spLocks/>
          </p:cNvSpPr>
          <p:nvPr/>
        </p:nvSpPr>
        <p:spPr>
          <a:xfrm>
            <a:off x="0" y="905758"/>
            <a:ext cx="8686800" cy="806954"/>
          </a:xfrm>
          <a:prstGeom prst="rect">
            <a:avLst/>
          </a:prstGeom>
        </p:spPr>
        <p:txBody>
          <a:bodyPr vert="horz" lIns="91205" tIns="45604" rIns="91205" bIns="45604" rtlCol="0">
            <a:noAutofit/>
          </a:bodyPr>
          <a:lstStyle>
            <a:lvl1pPr marL="342019" indent="-342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1038" indent="-285013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006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6090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21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0814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64166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019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762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205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Arial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FIDVR Setup: Motors model (WECC Motor D) places</a:t>
            </a:r>
          </a:p>
          <a:p>
            <a:pPr marL="0" marR="0" lvl="0" indent="0" algn="l" defTabSz="91205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Arial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Total Motor D size: 1911.0 kW.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E1DA2EC-9F2B-822B-7DAF-4FD28A2C95F6}"/>
              </a:ext>
            </a:extLst>
          </p:cNvPr>
          <p:cNvGraphicFramePr>
            <a:graphicFrameLocks noGrp="1"/>
          </p:cNvGraphicFramePr>
          <p:nvPr/>
        </p:nvGraphicFramePr>
        <p:xfrm>
          <a:off x="646680" y="1926922"/>
          <a:ext cx="10898640" cy="4550078"/>
        </p:xfrm>
        <a:graphic>
          <a:graphicData uri="http://schemas.openxmlformats.org/drawingml/2006/table">
            <a:tbl>
              <a:tblPr/>
              <a:tblGrid>
                <a:gridCol w="2724660">
                  <a:extLst>
                    <a:ext uri="{9D8B030D-6E8A-4147-A177-3AD203B41FA5}">
                      <a16:colId xmlns:a16="http://schemas.microsoft.com/office/drawing/2014/main" val="1371677693"/>
                    </a:ext>
                  </a:extLst>
                </a:gridCol>
                <a:gridCol w="2724660">
                  <a:extLst>
                    <a:ext uri="{9D8B030D-6E8A-4147-A177-3AD203B41FA5}">
                      <a16:colId xmlns:a16="http://schemas.microsoft.com/office/drawing/2014/main" val="3679560576"/>
                    </a:ext>
                  </a:extLst>
                </a:gridCol>
                <a:gridCol w="2724660">
                  <a:extLst>
                    <a:ext uri="{9D8B030D-6E8A-4147-A177-3AD203B41FA5}">
                      <a16:colId xmlns:a16="http://schemas.microsoft.com/office/drawing/2014/main" val="1585466671"/>
                    </a:ext>
                  </a:extLst>
                </a:gridCol>
                <a:gridCol w="2724660">
                  <a:extLst>
                    <a:ext uri="{9D8B030D-6E8A-4147-A177-3AD203B41FA5}">
                      <a16:colId xmlns:a16="http://schemas.microsoft.com/office/drawing/2014/main" val="2349440506"/>
                    </a:ext>
                  </a:extLst>
                </a:gridCol>
              </a:tblGrid>
              <a:tr h="34815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</a:rPr>
                        <a:t>Motor D elements</a:t>
                      </a:r>
                    </a:p>
                  </a:txBody>
                  <a:tcPr marL="37843" marR="37843" marT="37843" marB="378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</a:rPr>
                        <a:t>Source load</a:t>
                      </a:r>
                    </a:p>
                  </a:txBody>
                  <a:tcPr marL="37843" marR="37843" marT="37843" marB="378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</a:rPr>
                        <a:t>Bus</a:t>
                      </a:r>
                    </a:p>
                  </a:txBody>
                  <a:tcPr marL="37843" marR="37843" marT="37843" marB="378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</a:rPr>
                        <a:t>kW</a:t>
                      </a:r>
                    </a:p>
                  </a:txBody>
                  <a:tcPr marL="37843" marR="37843" marT="37843" marB="378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8351738"/>
                  </a:ext>
                </a:extLst>
              </a:tr>
              <a:tr h="34815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Load.weccmd_634a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7843" marR="37843" marT="37843" marB="378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634a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7843" marR="37843" marT="37843" marB="378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634.1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7843" marR="37843" marT="37843" marB="378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160</a:t>
                      </a:r>
                    </a:p>
                  </a:txBody>
                  <a:tcPr marL="37843" marR="37843" marT="37843" marB="378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8161156"/>
                  </a:ext>
                </a:extLst>
              </a:tr>
              <a:tr h="34815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Load.weccmd_634b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7843" marR="37843" marT="37843" marB="378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634b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7843" marR="37843" marT="37843" marB="378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634.2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7843" marR="37843" marT="37843" marB="378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120</a:t>
                      </a:r>
                    </a:p>
                  </a:txBody>
                  <a:tcPr marL="37843" marR="37843" marT="37843" marB="378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4332078"/>
                  </a:ext>
                </a:extLst>
              </a:tr>
              <a:tr h="34815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Load.weccmd_634c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7843" marR="37843" marT="37843" marB="378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634c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7843" marR="37843" marT="37843" marB="378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634.3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7843" marR="37843" marT="37843" marB="378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120</a:t>
                      </a:r>
                    </a:p>
                  </a:txBody>
                  <a:tcPr marL="37843" marR="37843" marT="37843" marB="378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2782785"/>
                  </a:ext>
                </a:extLst>
              </a:tr>
              <a:tr h="34815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Load.weccmd_645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7843" marR="37843" marT="37843" marB="378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645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7843" marR="37843" marT="37843" marB="378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645.2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7843" marR="37843" marT="37843" marB="378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170</a:t>
                      </a:r>
                    </a:p>
                  </a:txBody>
                  <a:tcPr marL="37843" marR="37843" marT="37843" marB="378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685583"/>
                  </a:ext>
                </a:extLst>
              </a:tr>
              <a:tr h="34815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Load.weccmd_675a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7843" marR="37843" marT="37843" marB="378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675a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7843" marR="37843" marT="37843" marB="378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675.1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7843" marR="37843" marT="37843" marB="378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485</a:t>
                      </a:r>
                    </a:p>
                  </a:txBody>
                  <a:tcPr marL="37843" marR="37843" marT="37843" marB="378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2544087"/>
                  </a:ext>
                </a:extLst>
              </a:tr>
              <a:tr h="34815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Load.weccmd_675b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7843" marR="37843" marT="37843" marB="378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675b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7843" marR="37843" marT="37843" marB="378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675.2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7843" marR="37843" marT="37843" marB="378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68</a:t>
                      </a:r>
                    </a:p>
                  </a:txBody>
                  <a:tcPr marL="37843" marR="37843" marT="37843" marB="378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11388"/>
                  </a:ext>
                </a:extLst>
              </a:tr>
              <a:tr h="34815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Load.weccmd_675c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7843" marR="37843" marT="37843" marB="378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675c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7843" marR="37843" marT="37843" marB="378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675.3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7843" marR="37843" marT="37843" marB="378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290</a:t>
                      </a:r>
                    </a:p>
                  </a:txBody>
                  <a:tcPr marL="37843" marR="37843" marT="37843" marB="378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5724940"/>
                  </a:ext>
                </a:extLst>
              </a:tr>
              <a:tr h="34815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Load.weccmd_611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7843" marR="37843" marT="37843" marB="378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611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7843" marR="37843" marT="37843" marB="378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611.3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7843" marR="37843" marT="37843" marB="378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170</a:t>
                      </a:r>
                    </a:p>
                  </a:txBody>
                  <a:tcPr marL="37843" marR="37843" marT="37843" marB="378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8104004"/>
                  </a:ext>
                </a:extLst>
              </a:tr>
              <a:tr h="34815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Load.weccmd_652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7843" marR="37843" marT="37843" marB="378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652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7843" marR="37843" marT="37843" marB="378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652.1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7843" marR="37843" marT="37843" marB="378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128</a:t>
                      </a:r>
                    </a:p>
                  </a:txBody>
                  <a:tcPr marL="37843" marR="37843" marT="37843" marB="378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6454645"/>
                  </a:ext>
                </a:extLst>
              </a:tr>
              <a:tr h="34815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Load.weccmd_670a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7843" marR="37843" marT="37843" marB="378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670a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7843" marR="37843" marT="37843" marB="378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670.1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7843" marR="37843" marT="37843" marB="378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17</a:t>
                      </a:r>
                    </a:p>
                  </a:txBody>
                  <a:tcPr marL="37843" marR="37843" marT="37843" marB="378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3490569"/>
                  </a:ext>
                </a:extLst>
              </a:tr>
              <a:tr h="34815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Load.weccmd_670b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7843" marR="37843" marT="37843" marB="378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670b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7843" marR="37843" marT="37843" marB="378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670.2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7843" marR="37843" marT="37843" marB="378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66</a:t>
                      </a:r>
                    </a:p>
                  </a:txBody>
                  <a:tcPr marL="37843" marR="37843" marT="37843" marB="378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6011359"/>
                  </a:ext>
                </a:extLst>
              </a:tr>
              <a:tr h="34815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Load.weccmd_670c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7843" marR="37843" marT="37843" marB="378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670c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7843" marR="37843" marT="37843" marB="378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670.3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7843" marR="37843" marT="37843" marB="378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117</a:t>
                      </a:r>
                    </a:p>
                  </a:txBody>
                  <a:tcPr marL="37843" marR="37843" marT="37843" marB="378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9390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75498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CCB20E-8A03-A69D-C350-CDFAD8FC1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1380A-0A53-B5F8-E13B-E5A23CEFA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FIDVR in Co-simulation Framework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541898-0ADD-A16C-D583-340C1F880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1C2826-D48C-44C5-84F4-35AA91AE3A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20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E3B7A3-F8C7-A77D-FA79-6BC7C7A1B6E1}"/>
              </a:ext>
            </a:extLst>
          </p:cNvPr>
          <p:cNvSpPr txBox="1">
            <a:spLocks/>
          </p:cNvSpPr>
          <p:nvPr/>
        </p:nvSpPr>
        <p:spPr>
          <a:xfrm>
            <a:off x="0" y="905758"/>
            <a:ext cx="8686800" cy="806954"/>
          </a:xfrm>
          <a:prstGeom prst="rect">
            <a:avLst/>
          </a:prstGeom>
        </p:spPr>
        <p:txBody>
          <a:bodyPr vert="horz" lIns="91205" tIns="45604" rIns="91205" bIns="45604" rtlCol="0">
            <a:normAutofit/>
          </a:bodyPr>
          <a:lstStyle>
            <a:lvl1pPr marL="342019" indent="-342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1038" indent="-285013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006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6090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21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0814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64166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019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762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205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Arial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Parameters tuning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3FF407F-61D6-89CF-1F69-8438182BEBBD}"/>
              </a:ext>
            </a:extLst>
          </p:cNvPr>
          <p:cNvSpPr txBox="1"/>
          <p:nvPr/>
        </p:nvSpPr>
        <p:spPr>
          <a:xfrm>
            <a:off x="254000" y="1509355"/>
            <a:ext cx="11938000" cy="4647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TX_INTERFACE_BUS=14 TX_FAULT_BUS=14 \</a:t>
            </a:r>
          </a:p>
          <a:p>
            <a:pPr marL="0" marR="0" lvl="0" indent="0" algn="l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TX_FAULT_TIME=1.0 \</a:t>
            </a:r>
          </a:p>
          <a:p>
            <a:pPr marL="0" marR="0" lvl="0" indent="0" algn="l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TX_FAULT_DURATION=0.1\ </a:t>
            </a:r>
          </a:p>
          <a:p>
            <a:pPr marL="0" marR="0" lvl="0" indent="0" algn="l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TX_FAULT_RF=0.0 \</a:t>
            </a:r>
          </a:p>
          <a:p>
            <a:pPr marL="0" marR="0" lvl="0" indent="0" algn="l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TX_FAULT_XF=0.35 \</a:t>
            </a:r>
          </a:p>
          <a:p>
            <a:pPr marL="0" marR="0" lvl="0" indent="0" algn="l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TARGET_TIME=120.0 \</a:t>
            </a:r>
          </a:p>
          <a:p>
            <a:pPr marL="0" marR="0" lvl="0" indent="0" algn="l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FEEDER_COUNT=1 \</a:t>
            </a:r>
          </a:p>
          <a:p>
            <a:pPr marL="0" marR="0" lvl="0" indent="0" algn="l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TX_CASE_XLSX=ieee14_fault.xlsx \</a:t>
            </a:r>
          </a:p>
          <a:p>
            <a:pPr marL="0" marR="0" lvl="0" indent="0" algn="l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DIST_MASTER_DSS=13Bus/IEEE13Nodeckt.dss \</a:t>
            </a:r>
          </a:p>
          <a:p>
            <a:pPr marL="0" marR="0" lvl="0" indent="0" algn="l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DIST_VOLTAGE_BUS=675 \</a:t>
            </a:r>
          </a:p>
          <a:p>
            <a:pPr marL="0" marR="0" lvl="0" indent="0" algn="l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DIST_LOAD_SCALE=1.0 \</a:t>
            </a:r>
          </a:p>
          <a:p>
            <a:pPr marL="0" marR="0" lvl="0" indent="0" algn="l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FIDVR_MOTOR_SHARE=0.9 \</a:t>
            </a:r>
          </a:p>
          <a:p>
            <a:pPr marL="0" marR="0" lvl="0" indent="0" algn="l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FIDVR_MOTOR_STALL_VOLTAGE_PU=0.82 \</a:t>
            </a:r>
          </a:p>
          <a:p>
            <a:pPr marL="0" marR="0" lvl="0" indent="0" algn="l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FIDVR_MOTOR_STALL_CLEAR_VOLTAGE_PU=0.92\ </a:t>
            </a:r>
          </a:p>
          <a:p>
            <a:pPr marL="0" marR="0" lvl="0" indent="0" algn="l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FIDVR_STALL_KVAR_PER_KW=5 \</a:t>
            </a:r>
          </a:p>
          <a:p>
            <a:pPr marL="0" marR="0" lvl="0" indent="0" algn="l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FIDVR_MOTOR_STALL_KVAR_SCALE=15.0 \</a:t>
            </a:r>
          </a:p>
          <a:p>
            <a:pPr marL="0" marR="0" lvl="0" indent="0" algn="l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FIDVR_MOTOR_THERMAL_TRIP_TIME_S=8.0 \</a:t>
            </a:r>
          </a:p>
          <a:p>
            <a:pPr marL="0" marR="0" lvl="0" indent="0" algn="l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FIDVR_MOTOR_RECONNECT_DELAY_S=25.0 \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E075513-3BA2-F23E-EB85-32527BECE3C3}"/>
              </a:ext>
            </a:extLst>
          </p:cNvPr>
          <p:cNvSpPr txBox="1"/>
          <p:nvPr/>
        </p:nvSpPr>
        <p:spPr>
          <a:xfrm>
            <a:off x="6046382" y="1447800"/>
            <a:ext cx="6145618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FIDVR_ENABLE_CAP_CONTROL=0 \</a:t>
            </a:r>
          </a:p>
          <a:p>
            <a:pPr marL="0" marR="0" lvl="0" indent="0" algn="l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FIDVR_ENABLE_REG_CONTROL=0 \</a:t>
            </a:r>
          </a:p>
          <a:p>
            <a:pPr marL="0" marR="0" lvl="0" indent="0" algn="l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FINE_DT=0.002 COARSE_DT=0.05 COARSE_START=1.6 \</a:t>
            </a:r>
          </a:p>
          <a:p>
            <a:pPr marL="0" marR="0" lvl="0" indent="0" algn="l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TX_TDS_STEP=0.03 FIDVR_ENABLE_CAP_CONTROL=1 \</a:t>
            </a:r>
          </a:p>
          <a:p>
            <a:pPr marL="0" marR="0" lvl="0" indent="0" algn="l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FIDVR_ENABLE_REG_CONTROL=1 \</a:t>
            </a:r>
          </a:p>
          <a:p>
            <a:pPr marL="0" marR="0" lvl="0" indent="0" algn="l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FIDVR_CAPACITOR_INITIAL_FRACTION=1.0 \</a:t>
            </a:r>
          </a:p>
          <a:p>
            <a:pPr marL="0" marR="0" lvl="0" indent="0" algn="l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FIDVR_CAPACITOR_ON_VOLTAGE_PU=1.025 \</a:t>
            </a:r>
          </a:p>
          <a:p>
            <a:pPr marL="0" marR="0" lvl="0" indent="0" algn="l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FIDVR_CAPACITOR_ON_DELAY_S=0.3 \</a:t>
            </a:r>
          </a:p>
          <a:p>
            <a:pPr marL="0" marR="0" lvl="0" indent="0" algn="l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FIDVR_CAPACITOR_OFF_VOLTAGE_PU=0.9 \</a:t>
            </a:r>
          </a:p>
          <a:p>
            <a:pPr marL="0" marR="0" lvl="0" indent="0" algn="l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FIDVR_CAPACITOR_OFF_DELAY_S=120.0 \</a:t>
            </a:r>
          </a:p>
          <a:p>
            <a:pPr marL="0" marR="0" lvl="0" indent="0" algn="l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FIDVR_REGULATOR_MONITOR_BUS=675 \</a:t>
            </a:r>
          </a:p>
          <a:p>
            <a:pPr marL="0" marR="0" lvl="0" indent="0" algn="l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FIDVR_REGULATOR_LOW_VOLTAGE_PU=0.93 \</a:t>
            </a:r>
          </a:p>
          <a:p>
            <a:pPr marL="0" marR="0" lvl="0" indent="0" algn="l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FIDVR_REGULATOR_HIGH_VOLTAGE_PU=1.025 \</a:t>
            </a:r>
          </a:p>
          <a:p>
            <a:pPr marL="0" marR="0" lvl="0" indent="0" algn="l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FIDVR_REGULATOR_DELAY_S=0.5 \</a:t>
            </a:r>
          </a:p>
          <a:p>
            <a:pPr marL="0" marR="0" lvl="0" indent="0" algn="l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FIDVR_REGULATOR_TAP_DELAY_S=0.25 \</a:t>
            </a:r>
          </a:p>
          <a:p>
            <a:pPr marL="0" marR="0" lvl="0" indent="0" algn="l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FIDVR_NONRESTARTABLE_FRACTION=0.0 \</a:t>
            </a:r>
          </a:p>
          <a:p>
            <a:pPr marL="0" marR="0" lvl="0" indent="0" algn="l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FIDVR_CONTACTOR_FRACTION=0.10 \</a:t>
            </a:r>
          </a:p>
          <a:p>
            <a:pPr marL="0" marR="0" lvl="0" indent="0" algn="l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FIDVR_MOTOR_RECONNECT_RAMP_S=1.5 \</a:t>
            </a:r>
          </a:p>
          <a:p>
            <a:pPr marL="0" marR="0" lvl="0" indent="0" algn="l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FIDVR_MOTOR_GROUP_RESTORE_OFFSETS=0,0.5,1.0</a:t>
            </a:r>
          </a:p>
        </p:txBody>
      </p:sp>
    </p:spTree>
    <p:extLst>
      <p:ext uri="{BB962C8B-B14F-4D97-AF65-F5344CB8AC3E}">
        <p14:creationId xmlns:p14="http://schemas.microsoft.com/office/powerpoint/2010/main" val="55769316"/>
      </p:ext>
    </p:extLst>
  </p:cSld>
  <p:clrMapOvr>
    <a:masterClrMapping/>
  </p:clrMapOvr>
</p:sld>
</file>

<file path=ppt/theme/theme1.xml><?xml version="1.0" encoding="utf-8"?>
<a:theme xmlns:a="http://schemas.openxmlformats.org/drawingml/2006/main" name="2016 FREEDM Template">
  <a:themeElements>
    <a:clrScheme name="FREEDM">
      <a:dk1>
        <a:srgbClr val="262626"/>
      </a:dk1>
      <a:lt1>
        <a:srgbClr val="FFFFFF"/>
      </a:lt1>
      <a:dk2>
        <a:srgbClr val="0A5036"/>
      </a:dk2>
      <a:lt2>
        <a:srgbClr val="E0E0E0"/>
      </a:lt2>
      <a:accent1>
        <a:srgbClr val="1D6E87"/>
      </a:accent1>
      <a:accent2>
        <a:srgbClr val="569728"/>
      </a:accent2>
      <a:accent3>
        <a:srgbClr val="BE0004"/>
      </a:accent3>
      <a:accent4>
        <a:srgbClr val="878781"/>
      </a:accent4>
      <a:accent5>
        <a:srgbClr val="000000"/>
      </a:accent5>
      <a:accent6>
        <a:srgbClr val="BE0004"/>
      </a:accent6>
      <a:hlink>
        <a:srgbClr val="0A5036"/>
      </a:hlink>
      <a:folHlink>
        <a:srgbClr val="1D6E87"/>
      </a:folHlink>
    </a:clrScheme>
    <a:fontScheme name="FREEDM">
      <a:majorFont>
        <a:latin typeface="Bell Gothic Std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FREEDM">
      <a:dk1>
        <a:srgbClr val="262626"/>
      </a:dk1>
      <a:lt1>
        <a:srgbClr val="FFFFFF"/>
      </a:lt1>
      <a:dk2>
        <a:srgbClr val="0A5036"/>
      </a:dk2>
      <a:lt2>
        <a:srgbClr val="E0E0E0"/>
      </a:lt2>
      <a:accent1>
        <a:srgbClr val="1D6E87"/>
      </a:accent1>
      <a:accent2>
        <a:srgbClr val="569728"/>
      </a:accent2>
      <a:accent3>
        <a:srgbClr val="BE0004"/>
      </a:accent3>
      <a:accent4>
        <a:srgbClr val="878781"/>
      </a:accent4>
      <a:accent5>
        <a:srgbClr val="000000"/>
      </a:accent5>
      <a:accent6>
        <a:srgbClr val="BE0004"/>
      </a:accent6>
      <a:hlink>
        <a:srgbClr val="0A5036"/>
      </a:hlink>
      <a:folHlink>
        <a:srgbClr val="1D6E87"/>
      </a:folHlink>
    </a:clrScheme>
    <a:fontScheme name="FREEDM">
      <a:majorFont>
        <a:latin typeface="Bell Gothic Std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FREEDM_Powerpoint_Template (4)</Template>
  <TotalTime>78975</TotalTime>
  <Words>3041</Words>
  <Application>Microsoft Office PowerPoint</Application>
  <PresentationFormat>Widescreen</PresentationFormat>
  <Paragraphs>423</Paragraphs>
  <Slides>21</Slides>
  <Notes>20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Arial</vt:lpstr>
      <vt:lpstr>Calibri</vt:lpstr>
      <vt:lpstr>Cambria Math</vt:lpstr>
      <vt:lpstr>Consolas</vt:lpstr>
      <vt:lpstr>Segoe WPC</vt:lpstr>
      <vt:lpstr>Times New Roman</vt:lpstr>
      <vt:lpstr>2016 FREEDM Template</vt:lpstr>
      <vt:lpstr>1_Office Theme</vt:lpstr>
      <vt:lpstr>Acrobat Document</vt:lpstr>
      <vt:lpstr>Dynamic FIDVR Response in Transmission-Distribution Co-Simulation  </vt:lpstr>
      <vt:lpstr>Overall</vt:lpstr>
      <vt:lpstr>Introduction: motivation</vt:lpstr>
      <vt:lpstr>Introduction: backgroud</vt:lpstr>
      <vt:lpstr>Literature Review</vt:lpstr>
      <vt:lpstr>Literature Review: Co-simulation Framework</vt:lpstr>
      <vt:lpstr>Methodology: HELICS</vt:lpstr>
      <vt:lpstr>Methodology: Co-simulation</vt:lpstr>
      <vt:lpstr>Methodology: Motor</vt:lpstr>
      <vt:lpstr>Case Studies: validation</vt:lpstr>
      <vt:lpstr>Case Study: Test System</vt:lpstr>
      <vt:lpstr>Case Study: Test System</vt:lpstr>
      <vt:lpstr>Case Studies</vt:lpstr>
      <vt:lpstr>Case Studies</vt:lpstr>
      <vt:lpstr>Case Studies</vt:lpstr>
      <vt:lpstr>Case Studies</vt:lpstr>
      <vt:lpstr>Conclusion</vt:lpstr>
      <vt:lpstr>Reference</vt:lpstr>
      <vt:lpstr>Appendix  </vt:lpstr>
      <vt:lpstr>FIDVR in Co-simulation Framework</vt:lpstr>
      <vt:lpstr>FIDVR in Co-simulation Framework</vt:lpstr>
    </vt:vector>
  </TitlesOfParts>
  <Company>North Carolina State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Theresa Kallal</dc:creator>
  <cp:lastModifiedBy>Teng Wang</cp:lastModifiedBy>
  <cp:revision>149</cp:revision>
  <cp:lastPrinted>2015-07-07T15:34:04Z</cp:lastPrinted>
  <dcterms:created xsi:type="dcterms:W3CDTF">2017-01-04T19:14:42Z</dcterms:created>
  <dcterms:modified xsi:type="dcterms:W3CDTF">2026-05-13T01:35:31Z</dcterms:modified>
</cp:coreProperties>
</file>